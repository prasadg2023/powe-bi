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6" r:id="rId13"/>
    <p:sldId id="297" r:id="rId14"/>
    <p:sldId id="298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6001" y="331723"/>
            <a:ext cx="6079997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1F5F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1F5F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 u="sng">
                <a:solidFill>
                  <a:srgbClr val="006089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1F5F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1F5F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2696"/>
            <a:ext cx="12192000" cy="68453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56001" y="331723"/>
            <a:ext cx="6079997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1F5F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10132" y="1104087"/>
            <a:ext cx="7747634" cy="3769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 u="sng">
                <a:solidFill>
                  <a:srgbClr val="006089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58921" y="2992627"/>
            <a:ext cx="50711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F0000"/>
                </a:solidFill>
                <a:latin typeface="Tahoma"/>
                <a:cs typeface="Tahoma"/>
              </a:rPr>
              <a:t>Basic</a:t>
            </a:r>
            <a:r>
              <a:rPr spc="-1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FF0000"/>
                </a:solidFill>
                <a:latin typeface="Tahoma"/>
                <a:cs typeface="Tahoma"/>
              </a:rPr>
              <a:t>Database</a:t>
            </a:r>
            <a:r>
              <a:rPr spc="-9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FF0000"/>
                </a:solidFill>
                <a:latin typeface="Tahoma"/>
                <a:cs typeface="Tahoma"/>
              </a:rPr>
              <a:t>Terminology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27629" y="2992627"/>
            <a:ext cx="59347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F0000"/>
                </a:solidFill>
                <a:latin typeface="Tahoma"/>
                <a:cs typeface="Tahoma"/>
              </a:rPr>
              <a:t>Relational</a:t>
            </a:r>
            <a:r>
              <a:rPr spc="-1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FF0000"/>
                </a:solidFill>
                <a:latin typeface="Tahoma"/>
                <a:cs typeface="Tahoma"/>
              </a:rPr>
              <a:t>Schemas:</a:t>
            </a:r>
            <a:r>
              <a:rPr spc="-1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FF0000"/>
                </a:solidFill>
                <a:latin typeface="Tahoma"/>
                <a:cs typeface="Tahoma"/>
              </a:rPr>
              <a:t>Primary</a:t>
            </a:r>
            <a:r>
              <a:rPr spc="-1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pc="-25" dirty="0">
                <a:solidFill>
                  <a:srgbClr val="FF0000"/>
                </a:solidFill>
                <a:latin typeface="Tahoma"/>
                <a:cs typeface="Tahoma"/>
              </a:rPr>
              <a:t>Key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948" y="3412235"/>
            <a:ext cx="3880104" cy="22936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26440" y="1293088"/>
            <a:ext cx="8598406" cy="4433316"/>
            <a:chOff x="726948" y="1272539"/>
            <a:chExt cx="8598406" cy="4433316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66643" y="1272539"/>
              <a:ext cx="6458711" cy="12542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6948" y="3412235"/>
              <a:ext cx="3880104" cy="22936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26948" y="1272539"/>
            <a:ext cx="10320528" cy="4433316"/>
            <a:chOff x="726948" y="1272539"/>
            <a:chExt cx="10320528" cy="4433316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66643" y="1272539"/>
              <a:ext cx="6458711" cy="12542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1576" y="3031235"/>
              <a:ext cx="5295900" cy="13472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6948" y="3412235"/>
              <a:ext cx="3880104" cy="22936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26948" y="1272539"/>
            <a:ext cx="10320528" cy="4834127"/>
            <a:chOff x="726948" y="1272539"/>
            <a:chExt cx="10320528" cy="4834127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827" y="4882895"/>
              <a:ext cx="2900172" cy="12237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6643" y="1272539"/>
              <a:ext cx="6458711" cy="12542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1576" y="3031235"/>
              <a:ext cx="5295900" cy="13472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948" y="3412235"/>
              <a:ext cx="3880104" cy="22936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696"/>
            <a:ext cx="12192000" cy="6845300"/>
            <a:chOff x="0" y="12696"/>
            <a:chExt cx="12192000" cy="6845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919" y="1078991"/>
              <a:ext cx="159257" cy="50756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9" y="1248155"/>
              <a:ext cx="160020" cy="16002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13180" y="1139697"/>
            <a:ext cx="46361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these</a:t>
            </a:r>
            <a:r>
              <a:rPr sz="2000" b="1" spc="-2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tables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have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a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tabular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 shape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696"/>
            <a:ext cx="12192000" cy="6845300"/>
            <a:chOff x="0" y="12696"/>
            <a:chExt cx="12192000" cy="6845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919" y="1078991"/>
              <a:ext cx="159257" cy="50756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9" y="1248155"/>
              <a:ext cx="160020" cy="16002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3919" y="1815083"/>
            <a:ext cx="160020" cy="15849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13180" y="1139697"/>
            <a:ext cx="7289165" cy="897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these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tables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have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a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tabular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form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a</a:t>
            </a:r>
            <a:r>
              <a:rPr sz="2000" b="1" spc="-3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relational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schema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can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be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applied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to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represent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them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26948" y="1272539"/>
            <a:ext cx="10320528" cy="4834127"/>
            <a:chOff x="726948" y="1272539"/>
            <a:chExt cx="10320528" cy="4834127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827" y="4882895"/>
              <a:ext cx="2900172" cy="12237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6643" y="1272539"/>
              <a:ext cx="6458711" cy="12542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1576" y="3031235"/>
              <a:ext cx="5295900" cy="13472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948" y="3412235"/>
              <a:ext cx="3880104" cy="22936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26948" y="1272539"/>
            <a:ext cx="10320528" cy="4834127"/>
            <a:chOff x="726948" y="1272539"/>
            <a:chExt cx="10320528" cy="4834127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827" y="4882895"/>
              <a:ext cx="2900172" cy="12237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6643" y="1272539"/>
              <a:ext cx="6458711" cy="12542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1576" y="3031235"/>
              <a:ext cx="5295900" cy="13472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948" y="3412235"/>
              <a:ext cx="3880104" cy="229362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14552" y="2932633"/>
            <a:ext cx="46361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sales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per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customer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of</a:t>
            </a:r>
            <a:r>
              <a:rPr sz="2000" b="1" spc="-3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our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company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3655" y="1781555"/>
            <a:ext cx="5504688" cy="32552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D01B61-7D00-62CB-E5C6-CA1F31EFF845}"/>
              </a:ext>
            </a:extLst>
          </p:cNvPr>
          <p:cNvSpPr/>
          <p:nvPr/>
        </p:nvSpPr>
        <p:spPr>
          <a:xfrm>
            <a:off x="3343655" y="2057400"/>
            <a:ext cx="1685545" cy="31242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3655" y="1781555"/>
            <a:ext cx="5504688" cy="32552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D01B61-7D00-62CB-E5C6-CA1F31EFF845}"/>
              </a:ext>
            </a:extLst>
          </p:cNvPr>
          <p:cNvSpPr/>
          <p:nvPr/>
        </p:nvSpPr>
        <p:spPr>
          <a:xfrm>
            <a:off x="4953000" y="2057400"/>
            <a:ext cx="1685545" cy="31242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989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3655" y="1781555"/>
            <a:ext cx="5504688" cy="32552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D01B61-7D00-62CB-E5C6-CA1F31EFF845}"/>
              </a:ext>
            </a:extLst>
          </p:cNvPr>
          <p:cNvSpPr/>
          <p:nvPr/>
        </p:nvSpPr>
        <p:spPr>
          <a:xfrm>
            <a:off x="6629401" y="2057400"/>
            <a:ext cx="1219200" cy="30480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653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3655" y="1781555"/>
            <a:ext cx="5504688" cy="32552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D01B61-7D00-62CB-E5C6-CA1F31EFF845}"/>
              </a:ext>
            </a:extLst>
          </p:cNvPr>
          <p:cNvSpPr/>
          <p:nvPr/>
        </p:nvSpPr>
        <p:spPr>
          <a:xfrm>
            <a:off x="7848600" y="2018785"/>
            <a:ext cx="1219200" cy="30480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687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9957" y="5238064"/>
            <a:ext cx="57537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the</a:t>
            </a:r>
            <a:r>
              <a:rPr sz="2000" b="1" spc="-3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dates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of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a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few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purchases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may</a:t>
            </a:r>
            <a:r>
              <a:rPr sz="2000" b="1" spc="-2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coincide</a:t>
            </a:r>
            <a:endParaRPr sz="2000">
              <a:latin typeface="Consolas"/>
              <a:cs typeface="Consola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0" y="1781555"/>
            <a:ext cx="5486400" cy="32567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11C9F7D-F807-1A07-6BFA-F446AEFFB085}"/>
              </a:ext>
            </a:extLst>
          </p:cNvPr>
          <p:cNvSpPr/>
          <p:nvPr/>
        </p:nvSpPr>
        <p:spPr>
          <a:xfrm>
            <a:off x="5562600" y="3124200"/>
            <a:ext cx="1066800" cy="45720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003DC8-61B2-931C-7FF3-6112F7C9EAD8}"/>
              </a:ext>
            </a:extLst>
          </p:cNvPr>
          <p:cNvSpPr/>
          <p:nvPr/>
        </p:nvSpPr>
        <p:spPr>
          <a:xfrm>
            <a:off x="5562599" y="3886200"/>
            <a:ext cx="1066800" cy="53340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9750" y="5238064"/>
            <a:ext cx="60337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the</a:t>
            </a:r>
            <a:r>
              <a:rPr sz="2000" b="1" spc="-3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ID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of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a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customer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may</a:t>
            </a:r>
            <a:r>
              <a:rPr sz="2000" b="1" spc="-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appear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a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few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times</a:t>
            </a:r>
            <a:endParaRPr sz="2000">
              <a:latin typeface="Consolas"/>
              <a:cs typeface="Consola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0" y="1781555"/>
            <a:ext cx="5486400" cy="325678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F9B10C2-B3FF-6058-D6CE-6BA7BFC8A447}"/>
              </a:ext>
            </a:extLst>
          </p:cNvPr>
          <p:cNvSpPr/>
          <p:nvPr/>
        </p:nvSpPr>
        <p:spPr>
          <a:xfrm>
            <a:off x="7391400" y="2590800"/>
            <a:ext cx="533400" cy="2286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9B4AE5-CF65-5768-C97B-57AD8FE484F2}"/>
              </a:ext>
            </a:extLst>
          </p:cNvPr>
          <p:cNvSpPr/>
          <p:nvPr/>
        </p:nvSpPr>
        <p:spPr>
          <a:xfrm>
            <a:off x="7391400" y="4724400"/>
            <a:ext cx="533400" cy="2286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A51552B-F78C-B7B4-FD7E-19A8882174CD}"/>
              </a:ext>
            </a:extLst>
          </p:cNvPr>
          <p:cNvSpPr/>
          <p:nvPr/>
        </p:nvSpPr>
        <p:spPr>
          <a:xfrm>
            <a:off x="7391400" y="3657600"/>
            <a:ext cx="533400" cy="2286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94077" y="5238064"/>
            <a:ext cx="84067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there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is</a:t>
            </a:r>
            <a:r>
              <a:rPr sz="2000" b="1" spc="-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a</a:t>
            </a:r>
            <a:r>
              <a:rPr sz="2000" b="1" spc="-3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possibility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to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see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the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same</a:t>
            </a:r>
            <a:r>
              <a:rPr sz="2000" b="1" spc="-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item</a:t>
            </a:r>
            <a:r>
              <a:rPr sz="2000" b="1" spc="-3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code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a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few</a:t>
            </a:r>
            <a:r>
              <a:rPr sz="2000" b="1" spc="-2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times</a:t>
            </a:r>
            <a:endParaRPr sz="2000">
              <a:latin typeface="Consolas"/>
              <a:cs typeface="Consola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0" y="1818906"/>
            <a:ext cx="5486400" cy="3220188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FEAFB3BF-1C15-F81B-35E1-FA3519371433}"/>
              </a:ext>
            </a:extLst>
          </p:cNvPr>
          <p:cNvSpPr/>
          <p:nvPr/>
        </p:nvSpPr>
        <p:spPr>
          <a:xfrm rot="21540000">
            <a:off x="8507730" y="2576487"/>
            <a:ext cx="586740" cy="263932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B268AB0-D9DD-103E-FB6B-340659A3AED8}"/>
              </a:ext>
            </a:extLst>
          </p:cNvPr>
          <p:cNvSpPr/>
          <p:nvPr/>
        </p:nvSpPr>
        <p:spPr>
          <a:xfrm>
            <a:off x="8534400" y="4193569"/>
            <a:ext cx="533400" cy="226031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0" y="1781555"/>
            <a:ext cx="5486400" cy="32567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A9F17D9-8897-61EC-509F-190F1EC49A7E}"/>
              </a:ext>
            </a:extLst>
          </p:cNvPr>
          <p:cNvSpPr/>
          <p:nvPr/>
        </p:nvSpPr>
        <p:spPr>
          <a:xfrm>
            <a:off x="3056001" y="1676400"/>
            <a:ext cx="2049399" cy="336194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0" y="1781555"/>
            <a:ext cx="5486400" cy="32567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730754" y="5238064"/>
            <a:ext cx="673163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all</a:t>
            </a:r>
            <a:r>
              <a:rPr sz="2000" b="1" spc="-3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the</a:t>
            </a:r>
            <a:r>
              <a:rPr sz="2000" b="1" spc="-2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numbers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in</a:t>
            </a:r>
            <a:r>
              <a:rPr sz="2000" b="1" spc="-2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this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column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will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be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 different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C1DA1-6DE6-4CC9-E85B-976BD6E41C17}"/>
              </a:ext>
            </a:extLst>
          </p:cNvPr>
          <p:cNvSpPr/>
          <p:nvPr/>
        </p:nvSpPr>
        <p:spPr>
          <a:xfrm>
            <a:off x="3056001" y="1676400"/>
            <a:ext cx="2049399" cy="336194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696"/>
            <a:ext cx="12192000" cy="6845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39544" y="2685999"/>
            <a:ext cx="7633970" cy="1289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E38E00"/>
                </a:solidFill>
                <a:latin typeface="Consolas"/>
                <a:cs typeface="Consolas"/>
              </a:rPr>
              <a:t>primary</a:t>
            </a:r>
            <a:r>
              <a:rPr sz="2400" b="1" spc="5" dirty="0">
                <a:solidFill>
                  <a:srgbClr val="E38E00"/>
                </a:solidFill>
                <a:latin typeface="Consolas"/>
                <a:cs typeface="Consolas"/>
              </a:rPr>
              <a:t> </a:t>
            </a:r>
            <a:r>
              <a:rPr sz="2400" b="1" spc="-25" dirty="0">
                <a:solidFill>
                  <a:srgbClr val="E38E00"/>
                </a:solidFill>
                <a:latin typeface="Consolas"/>
                <a:cs typeface="Consolas"/>
              </a:rPr>
              <a:t>key</a:t>
            </a:r>
            <a:endParaRPr sz="2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00">
              <a:latin typeface="Consolas"/>
              <a:cs typeface="Consolas"/>
            </a:endParaRPr>
          </a:p>
          <a:p>
            <a:pPr marL="38100" marR="508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a</a:t>
            </a:r>
            <a:r>
              <a:rPr sz="2000" spc="-1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column</a:t>
            </a:r>
            <a:r>
              <a:rPr sz="2000" spc="-3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(or</a:t>
            </a:r>
            <a:r>
              <a:rPr sz="2000" spc="-1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a</a:t>
            </a:r>
            <a:r>
              <a:rPr sz="2000" spc="-20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set</a:t>
            </a:r>
            <a:r>
              <a:rPr sz="2000" spc="-2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of</a:t>
            </a:r>
            <a:r>
              <a:rPr sz="2000" spc="-10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columns)</a:t>
            </a:r>
            <a:r>
              <a:rPr sz="2000" spc="-3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whose</a:t>
            </a:r>
            <a:r>
              <a:rPr sz="2000" spc="-5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value</a:t>
            </a:r>
            <a:r>
              <a:rPr sz="2000" spc="-10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exists</a:t>
            </a:r>
            <a:r>
              <a:rPr sz="2000" spc="-3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and</a:t>
            </a:r>
            <a:r>
              <a:rPr sz="2000" spc="-3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is</a:t>
            </a:r>
            <a:r>
              <a:rPr sz="2000" spc="-20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unique</a:t>
            </a:r>
            <a:r>
              <a:rPr sz="2000" spc="-25" dirty="0">
                <a:solidFill>
                  <a:srgbClr val="006089"/>
                </a:solidFill>
                <a:latin typeface="Tahoma"/>
                <a:cs typeface="Tahoma"/>
              </a:rPr>
              <a:t> for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every</a:t>
            </a:r>
            <a:r>
              <a:rPr sz="2000" spc="-30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record</a:t>
            </a:r>
            <a:r>
              <a:rPr sz="2000" spc="-2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in</a:t>
            </a:r>
            <a:r>
              <a:rPr sz="2000" spc="-20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a</a:t>
            </a:r>
            <a:r>
              <a:rPr sz="2000" spc="-1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table</a:t>
            </a:r>
            <a:r>
              <a:rPr sz="2000" spc="-3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is</a:t>
            </a:r>
            <a:r>
              <a:rPr sz="2000" spc="-1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called</a:t>
            </a:r>
            <a:r>
              <a:rPr sz="2000" spc="-2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a </a:t>
            </a:r>
            <a:r>
              <a:rPr sz="2000" b="1" dirty="0">
                <a:solidFill>
                  <a:srgbClr val="006089"/>
                </a:solidFill>
                <a:latin typeface="Tahoma"/>
                <a:cs typeface="Tahoma"/>
              </a:rPr>
              <a:t>primary</a:t>
            </a:r>
            <a:r>
              <a:rPr sz="2000" b="1" spc="-1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006089"/>
                </a:solidFill>
                <a:latin typeface="Tahoma"/>
                <a:cs typeface="Tahoma"/>
              </a:rPr>
              <a:t>key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696"/>
            <a:ext cx="12192000" cy="6845300"/>
            <a:chOff x="0" y="12696"/>
            <a:chExt cx="12192000" cy="6845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919" y="1078991"/>
              <a:ext cx="159257" cy="50756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9" y="1248155"/>
              <a:ext cx="160020" cy="16002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13180" y="1104087"/>
            <a:ext cx="18745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Primary</a:t>
            </a:r>
            <a:r>
              <a:rPr sz="2400" b="1" u="sng" spc="5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 </a:t>
            </a:r>
            <a:r>
              <a:rPr sz="2400" b="1" u="sng" spc="-25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Key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696"/>
            <a:ext cx="12192000" cy="6845300"/>
            <a:chOff x="0" y="12696"/>
            <a:chExt cx="12192000" cy="6845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919" y="1078991"/>
              <a:ext cx="159257" cy="50756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9" y="1248155"/>
              <a:ext cx="160020" cy="16002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6" name="object 6"/>
          <p:cNvSpPr/>
          <p:nvPr/>
        </p:nvSpPr>
        <p:spPr>
          <a:xfrm>
            <a:off x="1322832" y="1696211"/>
            <a:ext cx="8514715" cy="986155"/>
          </a:xfrm>
          <a:custGeom>
            <a:avLst/>
            <a:gdLst/>
            <a:ahLst/>
            <a:cxnLst/>
            <a:rect l="l" t="t" r="r" b="b"/>
            <a:pathLst>
              <a:path w="8514715" h="986155">
                <a:moveTo>
                  <a:pt x="8350250" y="0"/>
                </a:moveTo>
                <a:lnTo>
                  <a:pt x="164337" y="0"/>
                </a:lnTo>
                <a:lnTo>
                  <a:pt x="120635" y="5867"/>
                </a:lnTo>
                <a:lnTo>
                  <a:pt x="81374" y="22427"/>
                </a:lnTo>
                <a:lnTo>
                  <a:pt x="48117" y="48117"/>
                </a:lnTo>
                <a:lnTo>
                  <a:pt x="22427" y="81374"/>
                </a:lnTo>
                <a:lnTo>
                  <a:pt x="5867" y="120635"/>
                </a:lnTo>
                <a:lnTo>
                  <a:pt x="0" y="164337"/>
                </a:lnTo>
                <a:lnTo>
                  <a:pt x="0" y="821689"/>
                </a:lnTo>
                <a:lnTo>
                  <a:pt x="5867" y="865392"/>
                </a:lnTo>
                <a:lnTo>
                  <a:pt x="22427" y="904653"/>
                </a:lnTo>
                <a:lnTo>
                  <a:pt x="48117" y="937910"/>
                </a:lnTo>
                <a:lnTo>
                  <a:pt x="81374" y="963600"/>
                </a:lnTo>
                <a:lnTo>
                  <a:pt x="120635" y="980160"/>
                </a:lnTo>
                <a:lnTo>
                  <a:pt x="164337" y="986027"/>
                </a:lnTo>
                <a:lnTo>
                  <a:pt x="8350250" y="986027"/>
                </a:lnTo>
                <a:lnTo>
                  <a:pt x="8393952" y="980160"/>
                </a:lnTo>
                <a:lnTo>
                  <a:pt x="8433213" y="963600"/>
                </a:lnTo>
                <a:lnTo>
                  <a:pt x="8466470" y="937910"/>
                </a:lnTo>
                <a:lnTo>
                  <a:pt x="8492160" y="904653"/>
                </a:lnTo>
                <a:lnTo>
                  <a:pt x="8508720" y="865392"/>
                </a:lnTo>
                <a:lnTo>
                  <a:pt x="8514588" y="821689"/>
                </a:lnTo>
                <a:lnTo>
                  <a:pt x="8514588" y="164337"/>
                </a:lnTo>
                <a:lnTo>
                  <a:pt x="8508720" y="120635"/>
                </a:lnTo>
                <a:lnTo>
                  <a:pt x="8492160" y="81374"/>
                </a:lnTo>
                <a:lnTo>
                  <a:pt x="8466470" y="48117"/>
                </a:lnTo>
                <a:lnTo>
                  <a:pt x="8433213" y="22427"/>
                </a:lnTo>
                <a:lnTo>
                  <a:pt x="8393952" y="5867"/>
                </a:lnTo>
                <a:lnTo>
                  <a:pt x="8350250" y="0"/>
                </a:lnTo>
                <a:close/>
              </a:path>
            </a:pathLst>
          </a:custGeom>
          <a:solidFill>
            <a:srgbClr val="FFFFFF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13180" y="1104087"/>
            <a:ext cx="7744459" cy="140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Primary</a:t>
            </a:r>
            <a:r>
              <a:rPr sz="2400" b="1" u="sng" spc="5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 </a:t>
            </a:r>
            <a:r>
              <a:rPr sz="2400" b="1" u="sng" spc="-25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Key</a:t>
            </a:r>
            <a:endParaRPr sz="24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2700">
              <a:latin typeface="Consolas"/>
              <a:cs typeface="Consolas"/>
            </a:endParaRPr>
          </a:p>
          <a:p>
            <a:pPr marL="149225" marR="5080">
              <a:lnSpc>
                <a:spcPct val="100000"/>
              </a:lnSpc>
            </a:pP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a</a:t>
            </a:r>
            <a:r>
              <a:rPr sz="2000" spc="-1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column</a:t>
            </a:r>
            <a:r>
              <a:rPr sz="2000" spc="-3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(or</a:t>
            </a:r>
            <a:r>
              <a:rPr sz="2000" spc="-1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a</a:t>
            </a:r>
            <a:r>
              <a:rPr sz="2000" spc="-20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set</a:t>
            </a:r>
            <a:r>
              <a:rPr sz="2000" spc="-2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of</a:t>
            </a:r>
            <a:r>
              <a:rPr sz="2000" spc="-10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columns)</a:t>
            </a:r>
            <a:r>
              <a:rPr sz="2000" spc="-3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whose</a:t>
            </a:r>
            <a:r>
              <a:rPr sz="2000" spc="-5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value</a:t>
            </a:r>
            <a:r>
              <a:rPr sz="2000" spc="-10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exists</a:t>
            </a:r>
            <a:r>
              <a:rPr sz="2000" spc="-3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and</a:t>
            </a:r>
            <a:r>
              <a:rPr sz="2000" spc="-3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is</a:t>
            </a:r>
            <a:r>
              <a:rPr sz="2000" spc="-20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unique</a:t>
            </a:r>
            <a:r>
              <a:rPr sz="2000" spc="-25" dirty="0">
                <a:solidFill>
                  <a:srgbClr val="006089"/>
                </a:solidFill>
                <a:latin typeface="Tahoma"/>
                <a:cs typeface="Tahoma"/>
              </a:rPr>
              <a:t> for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every</a:t>
            </a:r>
            <a:r>
              <a:rPr sz="2000" spc="-30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record</a:t>
            </a:r>
            <a:r>
              <a:rPr sz="2000" spc="-2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in</a:t>
            </a:r>
            <a:r>
              <a:rPr sz="2000" spc="-20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a</a:t>
            </a:r>
            <a:r>
              <a:rPr sz="2000" spc="-1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table</a:t>
            </a:r>
            <a:r>
              <a:rPr sz="2000" spc="-3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is</a:t>
            </a:r>
            <a:r>
              <a:rPr sz="2000" spc="-1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called</a:t>
            </a:r>
            <a:r>
              <a:rPr sz="2000" spc="-2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089"/>
                </a:solidFill>
                <a:latin typeface="Tahoma"/>
                <a:cs typeface="Tahoma"/>
              </a:rPr>
              <a:t>a </a:t>
            </a:r>
            <a:r>
              <a:rPr sz="2000" b="1" dirty="0">
                <a:solidFill>
                  <a:srgbClr val="006089"/>
                </a:solidFill>
                <a:latin typeface="Tahoma"/>
                <a:cs typeface="Tahoma"/>
              </a:rPr>
              <a:t>primary</a:t>
            </a:r>
            <a:r>
              <a:rPr sz="2000" b="1" spc="-15" dirty="0">
                <a:solidFill>
                  <a:srgbClr val="006089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006089"/>
                </a:solidFill>
                <a:latin typeface="Tahoma"/>
                <a:cs typeface="Tahoma"/>
              </a:rPr>
              <a:t>key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696"/>
            <a:ext cx="12192000" cy="6845300"/>
            <a:chOff x="0" y="12696"/>
            <a:chExt cx="12192000" cy="6845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919" y="1078991"/>
              <a:ext cx="159257" cy="50756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9" y="1248155"/>
              <a:ext cx="160020" cy="16002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6" name="object 6"/>
          <p:cNvSpPr/>
          <p:nvPr/>
        </p:nvSpPr>
        <p:spPr>
          <a:xfrm>
            <a:off x="1322832" y="1696211"/>
            <a:ext cx="8514715" cy="986155"/>
          </a:xfrm>
          <a:custGeom>
            <a:avLst/>
            <a:gdLst/>
            <a:ahLst/>
            <a:cxnLst/>
            <a:rect l="l" t="t" r="r" b="b"/>
            <a:pathLst>
              <a:path w="8514715" h="986155">
                <a:moveTo>
                  <a:pt x="8350250" y="0"/>
                </a:moveTo>
                <a:lnTo>
                  <a:pt x="164337" y="0"/>
                </a:lnTo>
                <a:lnTo>
                  <a:pt x="120635" y="5867"/>
                </a:lnTo>
                <a:lnTo>
                  <a:pt x="81374" y="22427"/>
                </a:lnTo>
                <a:lnTo>
                  <a:pt x="48117" y="48117"/>
                </a:lnTo>
                <a:lnTo>
                  <a:pt x="22427" y="81374"/>
                </a:lnTo>
                <a:lnTo>
                  <a:pt x="5867" y="120635"/>
                </a:lnTo>
                <a:lnTo>
                  <a:pt x="0" y="164337"/>
                </a:lnTo>
                <a:lnTo>
                  <a:pt x="0" y="821689"/>
                </a:lnTo>
                <a:lnTo>
                  <a:pt x="5867" y="865392"/>
                </a:lnTo>
                <a:lnTo>
                  <a:pt x="22427" y="904653"/>
                </a:lnTo>
                <a:lnTo>
                  <a:pt x="48117" y="937910"/>
                </a:lnTo>
                <a:lnTo>
                  <a:pt x="81374" y="963600"/>
                </a:lnTo>
                <a:lnTo>
                  <a:pt x="120635" y="980160"/>
                </a:lnTo>
                <a:lnTo>
                  <a:pt x="164337" y="986027"/>
                </a:lnTo>
                <a:lnTo>
                  <a:pt x="8350250" y="986027"/>
                </a:lnTo>
                <a:lnTo>
                  <a:pt x="8393952" y="980160"/>
                </a:lnTo>
                <a:lnTo>
                  <a:pt x="8433213" y="963600"/>
                </a:lnTo>
                <a:lnTo>
                  <a:pt x="8466470" y="937910"/>
                </a:lnTo>
                <a:lnTo>
                  <a:pt x="8492160" y="904653"/>
                </a:lnTo>
                <a:lnTo>
                  <a:pt x="8508720" y="865392"/>
                </a:lnTo>
                <a:lnTo>
                  <a:pt x="8514588" y="821689"/>
                </a:lnTo>
                <a:lnTo>
                  <a:pt x="8514588" y="164337"/>
                </a:lnTo>
                <a:lnTo>
                  <a:pt x="8508720" y="120635"/>
                </a:lnTo>
                <a:lnTo>
                  <a:pt x="8492160" y="81374"/>
                </a:lnTo>
                <a:lnTo>
                  <a:pt x="8466470" y="48117"/>
                </a:lnTo>
                <a:lnTo>
                  <a:pt x="8433213" y="22427"/>
                </a:lnTo>
                <a:lnTo>
                  <a:pt x="8393952" y="5867"/>
                </a:lnTo>
                <a:lnTo>
                  <a:pt x="8350250" y="0"/>
                </a:lnTo>
                <a:close/>
              </a:path>
            </a:pathLst>
          </a:custGeom>
          <a:solidFill>
            <a:srgbClr val="FFFFFF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Primary</a:t>
            </a:r>
            <a:r>
              <a:rPr spc="5" dirty="0"/>
              <a:t> </a:t>
            </a:r>
            <a:r>
              <a:rPr spc="-25" dirty="0"/>
              <a:t>Key</a:t>
            </a:r>
          </a:p>
          <a:p>
            <a:pPr>
              <a:lnSpc>
                <a:spcPct val="100000"/>
              </a:lnSpc>
            </a:pPr>
            <a:endParaRPr sz="2700" dirty="0"/>
          </a:p>
          <a:p>
            <a:pPr marL="151765" marR="5080">
              <a:lnSpc>
                <a:spcPct val="100000"/>
              </a:lnSpc>
            </a:pP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column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(or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set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of</a:t>
            </a:r>
            <a:r>
              <a:rPr sz="2000" b="0" u="none" spc="-1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columns)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whose</a:t>
            </a:r>
            <a:r>
              <a:rPr sz="2000" b="0" u="none" spc="-5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value</a:t>
            </a:r>
            <a:r>
              <a:rPr sz="2000" b="0" u="none" spc="-1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exists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and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is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unique</a:t>
            </a:r>
            <a:r>
              <a:rPr sz="2000" b="0" u="none" spc="-25" dirty="0">
                <a:latin typeface="Tahoma"/>
                <a:cs typeface="Tahoma"/>
              </a:rPr>
              <a:t> for </a:t>
            </a:r>
            <a:r>
              <a:rPr sz="2000" b="0" u="none" dirty="0">
                <a:latin typeface="Tahoma"/>
                <a:cs typeface="Tahoma"/>
              </a:rPr>
              <a:t>every</a:t>
            </a:r>
            <a:r>
              <a:rPr sz="2000" b="0" u="none" spc="-3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record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in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table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is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called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 </a:t>
            </a:r>
            <a:r>
              <a:rPr sz="2000" u="none" dirty="0">
                <a:latin typeface="Tahoma"/>
                <a:cs typeface="Tahoma"/>
              </a:rPr>
              <a:t>primary</a:t>
            </a:r>
            <a:r>
              <a:rPr sz="2000" u="none" spc="-15" dirty="0">
                <a:latin typeface="Tahoma"/>
                <a:cs typeface="Tahoma"/>
              </a:rPr>
              <a:t> </a:t>
            </a:r>
            <a:r>
              <a:rPr sz="2000" u="none" spc="-25" dirty="0">
                <a:latin typeface="Tahoma"/>
                <a:cs typeface="Tahoma"/>
              </a:rPr>
              <a:t>key</a:t>
            </a:r>
            <a:endParaRPr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u="none" dirty="0"/>
              <a:t>-</a:t>
            </a:r>
            <a:r>
              <a:rPr sz="2000" u="none" spc="-20" dirty="0"/>
              <a:t> </a:t>
            </a:r>
            <a:r>
              <a:rPr sz="2000" u="none" dirty="0"/>
              <a:t>each</a:t>
            </a:r>
            <a:r>
              <a:rPr sz="2000" u="none" spc="-10" dirty="0"/>
              <a:t> </a:t>
            </a:r>
            <a:r>
              <a:rPr sz="2000" u="none" dirty="0"/>
              <a:t>table</a:t>
            </a:r>
            <a:r>
              <a:rPr sz="2000" u="none" spc="-15" dirty="0"/>
              <a:t> </a:t>
            </a:r>
            <a:r>
              <a:rPr sz="2000" u="none" dirty="0"/>
              <a:t>can</a:t>
            </a:r>
            <a:r>
              <a:rPr sz="2000" u="none" spc="-10" dirty="0"/>
              <a:t> </a:t>
            </a:r>
            <a:r>
              <a:rPr sz="2000" u="none" dirty="0"/>
              <a:t>have</a:t>
            </a:r>
            <a:r>
              <a:rPr sz="2000" u="none" spc="-20" dirty="0"/>
              <a:t> </a:t>
            </a:r>
            <a:r>
              <a:rPr sz="2000" u="none" dirty="0"/>
              <a:t>one</a:t>
            </a:r>
            <a:r>
              <a:rPr sz="2000" u="none" spc="-10" dirty="0"/>
              <a:t> </a:t>
            </a:r>
            <a:r>
              <a:rPr sz="2000" u="none" dirty="0"/>
              <a:t>and</a:t>
            </a:r>
            <a:r>
              <a:rPr sz="2000" u="none" spc="-20" dirty="0"/>
              <a:t> </a:t>
            </a:r>
            <a:r>
              <a:rPr sz="2000" u="none" dirty="0"/>
              <a:t>only</a:t>
            </a:r>
            <a:r>
              <a:rPr sz="2000" u="none" spc="-10" dirty="0"/>
              <a:t> </a:t>
            </a:r>
            <a:r>
              <a:rPr sz="2000" u="none" dirty="0"/>
              <a:t>one</a:t>
            </a:r>
            <a:r>
              <a:rPr sz="2000" u="none" spc="-10" dirty="0"/>
              <a:t> </a:t>
            </a:r>
            <a:r>
              <a:rPr sz="2000" u="none" dirty="0"/>
              <a:t>primary</a:t>
            </a:r>
            <a:r>
              <a:rPr sz="2000" u="none" spc="-10" dirty="0"/>
              <a:t> </a:t>
            </a:r>
            <a:r>
              <a:rPr sz="2000" u="none" spc="-25" dirty="0"/>
              <a:t>key</a:t>
            </a:r>
            <a:endParaRPr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696"/>
            <a:ext cx="12192000" cy="6845300"/>
            <a:chOff x="0" y="12696"/>
            <a:chExt cx="12192000" cy="6845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919" y="1078991"/>
              <a:ext cx="159257" cy="50756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9" y="1248155"/>
              <a:ext cx="160020" cy="16002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6" name="object 6"/>
          <p:cNvSpPr/>
          <p:nvPr/>
        </p:nvSpPr>
        <p:spPr>
          <a:xfrm>
            <a:off x="1322832" y="1696211"/>
            <a:ext cx="8514715" cy="986155"/>
          </a:xfrm>
          <a:custGeom>
            <a:avLst/>
            <a:gdLst/>
            <a:ahLst/>
            <a:cxnLst/>
            <a:rect l="l" t="t" r="r" b="b"/>
            <a:pathLst>
              <a:path w="8514715" h="986155">
                <a:moveTo>
                  <a:pt x="8350250" y="0"/>
                </a:moveTo>
                <a:lnTo>
                  <a:pt x="164337" y="0"/>
                </a:lnTo>
                <a:lnTo>
                  <a:pt x="120635" y="5867"/>
                </a:lnTo>
                <a:lnTo>
                  <a:pt x="81374" y="22427"/>
                </a:lnTo>
                <a:lnTo>
                  <a:pt x="48117" y="48117"/>
                </a:lnTo>
                <a:lnTo>
                  <a:pt x="22427" y="81374"/>
                </a:lnTo>
                <a:lnTo>
                  <a:pt x="5867" y="120635"/>
                </a:lnTo>
                <a:lnTo>
                  <a:pt x="0" y="164337"/>
                </a:lnTo>
                <a:lnTo>
                  <a:pt x="0" y="821689"/>
                </a:lnTo>
                <a:lnTo>
                  <a:pt x="5867" y="865392"/>
                </a:lnTo>
                <a:lnTo>
                  <a:pt x="22427" y="904653"/>
                </a:lnTo>
                <a:lnTo>
                  <a:pt x="48117" y="937910"/>
                </a:lnTo>
                <a:lnTo>
                  <a:pt x="81374" y="963600"/>
                </a:lnTo>
                <a:lnTo>
                  <a:pt x="120635" y="980160"/>
                </a:lnTo>
                <a:lnTo>
                  <a:pt x="164337" y="986027"/>
                </a:lnTo>
                <a:lnTo>
                  <a:pt x="8350250" y="986027"/>
                </a:lnTo>
                <a:lnTo>
                  <a:pt x="8393952" y="980160"/>
                </a:lnTo>
                <a:lnTo>
                  <a:pt x="8433213" y="963600"/>
                </a:lnTo>
                <a:lnTo>
                  <a:pt x="8466470" y="937910"/>
                </a:lnTo>
                <a:lnTo>
                  <a:pt x="8492160" y="904653"/>
                </a:lnTo>
                <a:lnTo>
                  <a:pt x="8508720" y="865392"/>
                </a:lnTo>
                <a:lnTo>
                  <a:pt x="8514588" y="821689"/>
                </a:lnTo>
                <a:lnTo>
                  <a:pt x="8514588" y="164337"/>
                </a:lnTo>
                <a:lnTo>
                  <a:pt x="8508720" y="120635"/>
                </a:lnTo>
                <a:lnTo>
                  <a:pt x="8492160" y="81374"/>
                </a:lnTo>
                <a:lnTo>
                  <a:pt x="8466470" y="48117"/>
                </a:lnTo>
                <a:lnTo>
                  <a:pt x="8433213" y="22427"/>
                </a:lnTo>
                <a:lnTo>
                  <a:pt x="8393952" y="5867"/>
                </a:lnTo>
                <a:lnTo>
                  <a:pt x="8350250" y="0"/>
                </a:lnTo>
                <a:close/>
              </a:path>
            </a:pathLst>
          </a:custGeom>
          <a:solidFill>
            <a:srgbClr val="FFFFFF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Primary</a:t>
            </a:r>
            <a:r>
              <a:rPr spc="5" dirty="0"/>
              <a:t> </a:t>
            </a:r>
            <a:r>
              <a:rPr spc="-25" dirty="0"/>
              <a:t>Key</a:t>
            </a:r>
          </a:p>
          <a:p>
            <a:pPr>
              <a:lnSpc>
                <a:spcPct val="100000"/>
              </a:lnSpc>
            </a:pPr>
            <a:endParaRPr sz="2700"/>
          </a:p>
          <a:p>
            <a:pPr marL="151765" marR="5080">
              <a:lnSpc>
                <a:spcPct val="100000"/>
              </a:lnSpc>
            </a:pP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column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(or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set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of</a:t>
            </a:r>
            <a:r>
              <a:rPr sz="2000" b="0" u="none" spc="-1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columns)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whose</a:t>
            </a:r>
            <a:r>
              <a:rPr sz="2000" b="0" u="none" spc="-5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value</a:t>
            </a:r>
            <a:r>
              <a:rPr sz="2000" b="0" u="none" spc="-1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exists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and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is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unique</a:t>
            </a:r>
            <a:r>
              <a:rPr sz="2000" b="0" u="none" spc="-25" dirty="0">
                <a:latin typeface="Tahoma"/>
                <a:cs typeface="Tahoma"/>
              </a:rPr>
              <a:t> for </a:t>
            </a:r>
            <a:r>
              <a:rPr sz="2000" b="0" u="none" dirty="0">
                <a:latin typeface="Tahoma"/>
                <a:cs typeface="Tahoma"/>
              </a:rPr>
              <a:t>every</a:t>
            </a:r>
            <a:r>
              <a:rPr sz="2000" b="0" u="none" spc="-3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record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in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table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is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called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 </a:t>
            </a:r>
            <a:r>
              <a:rPr sz="2000" u="none" dirty="0">
                <a:latin typeface="Tahoma"/>
                <a:cs typeface="Tahoma"/>
              </a:rPr>
              <a:t>primary</a:t>
            </a:r>
            <a:r>
              <a:rPr sz="2000" u="none" spc="-15" dirty="0">
                <a:latin typeface="Tahoma"/>
                <a:cs typeface="Tahoma"/>
              </a:rPr>
              <a:t> </a:t>
            </a:r>
            <a:r>
              <a:rPr sz="2000" u="none" spc="-25" dirty="0">
                <a:latin typeface="Tahoma"/>
                <a:cs typeface="Tahoma"/>
              </a:rPr>
              <a:t>key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>
              <a:latin typeface="Tahoma"/>
              <a:cs typeface="Tahoma"/>
            </a:endParaRPr>
          </a:p>
          <a:p>
            <a:pPr marL="292735" indent="-280670">
              <a:lnSpc>
                <a:spcPct val="100000"/>
              </a:lnSpc>
              <a:buChar char="-"/>
              <a:tabLst>
                <a:tab pos="293370" algn="l"/>
              </a:tabLst>
            </a:pPr>
            <a:r>
              <a:rPr sz="2000" u="none" dirty="0"/>
              <a:t>each</a:t>
            </a:r>
            <a:r>
              <a:rPr sz="2000" u="none" spc="-20" dirty="0"/>
              <a:t> </a:t>
            </a:r>
            <a:r>
              <a:rPr sz="2000" u="none" dirty="0"/>
              <a:t>table</a:t>
            </a:r>
            <a:r>
              <a:rPr sz="2000" u="none" spc="-10" dirty="0"/>
              <a:t> </a:t>
            </a:r>
            <a:r>
              <a:rPr sz="2000" u="none" dirty="0"/>
              <a:t>can</a:t>
            </a:r>
            <a:r>
              <a:rPr sz="2000" u="none" spc="-10" dirty="0"/>
              <a:t> </a:t>
            </a:r>
            <a:r>
              <a:rPr sz="2000" u="none" dirty="0"/>
              <a:t>have</a:t>
            </a:r>
            <a:r>
              <a:rPr sz="2000" u="none" spc="-25" dirty="0"/>
              <a:t> </a:t>
            </a:r>
            <a:r>
              <a:rPr sz="2000" u="none" dirty="0"/>
              <a:t>one</a:t>
            </a:r>
            <a:r>
              <a:rPr sz="2000" u="none" spc="-15" dirty="0"/>
              <a:t> </a:t>
            </a:r>
            <a:r>
              <a:rPr sz="2000" u="none" dirty="0"/>
              <a:t>and</a:t>
            </a:r>
            <a:r>
              <a:rPr sz="2000" u="none" spc="-20" dirty="0"/>
              <a:t> </a:t>
            </a:r>
            <a:r>
              <a:rPr sz="2000" u="none" dirty="0"/>
              <a:t>only</a:t>
            </a:r>
            <a:r>
              <a:rPr sz="2000" u="none" spc="-10" dirty="0"/>
              <a:t> </a:t>
            </a:r>
            <a:r>
              <a:rPr sz="2000" u="none" dirty="0"/>
              <a:t>one</a:t>
            </a:r>
            <a:r>
              <a:rPr sz="2000" u="none" spc="-10" dirty="0"/>
              <a:t> </a:t>
            </a:r>
            <a:r>
              <a:rPr sz="2000" u="none" dirty="0"/>
              <a:t>primary</a:t>
            </a:r>
            <a:r>
              <a:rPr sz="2000" u="none" spc="-10" dirty="0"/>
              <a:t> </a:t>
            </a:r>
            <a:r>
              <a:rPr sz="2000" u="none" spc="-25" dirty="0"/>
              <a:t>key</a:t>
            </a:r>
            <a:endParaRPr sz="2000"/>
          </a:p>
          <a:p>
            <a:pPr marL="292735" indent="-280670">
              <a:lnSpc>
                <a:spcPct val="100000"/>
              </a:lnSpc>
              <a:spcBef>
                <a:spcPts val="850"/>
              </a:spcBef>
              <a:buChar char="-"/>
              <a:tabLst>
                <a:tab pos="293370" algn="l"/>
              </a:tabLst>
            </a:pPr>
            <a:r>
              <a:rPr sz="2000" u="none" dirty="0"/>
              <a:t>in</a:t>
            </a:r>
            <a:r>
              <a:rPr sz="2000" u="none" spc="-20" dirty="0"/>
              <a:t> </a:t>
            </a:r>
            <a:r>
              <a:rPr sz="2000" u="none" dirty="0"/>
              <a:t>one</a:t>
            </a:r>
            <a:r>
              <a:rPr sz="2000" u="none" spc="-10" dirty="0"/>
              <a:t> </a:t>
            </a:r>
            <a:r>
              <a:rPr sz="2000" u="none" dirty="0"/>
              <a:t>table,</a:t>
            </a:r>
            <a:r>
              <a:rPr sz="2000" u="none" spc="-10" dirty="0"/>
              <a:t> </a:t>
            </a:r>
            <a:r>
              <a:rPr sz="2000" u="none" dirty="0"/>
              <a:t>you</a:t>
            </a:r>
            <a:r>
              <a:rPr sz="2000" u="none" spc="-15" dirty="0"/>
              <a:t> </a:t>
            </a:r>
            <a:r>
              <a:rPr sz="2000" u="none" dirty="0"/>
              <a:t>cannot</a:t>
            </a:r>
            <a:r>
              <a:rPr sz="2000" u="none" spc="-10" dirty="0"/>
              <a:t> </a:t>
            </a:r>
            <a:r>
              <a:rPr sz="2000" u="none" dirty="0"/>
              <a:t>have</a:t>
            </a:r>
            <a:r>
              <a:rPr sz="2000" u="none" spc="-15" dirty="0"/>
              <a:t> </a:t>
            </a:r>
            <a:r>
              <a:rPr sz="2000" u="none" dirty="0"/>
              <a:t>3</a:t>
            </a:r>
            <a:r>
              <a:rPr sz="2000" u="none" spc="-25" dirty="0"/>
              <a:t> </a:t>
            </a:r>
            <a:r>
              <a:rPr sz="2000" u="none" dirty="0"/>
              <a:t>or</a:t>
            </a:r>
            <a:r>
              <a:rPr sz="2000" u="none" spc="-10" dirty="0"/>
              <a:t> </a:t>
            </a:r>
            <a:r>
              <a:rPr sz="2000" u="none" dirty="0"/>
              <a:t>4</a:t>
            </a:r>
            <a:r>
              <a:rPr sz="2000" u="none" spc="-10" dirty="0"/>
              <a:t> </a:t>
            </a:r>
            <a:r>
              <a:rPr sz="2000" u="none" dirty="0"/>
              <a:t>primary</a:t>
            </a:r>
            <a:r>
              <a:rPr sz="2000" u="none" spc="-10" dirty="0"/>
              <a:t> </a:t>
            </a:r>
            <a:r>
              <a:rPr sz="2000" u="none" spc="-20" dirty="0"/>
              <a:t>keys</a:t>
            </a:r>
            <a:endParaRPr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696"/>
            <a:ext cx="12192000" cy="6845300"/>
            <a:chOff x="0" y="12696"/>
            <a:chExt cx="12192000" cy="6845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919" y="1078991"/>
              <a:ext cx="159257" cy="50756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9" y="1248155"/>
              <a:ext cx="160020" cy="16002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322832" y="1696211"/>
            <a:ext cx="8514715" cy="4418330"/>
            <a:chOff x="1322832" y="1696211"/>
            <a:chExt cx="8514715" cy="4418330"/>
          </a:xfrm>
        </p:grpSpPr>
        <p:sp>
          <p:nvSpPr>
            <p:cNvPr id="7" name="object 7"/>
            <p:cNvSpPr/>
            <p:nvPr/>
          </p:nvSpPr>
          <p:spPr>
            <a:xfrm>
              <a:off x="1322832" y="1696211"/>
              <a:ext cx="8514715" cy="986155"/>
            </a:xfrm>
            <a:custGeom>
              <a:avLst/>
              <a:gdLst/>
              <a:ahLst/>
              <a:cxnLst/>
              <a:rect l="l" t="t" r="r" b="b"/>
              <a:pathLst>
                <a:path w="8514715" h="986155">
                  <a:moveTo>
                    <a:pt x="8350250" y="0"/>
                  </a:moveTo>
                  <a:lnTo>
                    <a:pt x="164337" y="0"/>
                  </a:lnTo>
                  <a:lnTo>
                    <a:pt x="120635" y="5867"/>
                  </a:lnTo>
                  <a:lnTo>
                    <a:pt x="81374" y="22427"/>
                  </a:lnTo>
                  <a:lnTo>
                    <a:pt x="48117" y="48117"/>
                  </a:lnTo>
                  <a:lnTo>
                    <a:pt x="22427" y="81374"/>
                  </a:lnTo>
                  <a:lnTo>
                    <a:pt x="5867" y="120635"/>
                  </a:lnTo>
                  <a:lnTo>
                    <a:pt x="0" y="164337"/>
                  </a:lnTo>
                  <a:lnTo>
                    <a:pt x="0" y="821689"/>
                  </a:lnTo>
                  <a:lnTo>
                    <a:pt x="5867" y="865392"/>
                  </a:lnTo>
                  <a:lnTo>
                    <a:pt x="22427" y="904653"/>
                  </a:lnTo>
                  <a:lnTo>
                    <a:pt x="48117" y="937910"/>
                  </a:lnTo>
                  <a:lnTo>
                    <a:pt x="81374" y="963600"/>
                  </a:lnTo>
                  <a:lnTo>
                    <a:pt x="120635" y="980160"/>
                  </a:lnTo>
                  <a:lnTo>
                    <a:pt x="164337" y="986027"/>
                  </a:lnTo>
                  <a:lnTo>
                    <a:pt x="8350250" y="986027"/>
                  </a:lnTo>
                  <a:lnTo>
                    <a:pt x="8393952" y="980160"/>
                  </a:lnTo>
                  <a:lnTo>
                    <a:pt x="8433213" y="963600"/>
                  </a:lnTo>
                  <a:lnTo>
                    <a:pt x="8466470" y="937910"/>
                  </a:lnTo>
                  <a:lnTo>
                    <a:pt x="8492160" y="904653"/>
                  </a:lnTo>
                  <a:lnTo>
                    <a:pt x="8508720" y="865392"/>
                  </a:lnTo>
                  <a:lnTo>
                    <a:pt x="8514588" y="821689"/>
                  </a:lnTo>
                  <a:lnTo>
                    <a:pt x="8514588" y="164337"/>
                  </a:lnTo>
                  <a:lnTo>
                    <a:pt x="8508720" y="120635"/>
                  </a:lnTo>
                  <a:lnTo>
                    <a:pt x="8492160" y="81374"/>
                  </a:lnTo>
                  <a:lnTo>
                    <a:pt x="8466470" y="48117"/>
                  </a:lnTo>
                  <a:lnTo>
                    <a:pt x="8433213" y="22427"/>
                  </a:lnTo>
                  <a:lnTo>
                    <a:pt x="8393952" y="5867"/>
                  </a:lnTo>
                  <a:lnTo>
                    <a:pt x="8350250" y="0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2832" y="3776472"/>
              <a:ext cx="3938016" cy="233781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Primary</a:t>
            </a:r>
            <a:r>
              <a:rPr spc="5" dirty="0"/>
              <a:t> </a:t>
            </a:r>
            <a:r>
              <a:rPr spc="-25" dirty="0"/>
              <a:t>Key</a:t>
            </a:r>
          </a:p>
          <a:p>
            <a:pPr>
              <a:lnSpc>
                <a:spcPct val="100000"/>
              </a:lnSpc>
            </a:pPr>
            <a:endParaRPr sz="2700"/>
          </a:p>
          <a:p>
            <a:pPr marL="151765" marR="5080">
              <a:lnSpc>
                <a:spcPct val="100000"/>
              </a:lnSpc>
            </a:pP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column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(or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set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of</a:t>
            </a:r>
            <a:r>
              <a:rPr sz="2000" b="0" u="none" spc="-1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columns)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whose</a:t>
            </a:r>
            <a:r>
              <a:rPr sz="2000" b="0" u="none" spc="-5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value</a:t>
            </a:r>
            <a:r>
              <a:rPr sz="2000" b="0" u="none" spc="-1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exists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and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is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unique</a:t>
            </a:r>
            <a:r>
              <a:rPr sz="2000" b="0" u="none" spc="-25" dirty="0">
                <a:latin typeface="Tahoma"/>
                <a:cs typeface="Tahoma"/>
              </a:rPr>
              <a:t> for </a:t>
            </a:r>
            <a:r>
              <a:rPr sz="2000" b="0" u="none" dirty="0">
                <a:latin typeface="Tahoma"/>
                <a:cs typeface="Tahoma"/>
              </a:rPr>
              <a:t>every</a:t>
            </a:r>
            <a:r>
              <a:rPr sz="2000" b="0" u="none" spc="-3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record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in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table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is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called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 </a:t>
            </a:r>
            <a:r>
              <a:rPr sz="2000" u="none" dirty="0">
                <a:latin typeface="Tahoma"/>
                <a:cs typeface="Tahoma"/>
              </a:rPr>
              <a:t>primary</a:t>
            </a:r>
            <a:r>
              <a:rPr sz="2000" u="none" spc="-15" dirty="0">
                <a:latin typeface="Tahoma"/>
                <a:cs typeface="Tahoma"/>
              </a:rPr>
              <a:t> </a:t>
            </a:r>
            <a:r>
              <a:rPr sz="2000" u="none" spc="-25" dirty="0">
                <a:latin typeface="Tahoma"/>
                <a:cs typeface="Tahoma"/>
              </a:rPr>
              <a:t>key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>
              <a:latin typeface="Tahoma"/>
              <a:cs typeface="Tahoma"/>
            </a:endParaRPr>
          </a:p>
          <a:p>
            <a:pPr marL="292735" indent="-280670">
              <a:lnSpc>
                <a:spcPct val="100000"/>
              </a:lnSpc>
              <a:buChar char="-"/>
              <a:tabLst>
                <a:tab pos="293370" algn="l"/>
              </a:tabLst>
            </a:pPr>
            <a:r>
              <a:rPr sz="2000" u="none" dirty="0"/>
              <a:t>each</a:t>
            </a:r>
            <a:r>
              <a:rPr sz="2000" u="none" spc="-20" dirty="0"/>
              <a:t> </a:t>
            </a:r>
            <a:r>
              <a:rPr sz="2000" u="none" dirty="0"/>
              <a:t>table</a:t>
            </a:r>
            <a:r>
              <a:rPr sz="2000" u="none" spc="-10" dirty="0"/>
              <a:t> </a:t>
            </a:r>
            <a:r>
              <a:rPr sz="2000" u="none" dirty="0"/>
              <a:t>can</a:t>
            </a:r>
            <a:r>
              <a:rPr sz="2000" u="none" spc="-10" dirty="0"/>
              <a:t> </a:t>
            </a:r>
            <a:r>
              <a:rPr sz="2000" u="none" dirty="0"/>
              <a:t>have</a:t>
            </a:r>
            <a:r>
              <a:rPr sz="2000" u="none" spc="-25" dirty="0"/>
              <a:t> </a:t>
            </a:r>
            <a:r>
              <a:rPr sz="2000" u="none" dirty="0"/>
              <a:t>one</a:t>
            </a:r>
            <a:r>
              <a:rPr sz="2000" u="none" spc="-15" dirty="0"/>
              <a:t> </a:t>
            </a:r>
            <a:r>
              <a:rPr sz="2000" u="none" dirty="0"/>
              <a:t>and</a:t>
            </a:r>
            <a:r>
              <a:rPr sz="2000" u="none" spc="-20" dirty="0"/>
              <a:t> </a:t>
            </a:r>
            <a:r>
              <a:rPr sz="2000" u="none" dirty="0"/>
              <a:t>only</a:t>
            </a:r>
            <a:r>
              <a:rPr sz="2000" u="none" spc="-10" dirty="0"/>
              <a:t> </a:t>
            </a:r>
            <a:r>
              <a:rPr sz="2000" u="none" dirty="0"/>
              <a:t>one</a:t>
            </a:r>
            <a:r>
              <a:rPr sz="2000" u="none" spc="-10" dirty="0"/>
              <a:t> </a:t>
            </a:r>
            <a:r>
              <a:rPr sz="2000" u="none" dirty="0"/>
              <a:t>primary</a:t>
            </a:r>
            <a:r>
              <a:rPr sz="2000" u="none" spc="-10" dirty="0"/>
              <a:t> </a:t>
            </a:r>
            <a:r>
              <a:rPr sz="2000" u="none" spc="-25" dirty="0"/>
              <a:t>key</a:t>
            </a:r>
            <a:endParaRPr sz="2000"/>
          </a:p>
          <a:p>
            <a:pPr marL="292735" indent="-280670">
              <a:lnSpc>
                <a:spcPct val="100000"/>
              </a:lnSpc>
              <a:spcBef>
                <a:spcPts val="850"/>
              </a:spcBef>
              <a:buChar char="-"/>
              <a:tabLst>
                <a:tab pos="293370" algn="l"/>
              </a:tabLst>
            </a:pPr>
            <a:r>
              <a:rPr sz="2000" u="none" dirty="0"/>
              <a:t>in</a:t>
            </a:r>
            <a:r>
              <a:rPr sz="2000" u="none" spc="-20" dirty="0"/>
              <a:t> </a:t>
            </a:r>
            <a:r>
              <a:rPr sz="2000" u="none" dirty="0"/>
              <a:t>one</a:t>
            </a:r>
            <a:r>
              <a:rPr sz="2000" u="none" spc="-10" dirty="0"/>
              <a:t> </a:t>
            </a:r>
            <a:r>
              <a:rPr sz="2000" u="none" dirty="0"/>
              <a:t>table,</a:t>
            </a:r>
            <a:r>
              <a:rPr sz="2000" u="none" spc="-10" dirty="0"/>
              <a:t> </a:t>
            </a:r>
            <a:r>
              <a:rPr sz="2000" u="none" dirty="0"/>
              <a:t>you</a:t>
            </a:r>
            <a:r>
              <a:rPr sz="2000" u="none" spc="-15" dirty="0"/>
              <a:t> </a:t>
            </a:r>
            <a:r>
              <a:rPr sz="2000" u="none" dirty="0"/>
              <a:t>cannot</a:t>
            </a:r>
            <a:r>
              <a:rPr sz="2000" u="none" spc="-10" dirty="0"/>
              <a:t> </a:t>
            </a:r>
            <a:r>
              <a:rPr sz="2000" u="none" dirty="0"/>
              <a:t>have</a:t>
            </a:r>
            <a:r>
              <a:rPr sz="2000" u="none" spc="-15" dirty="0"/>
              <a:t> </a:t>
            </a:r>
            <a:r>
              <a:rPr sz="2000" u="none" dirty="0"/>
              <a:t>3</a:t>
            </a:r>
            <a:r>
              <a:rPr sz="2000" u="none" spc="-25" dirty="0"/>
              <a:t> </a:t>
            </a:r>
            <a:r>
              <a:rPr sz="2000" u="none" dirty="0"/>
              <a:t>or</a:t>
            </a:r>
            <a:r>
              <a:rPr sz="2000" u="none" spc="-10" dirty="0"/>
              <a:t> </a:t>
            </a:r>
            <a:r>
              <a:rPr sz="2000" u="none" dirty="0"/>
              <a:t>4</a:t>
            </a:r>
            <a:r>
              <a:rPr sz="2000" u="none" spc="-10" dirty="0"/>
              <a:t> </a:t>
            </a:r>
            <a:r>
              <a:rPr sz="2000" u="none" dirty="0"/>
              <a:t>primary</a:t>
            </a:r>
            <a:r>
              <a:rPr sz="2000" u="none" spc="-10" dirty="0"/>
              <a:t> </a:t>
            </a:r>
            <a:r>
              <a:rPr sz="2000" u="none" spc="-20" dirty="0"/>
              <a:t>keys</a:t>
            </a:r>
            <a:endParaRPr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D0DA19-24D3-FF15-3534-E7B6C2D6AB54}"/>
              </a:ext>
            </a:extLst>
          </p:cNvPr>
          <p:cNvSpPr/>
          <p:nvPr/>
        </p:nvSpPr>
        <p:spPr>
          <a:xfrm>
            <a:off x="1089743" y="3671406"/>
            <a:ext cx="1487595" cy="254794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696"/>
            <a:ext cx="12192000" cy="6845300"/>
            <a:chOff x="0" y="12696"/>
            <a:chExt cx="12192000" cy="6845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919" y="1078991"/>
              <a:ext cx="159257" cy="50756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9" y="1248155"/>
              <a:ext cx="160020" cy="16002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13180" y="1104087"/>
            <a:ext cx="4914900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Primary</a:t>
            </a:r>
            <a:r>
              <a:rPr sz="2400" b="1" u="sng" spc="5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 </a:t>
            </a:r>
            <a:r>
              <a:rPr sz="2400" b="1" u="sng" spc="-25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Key</a:t>
            </a:r>
            <a:endParaRPr sz="2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may</a:t>
            </a:r>
            <a:r>
              <a:rPr sz="2000" b="1" spc="-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be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composed</a:t>
            </a:r>
            <a:r>
              <a:rPr sz="2000" b="1" spc="-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of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a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set</a:t>
            </a:r>
            <a:r>
              <a:rPr sz="2000" b="1" spc="-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of 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columns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696"/>
            <a:ext cx="12192000" cy="6845300"/>
            <a:chOff x="0" y="12696"/>
            <a:chExt cx="12192000" cy="6845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919" y="1078991"/>
              <a:ext cx="159257" cy="50756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9" y="1248155"/>
              <a:ext cx="160020" cy="16002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13180" y="1104087"/>
            <a:ext cx="6033135" cy="1339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Primary</a:t>
            </a:r>
            <a:r>
              <a:rPr sz="2400" b="1" u="sng" spc="5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 </a:t>
            </a:r>
            <a:r>
              <a:rPr sz="2400" b="1" u="sng" spc="-25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Key</a:t>
            </a:r>
            <a:endParaRPr sz="2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may</a:t>
            </a:r>
            <a:r>
              <a:rPr sz="2000" b="1" spc="-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be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composed</a:t>
            </a:r>
            <a:r>
              <a:rPr sz="2000" b="1" spc="-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of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a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set</a:t>
            </a:r>
            <a:r>
              <a:rPr sz="2000" b="1" spc="-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of 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columns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e.g.</a:t>
            </a:r>
            <a:r>
              <a:rPr sz="2000" b="1" spc="-3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“purchase_number”</a:t>
            </a:r>
            <a:r>
              <a:rPr sz="2000" b="1" spc="-2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+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“date_of_purchase”</a:t>
            </a:r>
            <a:endParaRPr sz="2000" dirty="0">
              <a:latin typeface="Consolas"/>
              <a:cs typeface="Consolas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74364" y="2869692"/>
            <a:ext cx="4843272" cy="284835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A3057ED-0BD1-4F6C-261B-501EF8B55924}"/>
              </a:ext>
            </a:extLst>
          </p:cNvPr>
          <p:cNvSpPr/>
          <p:nvPr/>
        </p:nvSpPr>
        <p:spPr>
          <a:xfrm>
            <a:off x="3505199" y="2733092"/>
            <a:ext cx="3124201" cy="336194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696"/>
            <a:ext cx="12192000" cy="6845300"/>
            <a:chOff x="0" y="12696"/>
            <a:chExt cx="12192000" cy="6845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0459" y="2869692"/>
              <a:ext cx="4837176" cy="28788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9" y="1078991"/>
              <a:ext cx="159257" cy="507568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3919" y="1248155"/>
              <a:ext cx="160020" cy="1600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13180" y="1104087"/>
            <a:ext cx="6033135" cy="1339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Primary</a:t>
            </a:r>
            <a:r>
              <a:rPr sz="2400" b="1" u="sng" spc="5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 </a:t>
            </a:r>
            <a:r>
              <a:rPr sz="2400" b="1" u="sng" spc="-25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Key</a:t>
            </a:r>
            <a:endParaRPr sz="2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may</a:t>
            </a:r>
            <a:r>
              <a:rPr sz="2000" b="1" spc="-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be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composed</a:t>
            </a:r>
            <a:r>
              <a:rPr sz="2000" b="1" spc="-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of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a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set</a:t>
            </a:r>
            <a:r>
              <a:rPr sz="2000" b="1" spc="-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of 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columns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e.g.</a:t>
            </a:r>
            <a:r>
              <a:rPr sz="2000" b="1" spc="-3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“purchase_number”</a:t>
            </a:r>
            <a:r>
              <a:rPr sz="2000" b="1" spc="-2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+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“date_of_purchase”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328A88-2FD2-C415-1E21-564FC66ECD78}"/>
              </a:ext>
            </a:extLst>
          </p:cNvPr>
          <p:cNvSpPr/>
          <p:nvPr/>
        </p:nvSpPr>
        <p:spPr>
          <a:xfrm>
            <a:off x="3680459" y="3007232"/>
            <a:ext cx="2872741" cy="65036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696"/>
            <a:ext cx="12192000" cy="6845300"/>
            <a:chOff x="0" y="12696"/>
            <a:chExt cx="12192000" cy="6845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6555" y="2869692"/>
              <a:ext cx="4831080" cy="28727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9" y="1078991"/>
              <a:ext cx="159257" cy="507568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3919" y="1248155"/>
              <a:ext cx="160020" cy="1600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13180" y="1104087"/>
            <a:ext cx="8825865" cy="1214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Primary</a:t>
            </a:r>
            <a:r>
              <a:rPr sz="2400" b="1" u="sng" spc="5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 </a:t>
            </a:r>
            <a:r>
              <a:rPr sz="2400" b="1" u="sng" spc="-25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Key</a:t>
            </a:r>
            <a:endParaRPr sz="2400">
              <a:latin typeface="Consolas"/>
              <a:cs typeface="Consolas"/>
            </a:endParaRPr>
          </a:p>
          <a:p>
            <a:pPr marL="12700">
              <a:lnSpc>
                <a:spcPts val="2315"/>
              </a:lnSpc>
              <a:spcBef>
                <a:spcPts val="1845"/>
              </a:spcBef>
            </a:pP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one-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column</a:t>
            </a:r>
            <a:r>
              <a:rPr sz="2000" b="1" spc="-3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primary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key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=</a:t>
            </a:r>
            <a:r>
              <a:rPr sz="2000" b="1" spc="-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all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purchases</a:t>
            </a:r>
            <a:r>
              <a:rPr sz="2000" b="1" spc="-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will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be</a:t>
            </a:r>
            <a:r>
              <a:rPr sz="2000" b="1" spc="-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recorded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under</a:t>
            </a:r>
            <a:r>
              <a:rPr sz="2000" b="1" spc="-1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spc="-50" dirty="0">
                <a:solidFill>
                  <a:srgbClr val="006089"/>
                </a:solidFill>
                <a:latin typeface="Consolas"/>
                <a:cs typeface="Consolas"/>
              </a:rPr>
              <a:t>a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ts val="2315"/>
              </a:lnSpc>
            </a:pP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different</a:t>
            </a:r>
            <a:r>
              <a:rPr sz="2000" b="1" spc="-3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number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B0ECA8-54BA-138D-9D97-2993E9644CF5}"/>
              </a:ext>
            </a:extLst>
          </p:cNvPr>
          <p:cNvSpPr/>
          <p:nvPr/>
        </p:nvSpPr>
        <p:spPr>
          <a:xfrm>
            <a:off x="3680459" y="3464432"/>
            <a:ext cx="2872741" cy="42176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696"/>
            <a:ext cx="12192000" cy="6845300"/>
            <a:chOff x="0" y="12696"/>
            <a:chExt cx="12192000" cy="6845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919" y="1078991"/>
              <a:ext cx="159257" cy="50756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9" y="1248155"/>
              <a:ext cx="160020" cy="16002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6" name="object 6"/>
          <p:cNvSpPr/>
          <p:nvPr/>
        </p:nvSpPr>
        <p:spPr>
          <a:xfrm>
            <a:off x="1322832" y="1696211"/>
            <a:ext cx="8514715" cy="986155"/>
          </a:xfrm>
          <a:custGeom>
            <a:avLst/>
            <a:gdLst/>
            <a:ahLst/>
            <a:cxnLst/>
            <a:rect l="l" t="t" r="r" b="b"/>
            <a:pathLst>
              <a:path w="8514715" h="986155">
                <a:moveTo>
                  <a:pt x="8350250" y="0"/>
                </a:moveTo>
                <a:lnTo>
                  <a:pt x="164337" y="0"/>
                </a:lnTo>
                <a:lnTo>
                  <a:pt x="120635" y="5867"/>
                </a:lnTo>
                <a:lnTo>
                  <a:pt x="81374" y="22427"/>
                </a:lnTo>
                <a:lnTo>
                  <a:pt x="48117" y="48117"/>
                </a:lnTo>
                <a:lnTo>
                  <a:pt x="22427" y="81374"/>
                </a:lnTo>
                <a:lnTo>
                  <a:pt x="5867" y="120635"/>
                </a:lnTo>
                <a:lnTo>
                  <a:pt x="0" y="164337"/>
                </a:lnTo>
                <a:lnTo>
                  <a:pt x="0" y="821689"/>
                </a:lnTo>
                <a:lnTo>
                  <a:pt x="5867" y="865392"/>
                </a:lnTo>
                <a:lnTo>
                  <a:pt x="22427" y="904653"/>
                </a:lnTo>
                <a:lnTo>
                  <a:pt x="48117" y="937910"/>
                </a:lnTo>
                <a:lnTo>
                  <a:pt x="81374" y="963600"/>
                </a:lnTo>
                <a:lnTo>
                  <a:pt x="120635" y="980160"/>
                </a:lnTo>
                <a:lnTo>
                  <a:pt x="164337" y="986027"/>
                </a:lnTo>
                <a:lnTo>
                  <a:pt x="8350250" y="986027"/>
                </a:lnTo>
                <a:lnTo>
                  <a:pt x="8393952" y="980160"/>
                </a:lnTo>
                <a:lnTo>
                  <a:pt x="8433213" y="963600"/>
                </a:lnTo>
                <a:lnTo>
                  <a:pt x="8466470" y="937910"/>
                </a:lnTo>
                <a:lnTo>
                  <a:pt x="8492160" y="904653"/>
                </a:lnTo>
                <a:lnTo>
                  <a:pt x="8508720" y="865392"/>
                </a:lnTo>
                <a:lnTo>
                  <a:pt x="8514588" y="821689"/>
                </a:lnTo>
                <a:lnTo>
                  <a:pt x="8514588" y="164337"/>
                </a:lnTo>
                <a:lnTo>
                  <a:pt x="8508720" y="120635"/>
                </a:lnTo>
                <a:lnTo>
                  <a:pt x="8492160" y="81374"/>
                </a:lnTo>
                <a:lnTo>
                  <a:pt x="8466470" y="48117"/>
                </a:lnTo>
                <a:lnTo>
                  <a:pt x="8433213" y="22427"/>
                </a:lnTo>
                <a:lnTo>
                  <a:pt x="8393952" y="5867"/>
                </a:lnTo>
                <a:lnTo>
                  <a:pt x="8350250" y="0"/>
                </a:lnTo>
                <a:close/>
              </a:path>
            </a:pathLst>
          </a:custGeom>
          <a:solidFill>
            <a:srgbClr val="FFFFFF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Primary</a:t>
            </a:r>
            <a:r>
              <a:rPr spc="5" dirty="0"/>
              <a:t> </a:t>
            </a:r>
            <a:r>
              <a:rPr spc="-25" dirty="0"/>
              <a:t>Key</a:t>
            </a:r>
          </a:p>
          <a:p>
            <a:pPr>
              <a:lnSpc>
                <a:spcPct val="100000"/>
              </a:lnSpc>
            </a:pPr>
            <a:endParaRPr sz="2700"/>
          </a:p>
          <a:p>
            <a:pPr marL="151765" marR="5080">
              <a:lnSpc>
                <a:spcPct val="100000"/>
              </a:lnSpc>
            </a:pP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column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(or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set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of</a:t>
            </a:r>
            <a:r>
              <a:rPr sz="2000" b="0" u="none" spc="-1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columns)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whose</a:t>
            </a:r>
            <a:r>
              <a:rPr sz="2000" b="0" u="none" spc="-5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value</a:t>
            </a:r>
            <a:r>
              <a:rPr sz="2000" b="0" u="none" spc="-1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exists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and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is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unique</a:t>
            </a:r>
            <a:r>
              <a:rPr sz="2000" b="0" u="none" spc="-25" dirty="0">
                <a:latin typeface="Tahoma"/>
                <a:cs typeface="Tahoma"/>
              </a:rPr>
              <a:t> for </a:t>
            </a:r>
            <a:r>
              <a:rPr sz="2000" b="0" u="none" dirty="0">
                <a:latin typeface="Tahoma"/>
                <a:cs typeface="Tahoma"/>
              </a:rPr>
              <a:t>every</a:t>
            </a:r>
            <a:r>
              <a:rPr sz="2000" b="0" u="none" spc="-3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record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in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table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is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called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 </a:t>
            </a:r>
            <a:r>
              <a:rPr sz="2000" u="none" dirty="0">
                <a:latin typeface="Tahoma"/>
                <a:cs typeface="Tahoma"/>
              </a:rPr>
              <a:t>primary</a:t>
            </a:r>
            <a:r>
              <a:rPr sz="2000" u="none" spc="-15" dirty="0">
                <a:latin typeface="Tahoma"/>
                <a:cs typeface="Tahoma"/>
              </a:rPr>
              <a:t> </a:t>
            </a:r>
            <a:r>
              <a:rPr sz="2000" u="none" spc="-25" dirty="0">
                <a:latin typeface="Tahoma"/>
                <a:cs typeface="Tahoma"/>
              </a:rPr>
              <a:t>key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>
              <a:latin typeface="Tahoma"/>
              <a:cs typeface="Tahoma"/>
            </a:endParaRPr>
          </a:p>
          <a:p>
            <a:pPr marL="292735" indent="-280670">
              <a:lnSpc>
                <a:spcPct val="100000"/>
              </a:lnSpc>
              <a:buChar char="-"/>
              <a:tabLst>
                <a:tab pos="293370" algn="l"/>
              </a:tabLst>
            </a:pPr>
            <a:r>
              <a:rPr sz="2000" u="none" dirty="0"/>
              <a:t>each</a:t>
            </a:r>
            <a:r>
              <a:rPr sz="2000" u="none" spc="-20" dirty="0"/>
              <a:t> </a:t>
            </a:r>
            <a:r>
              <a:rPr sz="2000" u="none" dirty="0"/>
              <a:t>table</a:t>
            </a:r>
            <a:r>
              <a:rPr sz="2000" u="none" spc="-10" dirty="0"/>
              <a:t> </a:t>
            </a:r>
            <a:r>
              <a:rPr sz="2000" u="none" dirty="0"/>
              <a:t>can</a:t>
            </a:r>
            <a:r>
              <a:rPr sz="2000" u="none" spc="-10" dirty="0"/>
              <a:t> </a:t>
            </a:r>
            <a:r>
              <a:rPr sz="2000" u="none" dirty="0"/>
              <a:t>have</a:t>
            </a:r>
            <a:r>
              <a:rPr sz="2000" u="none" spc="-25" dirty="0"/>
              <a:t> </a:t>
            </a:r>
            <a:r>
              <a:rPr sz="2000" u="none" dirty="0"/>
              <a:t>one</a:t>
            </a:r>
            <a:r>
              <a:rPr sz="2000" u="none" spc="-15" dirty="0"/>
              <a:t> </a:t>
            </a:r>
            <a:r>
              <a:rPr sz="2000" u="none" dirty="0"/>
              <a:t>and</a:t>
            </a:r>
            <a:r>
              <a:rPr sz="2000" u="none" spc="-20" dirty="0"/>
              <a:t> </a:t>
            </a:r>
            <a:r>
              <a:rPr sz="2000" u="none" dirty="0"/>
              <a:t>only</a:t>
            </a:r>
            <a:r>
              <a:rPr sz="2000" u="none" spc="-10" dirty="0"/>
              <a:t> </a:t>
            </a:r>
            <a:r>
              <a:rPr sz="2000" u="none" dirty="0"/>
              <a:t>one</a:t>
            </a:r>
            <a:r>
              <a:rPr sz="2000" u="none" spc="-10" dirty="0"/>
              <a:t> </a:t>
            </a:r>
            <a:r>
              <a:rPr sz="2000" u="none" dirty="0"/>
              <a:t>primary</a:t>
            </a:r>
            <a:r>
              <a:rPr sz="2000" u="none" spc="-10" dirty="0"/>
              <a:t> </a:t>
            </a:r>
            <a:r>
              <a:rPr sz="2000" u="none" spc="-25" dirty="0"/>
              <a:t>key</a:t>
            </a:r>
            <a:endParaRPr sz="2000"/>
          </a:p>
          <a:p>
            <a:pPr marL="292735" indent="-280670">
              <a:lnSpc>
                <a:spcPct val="100000"/>
              </a:lnSpc>
              <a:spcBef>
                <a:spcPts val="850"/>
              </a:spcBef>
              <a:buChar char="-"/>
              <a:tabLst>
                <a:tab pos="293370" algn="l"/>
              </a:tabLst>
            </a:pPr>
            <a:r>
              <a:rPr sz="2000" u="none" dirty="0"/>
              <a:t>in</a:t>
            </a:r>
            <a:r>
              <a:rPr sz="2000" u="none" spc="-20" dirty="0"/>
              <a:t> </a:t>
            </a:r>
            <a:r>
              <a:rPr sz="2000" u="none" dirty="0"/>
              <a:t>one</a:t>
            </a:r>
            <a:r>
              <a:rPr sz="2000" u="none" spc="-10" dirty="0"/>
              <a:t> </a:t>
            </a:r>
            <a:r>
              <a:rPr sz="2000" u="none" dirty="0"/>
              <a:t>table,</a:t>
            </a:r>
            <a:r>
              <a:rPr sz="2000" u="none" spc="-10" dirty="0"/>
              <a:t> </a:t>
            </a:r>
            <a:r>
              <a:rPr sz="2000" u="none" dirty="0"/>
              <a:t>you</a:t>
            </a:r>
            <a:r>
              <a:rPr sz="2000" u="none" spc="-15" dirty="0"/>
              <a:t> </a:t>
            </a:r>
            <a:r>
              <a:rPr sz="2000" u="none" dirty="0"/>
              <a:t>cannot</a:t>
            </a:r>
            <a:r>
              <a:rPr sz="2000" u="none" spc="-10" dirty="0"/>
              <a:t> </a:t>
            </a:r>
            <a:r>
              <a:rPr sz="2000" u="none" dirty="0"/>
              <a:t>have</a:t>
            </a:r>
            <a:r>
              <a:rPr sz="2000" u="none" spc="-15" dirty="0"/>
              <a:t> </a:t>
            </a:r>
            <a:r>
              <a:rPr sz="2000" u="none" dirty="0"/>
              <a:t>3</a:t>
            </a:r>
            <a:r>
              <a:rPr sz="2000" u="none" spc="-25" dirty="0"/>
              <a:t> </a:t>
            </a:r>
            <a:r>
              <a:rPr sz="2000" u="none" dirty="0"/>
              <a:t>or</a:t>
            </a:r>
            <a:r>
              <a:rPr sz="2000" u="none" spc="-10" dirty="0"/>
              <a:t> </a:t>
            </a:r>
            <a:r>
              <a:rPr sz="2000" u="none" dirty="0"/>
              <a:t>4</a:t>
            </a:r>
            <a:r>
              <a:rPr sz="2000" u="none" spc="-10" dirty="0"/>
              <a:t> </a:t>
            </a:r>
            <a:r>
              <a:rPr sz="2000" u="none" dirty="0"/>
              <a:t>primary</a:t>
            </a:r>
            <a:r>
              <a:rPr sz="2000" u="none" spc="-10" dirty="0"/>
              <a:t> </a:t>
            </a:r>
            <a:r>
              <a:rPr sz="2000" u="none" spc="-20" dirty="0"/>
              <a:t>keys</a:t>
            </a:r>
            <a:endParaRPr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696"/>
            <a:ext cx="12192000" cy="6845300"/>
            <a:chOff x="0" y="12696"/>
            <a:chExt cx="12192000" cy="6845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919" y="1078991"/>
              <a:ext cx="159257" cy="50756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9" y="1248155"/>
              <a:ext cx="160020" cy="16002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6" name="object 6"/>
          <p:cNvSpPr/>
          <p:nvPr/>
        </p:nvSpPr>
        <p:spPr>
          <a:xfrm>
            <a:off x="1322832" y="1696211"/>
            <a:ext cx="8514715" cy="986155"/>
          </a:xfrm>
          <a:custGeom>
            <a:avLst/>
            <a:gdLst/>
            <a:ahLst/>
            <a:cxnLst/>
            <a:rect l="l" t="t" r="r" b="b"/>
            <a:pathLst>
              <a:path w="8514715" h="986155">
                <a:moveTo>
                  <a:pt x="8350250" y="0"/>
                </a:moveTo>
                <a:lnTo>
                  <a:pt x="164337" y="0"/>
                </a:lnTo>
                <a:lnTo>
                  <a:pt x="120635" y="5867"/>
                </a:lnTo>
                <a:lnTo>
                  <a:pt x="81374" y="22427"/>
                </a:lnTo>
                <a:lnTo>
                  <a:pt x="48117" y="48117"/>
                </a:lnTo>
                <a:lnTo>
                  <a:pt x="22427" y="81374"/>
                </a:lnTo>
                <a:lnTo>
                  <a:pt x="5867" y="120635"/>
                </a:lnTo>
                <a:lnTo>
                  <a:pt x="0" y="164337"/>
                </a:lnTo>
                <a:lnTo>
                  <a:pt x="0" y="821689"/>
                </a:lnTo>
                <a:lnTo>
                  <a:pt x="5867" y="865392"/>
                </a:lnTo>
                <a:lnTo>
                  <a:pt x="22427" y="904653"/>
                </a:lnTo>
                <a:lnTo>
                  <a:pt x="48117" y="937910"/>
                </a:lnTo>
                <a:lnTo>
                  <a:pt x="81374" y="963600"/>
                </a:lnTo>
                <a:lnTo>
                  <a:pt x="120635" y="980160"/>
                </a:lnTo>
                <a:lnTo>
                  <a:pt x="164337" y="986027"/>
                </a:lnTo>
                <a:lnTo>
                  <a:pt x="8350250" y="986027"/>
                </a:lnTo>
                <a:lnTo>
                  <a:pt x="8393952" y="980160"/>
                </a:lnTo>
                <a:lnTo>
                  <a:pt x="8433213" y="963600"/>
                </a:lnTo>
                <a:lnTo>
                  <a:pt x="8466470" y="937910"/>
                </a:lnTo>
                <a:lnTo>
                  <a:pt x="8492160" y="904653"/>
                </a:lnTo>
                <a:lnTo>
                  <a:pt x="8508720" y="865392"/>
                </a:lnTo>
                <a:lnTo>
                  <a:pt x="8514588" y="821689"/>
                </a:lnTo>
                <a:lnTo>
                  <a:pt x="8514588" y="164337"/>
                </a:lnTo>
                <a:lnTo>
                  <a:pt x="8508720" y="120635"/>
                </a:lnTo>
                <a:lnTo>
                  <a:pt x="8492160" y="81374"/>
                </a:lnTo>
                <a:lnTo>
                  <a:pt x="8466470" y="48117"/>
                </a:lnTo>
                <a:lnTo>
                  <a:pt x="8433213" y="22427"/>
                </a:lnTo>
                <a:lnTo>
                  <a:pt x="8393952" y="5867"/>
                </a:lnTo>
                <a:lnTo>
                  <a:pt x="8350250" y="0"/>
                </a:lnTo>
                <a:close/>
              </a:path>
            </a:pathLst>
          </a:custGeom>
          <a:solidFill>
            <a:srgbClr val="FFFFFF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Primary</a:t>
            </a:r>
            <a:r>
              <a:rPr spc="5" dirty="0"/>
              <a:t> </a:t>
            </a:r>
            <a:r>
              <a:rPr spc="-25" dirty="0"/>
              <a:t>Key</a:t>
            </a:r>
          </a:p>
          <a:p>
            <a:pPr>
              <a:lnSpc>
                <a:spcPct val="100000"/>
              </a:lnSpc>
            </a:pPr>
            <a:endParaRPr sz="2700"/>
          </a:p>
          <a:p>
            <a:pPr marL="151765" marR="5080">
              <a:lnSpc>
                <a:spcPct val="100000"/>
              </a:lnSpc>
            </a:pP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column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(or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set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of</a:t>
            </a:r>
            <a:r>
              <a:rPr sz="2000" b="0" u="none" spc="-1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columns)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whose</a:t>
            </a:r>
            <a:r>
              <a:rPr sz="2000" b="0" u="none" spc="-5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value</a:t>
            </a:r>
            <a:r>
              <a:rPr sz="2000" b="0" u="none" spc="-1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exists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and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is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unique</a:t>
            </a:r>
            <a:r>
              <a:rPr sz="2000" b="0" u="none" spc="-25" dirty="0">
                <a:latin typeface="Tahoma"/>
                <a:cs typeface="Tahoma"/>
              </a:rPr>
              <a:t> for </a:t>
            </a:r>
            <a:r>
              <a:rPr sz="2000" b="0" u="none" dirty="0">
                <a:latin typeface="Tahoma"/>
                <a:cs typeface="Tahoma"/>
              </a:rPr>
              <a:t>every</a:t>
            </a:r>
            <a:r>
              <a:rPr sz="2000" b="0" u="none" spc="-3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record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in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table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is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called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 </a:t>
            </a:r>
            <a:r>
              <a:rPr sz="2000" u="none" dirty="0">
                <a:latin typeface="Tahoma"/>
                <a:cs typeface="Tahoma"/>
              </a:rPr>
              <a:t>primary</a:t>
            </a:r>
            <a:r>
              <a:rPr sz="2000" u="none" spc="-15" dirty="0">
                <a:latin typeface="Tahoma"/>
                <a:cs typeface="Tahoma"/>
              </a:rPr>
              <a:t> </a:t>
            </a:r>
            <a:r>
              <a:rPr sz="2000" u="none" spc="-25" dirty="0">
                <a:latin typeface="Tahoma"/>
                <a:cs typeface="Tahoma"/>
              </a:rPr>
              <a:t>key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>
              <a:latin typeface="Tahoma"/>
              <a:cs typeface="Tahoma"/>
            </a:endParaRPr>
          </a:p>
          <a:p>
            <a:pPr marL="292735" indent="-280670">
              <a:lnSpc>
                <a:spcPct val="100000"/>
              </a:lnSpc>
              <a:buChar char="-"/>
              <a:tabLst>
                <a:tab pos="293370" algn="l"/>
              </a:tabLst>
            </a:pPr>
            <a:r>
              <a:rPr sz="2000" u="none" dirty="0"/>
              <a:t>each</a:t>
            </a:r>
            <a:r>
              <a:rPr sz="2000" u="none" spc="-20" dirty="0"/>
              <a:t> </a:t>
            </a:r>
            <a:r>
              <a:rPr sz="2000" u="none" dirty="0"/>
              <a:t>table</a:t>
            </a:r>
            <a:r>
              <a:rPr sz="2000" u="none" spc="-10" dirty="0"/>
              <a:t> </a:t>
            </a:r>
            <a:r>
              <a:rPr sz="2000" u="none" dirty="0"/>
              <a:t>can</a:t>
            </a:r>
            <a:r>
              <a:rPr sz="2000" u="none" spc="-10" dirty="0"/>
              <a:t> </a:t>
            </a:r>
            <a:r>
              <a:rPr sz="2000" u="none" dirty="0"/>
              <a:t>have</a:t>
            </a:r>
            <a:r>
              <a:rPr sz="2000" u="none" spc="-25" dirty="0"/>
              <a:t> </a:t>
            </a:r>
            <a:r>
              <a:rPr sz="2000" u="none" dirty="0"/>
              <a:t>one</a:t>
            </a:r>
            <a:r>
              <a:rPr sz="2000" u="none" spc="-15" dirty="0"/>
              <a:t> </a:t>
            </a:r>
            <a:r>
              <a:rPr sz="2000" u="none" dirty="0"/>
              <a:t>and</a:t>
            </a:r>
            <a:r>
              <a:rPr sz="2000" u="none" spc="-20" dirty="0"/>
              <a:t> </a:t>
            </a:r>
            <a:r>
              <a:rPr sz="2000" u="none" dirty="0"/>
              <a:t>only</a:t>
            </a:r>
            <a:r>
              <a:rPr sz="2000" u="none" spc="-10" dirty="0"/>
              <a:t> </a:t>
            </a:r>
            <a:r>
              <a:rPr sz="2000" u="none" dirty="0"/>
              <a:t>one</a:t>
            </a:r>
            <a:r>
              <a:rPr sz="2000" u="none" spc="-10" dirty="0"/>
              <a:t> </a:t>
            </a:r>
            <a:r>
              <a:rPr sz="2000" u="none" dirty="0"/>
              <a:t>primary</a:t>
            </a:r>
            <a:r>
              <a:rPr sz="2000" u="none" spc="-10" dirty="0"/>
              <a:t> </a:t>
            </a:r>
            <a:r>
              <a:rPr sz="2000" u="none" spc="-25" dirty="0"/>
              <a:t>key</a:t>
            </a:r>
            <a:endParaRPr sz="2000"/>
          </a:p>
          <a:p>
            <a:pPr marL="292735" indent="-280670">
              <a:lnSpc>
                <a:spcPct val="100000"/>
              </a:lnSpc>
              <a:spcBef>
                <a:spcPts val="850"/>
              </a:spcBef>
              <a:buChar char="-"/>
              <a:tabLst>
                <a:tab pos="293370" algn="l"/>
              </a:tabLst>
            </a:pPr>
            <a:r>
              <a:rPr sz="2000" u="none" dirty="0"/>
              <a:t>in</a:t>
            </a:r>
            <a:r>
              <a:rPr sz="2000" u="none" spc="-20" dirty="0"/>
              <a:t> </a:t>
            </a:r>
            <a:r>
              <a:rPr sz="2000" u="none" dirty="0"/>
              <a:t>one</a:t>
            </a:r>
            <a:r>
              <a:rPr sz="2000" u="none" spc="-10" dirty="0"/>
              <a:t> </a:t>
            </a:r>
            <a:r>
              <a:rPr sz="2000" u="none" dirty="0"/>
              <a:t>table,</a:t>
            </a:r>
            <a:r>
              <a:rPr sz="2000" u="none" spc="-10" dirty="0"/>
              <a:t> </a:t>
            </a:r>
            <a:r>
              <a:rPr sz="2000" u="none" dirty="0"/>
              <a:t>you</a:t>
            </a:r>
            <a:r>
              <a:rPr sz="2000" u="none" spc="-15" dirty="0"/>
              <a:t> </a:t>
            </a:r>
            <a:r>
              <a:rPr sz="2000" u="none" dirty="0"/>
              <a:t>cannot</a:t>
            </a:r>
            <a:r>
              <a:rPr sz="2000" u="none" spc="-10" dirty="0"/>
              <a:t> </a:t>
            </a:r>
            <a:r>
              <a:rPr sz="2000" u="none" dirty="0"/>
              <a:t>have</a:t>
            </a:r>
            <a:r>
              <a:rPr sz="2000" u="none" spc="-15" dirty="0"/>
              <a:t> </a:t>
            </a:r>
            <a:r>
              <a:rPr sz="2000" u="none" dirty="0"/>
              <a:t>3</a:t>
            </a:r>
            <a:r>
              <a:rPr sz="2000" u="none" spc="-25" dirty="0"/>
              <a:t> </a:t>
            </a:r>
            <a:r>
              <a:rPr sz="2000" u="none" dirty="0"/>
              <a:t>or</a:t>
            </a:r>
            <a:r>
              <a:rPr sz="2000" u="none" spc="-10" dirty="0"/>
              <a:t> </a:t>
            </a:r>
            <a:r>
              <a:rPr sz="2000" u="none" dirty="0"/>
              <a:t>4</a:t>
            </a:r>
            <a:r>
              <a:rPr sz="2000" u="none" spc="-10" dirty="0"/>
              <a:t> </a:t>
            </a:r>
            <a:r>
              <a:rPr sz="2000" u="none" dirty="0"/>
              <a:t>primary</a:t>
            </a:r>
            <a:r>
              <a:rPr sz="2000" u="none" spc="-10" dirty="0"/>
              <a:t> </a:t>
            </a:r>
            <a:r>
              <a:rPr sz="2000" u="none" spc="-20" dirty="0"/>
              <a:t>keys</a:t>
            </a:r>
            <a:endParaRPr sz="2000"/>
          </a:p>
          <a:p>
            <a:pPr marL="292735" indent="-280670">
              <a:lnSpc>
                <a:spcPct val="100000"/>
              </a:lnSpc>
              <a:spcBef>
                <a:spcPts val="844"/>
              </a:spcBef>
              <a:buChar char="-"/>
              <a:tabLst>
                <a:tab pos="293370" algn="l"/>
              </a:tabLst>
            </a:pPr>
            <a:r>
              <a:rPr sz="2000" u="none" dirty="0"/>
              <a:t>primary</a:t>
            </a:r>
            <a:r>
              <a:rPr sz="2000" u="none" spc="-30" dirty="0"/>
              <a:t> </a:t>
            </a:r>
            <a:r>
              <a:rPr sz="2000" u="none" dirty="0"/>
              <a:t>keys</a:t>
            </a:r>
            <a:r>
              <a:rPr sz="2000" u="none" spc="-10" dirty="0"/>
              <a:t> </a:t>
            </a:r>
            <a:r>
              <a:rPr sz="2000" u="none" dirty="0"/>
              <a:t>are</a:t>
            </a:r>
            <a:r>
              <a:rPr sz="2000" u="none" spc="-20" dirty="0"/>
              <a:t> </a:t>
            </a:r>
            <a:r>
              <a:rPr sz="2000" u="none" dirty="0"/>
              <a:t>the</a:t>
            </a:r>
            <a:r>
              <a:rPr sz="2000" u="none" spc="-20" dirty="0"/>
              <a:t> </a:t>
            </a:r>
            <a:r>
              <a:rPr sz="2000" u="none" dirty="0"/>
              <a:t>unique</a:t>
            </a:r>
            <a:r>
              <a:rPr sz="2000" u="none" spc="-20" dirty="0"/>
              <a:t> </a:t>
            </a:r>
            <a:r>
              <a:rPr sz="2000" u="none" dirty="0"/>
              <a:t>identifiers</a:t>
            </a:r>
            <a:r>
              <a:rPr sz="2000" u="none" spc="-10" dirty="0"/>
              <a:t> </a:t>
            </a:r>
            <a:r>
              <a:rPr sz="2000" u="none" dirty="0"/>
              <a:t>of</a:t>
            </a:r>
            <a:r>
              <a:rPr sz="2000" u="none" spc="-20" dirty="0"/>
              <a:t> </a:t>
            </a:r>
            <a:r>
              <a:rPr sz="2000" u="none" dirty="0"/>
              <a:t>a</a:t>
            </a:r>
            <a:r>
              <a:rPr sz="2000" u="none" spc="-10" dirty="0"/>
              <a:t> table</a:t>
            </a:r>
            <a:endParaRPr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696"/>
            <a:ext cx="12192000" cy="6845300"/>
            <a:chOff x="0" y="12696"/>
            <a:chExt cx="12192000" cy="6845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919" y="1078991"/>
              <a:ext cx="159257" cy="50756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9" y="1248155"/>
              <a:ext cx="160020" cy="16002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6" name="object 6"/>
          <p:cNvSpPr/>
          <p:nvPr/>
        </p:nvSpPr>
        <p:spPr>
          <a:xfrm>
            <a:off x="1322832" y="1696211"/>
            <a:ext cx="8514715" cy="986155"/>
          </a:xfrm>
          <a:custGeom>
            <a:avLst/>
            <a:gdLst/>
            <a:ahLst/>
            <a:cxnLst/>
            <a:rect l="l" t="t" r="r" b="b"/>
            <a:pathLst>
              <a:path w="8514715" h="986155">
                <a:moveTo>
                  <a:pt x="8350250" y="0"/>
                </a:moveTo>
                <a:lnTo>
                  <a:pt x="164337" y="0"/>
                </a:lnTo>
                <a:lnTo>
                  <a:pt x="120635" y="5867"/>
                </a:lnTo>
                <a:lnTo>
                  <a:pt x="81374" y="22427"/>
                </a:lnTo>
                <a:lnTo>
                  <a:pt x="48117" y="48117"/>
                </a:lnTo>
                <a:lnTo>
                  <a:pt x="22427" y="81374"/>
                </a:lnTo>
                <a:lnTo>
                  <a:pt x="5867" y="120635"/>
                </a:lnTo>
                <a:lnTo>
                  <a:pt x="0" y="164337"/>
                </a:lnTo>
                <a:lnTo>
                  <a:pt x="0" y="821689"/>
                </a:lnTo>
                <a:lnTo>
                  <a:pt x="5867" y="865392"/>
                </a:lnTo>
                <a:lnTo>
                  <a:pt x="22427" y="904653"/>
                </a:lnTo>
                <a:lnTo>
                  <a:pt x="48117" y="937910"/>
                </a:lnTo>
                <a:lnTo>
                  <a:pt x="81374" y="963600"/>
                </a:lnTo>
                <a:lnTo>
                  <a:pt x="120635" y="980160"/>
                </a:lnTo>
                <a:lnTo>
                  <a:pt x="164337" y="986027"/>
                </a:lnTo>
                <a:lnTo>
                  <a:pt x="8350250" y="986027"/>
                </a:lnTo>
                <a:lnTo>
                  <a:pt x="8393952" y="980160"/>
                </a:lnTo>
                <a:lnTo>
                  <a:pt x="8433213" y="963600"/>
                </a:lnTo>
                <a:lnTo>
                  <a:pt x="8466470" y="937910"/>
                </a:lnTo>
                <a:lnTo>
                  <a:pt x="8492160" y="904653"/>
                </a:lnTo>
                <a:lnTo>
                  <a:pt x="8508720" y="865392"/>
                </a:lnTo>
                <a:lnTo>
                  <a:pt x="8514588" y="821689"/>
                </a:lnTo>
                <a:lnTo>
                  <a:pt x="8514588" y="164337"/>
                </a:lnTo>
                <a:lnTo>
                  <a:pt x="8508720" y="120635"/>
                </a:lnTo>
                <a:lnTo>
                  <a:pt x="8492160" y="81374"/>
                </a:lnTo>
                <a:lnTo>
                  <a:pt x="8466470" y="48117"/>
                </a:lnTo>
                <a:lnTo>
                  <a:pt x="8433213" y="22427"/>
                </a:lnTo>
                <a:lnTo>
                  <a:pt x="8393952" y="5867"/>
                </a:lnTo>
                <a:lnTo>
                  <a:pt x="8350250" y="0"/>
                </a:lnTo>
                <a:close/>
              </a:path>
            </a:pathLst>
          </a:custGeom>
          <a:solidFill>
            <a:srgbClr val="FFFFFF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Primary</a:t>
            </a:r>
            <a:r>
              <a:rPr spc="5" dirty="0"/>
              <a:t> </a:t>
            </a:r>
            <a:r>
              <a:rPr spc="-25" dirty="0"/>
              <a:t>Key</a:t>
            </a:r>
          </a:p>
          <a:p>
            <a:pPr>
              <a:lnSpc>
                <a:spcPct val="100000"/>
              </a:lnSpc>
            </a:pPr>
            <a:endParaRPr sz="2700"/>
          </a:p>
          <a:p>
            <a:pPr marL="151765" marR="5080">
              <a:lnSpc>
                <a:spcPct val="100000"/>
              </a:lnSpc>
            </a:pP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column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(or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set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of</a:t>
            </a:r>
            <a:r>
              <a:rPr sz="2000" b="0" u="none" spc="-1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columns)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whose</a:t>
            </a:r>
            <a:r>
              <a:rPr sz="2000" b="0" u="none" spc="-5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value</a:t>
            </a:r>
            <a:r>
              <a:rPr sz="2000" b="0" u="none" spc="-1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exists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and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is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unique</a:t>
            </a:r>
            <a:r>
              <a:rPr sz="2000" b="0" u="none" spc="-25" dirty="0">
                <a:latin typeface="Tahoma"/>
                <a:cs typeface="Tahoma"/>
              </a:rPr>
              <a:t> for </a:t>
            </a:r>
            <a:r>
              <a:rPr sz="2000" b="0" u="none" dirty="0">
                <a:latin typeface="Tahoma"/>
                <a:cs typeface="Tahoma"/>
              </a:rPr>
              <a:t>every</a:t>
            </a:r>
            <a:r>
              <a:rPr sz="2000" b="0" u="none" spc="-3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record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in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table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is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called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 </a:t>
            </a:r>
            <a:r>
              <a:rPr sz="2000" u="none" dirty="0">
                <a:latin typeface="Tahoma"/>
                <a:cs typeface="Tahoma"/>
              </a:rPr>
              <a:t>primary</a:t>
            </a:r>
            <a:r>
              <a:rPr sz="2000" u="none" spc="-15" dirty="0">
                <a:latin typeface="Tahoma"/>
                <a:cs typeface="Tahoma"/>
              </a:rPr>
              <a:t> </a:t>
            </a:r>
            <a:r>
              <a:rPr sz="2000" u="none" spc="-25" dirty="0">
                <a:latin typeface="Tahoma"/>
                <a:cs typeface="Tahoma"/>
              </a:rPr>
              <a:t>key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>
              <a:latin typeface="Tahoma"/>
              <a:cs typeface="Tahoma"/>
            </a:endParaRPr>
          </a:p>
          <a:p>
            <a:pPr marL="292735" indent="-280670">
              <a:lnSpc>
                <a:spcPct val="100000"/>
              </a:lnSpc>
              <a:buChar char="-"/>
              <a:tabLst>
                <a:tab pos="293370" algn="l"/>
              </a:tabLst>
            </a:pPr>
            <a:r>
              <a:rPr sz="2000" u="none" dirty="0"/>
              <a:t>each</a:t>
            </a:r>
            <a:r>
              <a:rPr sz="2000" u="none" spc="-20" dirty="0"/>
              <a:t> </a:t>
            </a:r>
            <a:r>
              <a:rPr sz="2000" u="none" dirty="0"/>
              <a:t>table</a:t>
            </a:r>
            <a:r>
              <a:rPr sz="2000" u="none" spc="-10" dirty="0"/>
              <a:t> </a:t>
            </a:r>
            <a:r>
              <a:rPr sz="2000" u="none" dirty="0"/>
              <a:t>can</a:t>
            </a:r>
            <a:r>
              <a:rPr sz="2000" u="none" spc="-10" dirty="0"/>
              <a:t> </a:t>
            </a:r>
            <a:r>
              <a:rPr sz="2000" u="none" dirty="0"/>
              <a:t>have</a:t>
            </a:r>
            <a:r>
              <a:rPr sz="2000" u="none" spc="-25" dirty="0"/>
              <a:t> </a:t>
            </a:r>
            <a:r>
              <a:rPr sz="2000" u="none" dirty="0"/>
              <a:t>one</a:t>
            </a:r>
            <a:r>
              <a:rPr sz="2000" u="none" spc="-15" dirty="0"/>
              <a:t> </a:t>
            </a:r>
            <a:r>
              <a:rPr sz="2000" u="none" dirty="0"/>
              <a:t>and</a:t>
            </a:r>
            <a:r>
              <a:rPr sz="2000" u="none" spc="-20" dirty="0"/>
              <a:t> </a:t>
            </a:r>
            <a:r>
              <a:rPr sz="2000" u="none" dirty="0"/>
              <a:t>only</a:t>
            </a:r>
            <a:r>
              <a:rPr sz="2000" u="none" spc="-10" dirty="0"/>
              <a:t> </a:t>
            </a:r>
            <a:r>
              <a:rPr sz="2000" u="none" dirty="0"/>
              <a:t>one</a:t>
            </a:r>
            <a:r>
              <a:rPr sz="2000" u="none" spc="-10" dirty="0"/>
              <a:t> </a:t>
            </a:r>
            <a:r>
              <a:rPr sz="2000" u="none" dirty="0"/>
              <a:t>primary</a:t>
            </a:r>
            <a:r>
              <a:rPr sz="2000" u="none" spc="-10" dirty="0"/>
              <a:t> </a:t>
            </a:r>
            <a:r>
              <a:rPr sz="2000" u="none" spc="-25" dirty="0"/>
              <a:t>key</a:t>
            </a:r>
            <a:endParaRPr sz="2000"/>
          </a:p>
          <a:p>
            <a:pPr marL="292735" indent="-280670">
              <a:lnSpc>
                <a:spcPct val="100000"/>
              </a:lnSpc>
              <a:spcBef>
                <a:spcPts val="850"/>
              </a:spcBef>
              <a:buChar char="-"/>
              <a:tabLst>
                <a:tab pos="293370" algn="l"/>
              </a:tabLst>
            </a:pPr>
            <a:r>
              <a:rPr sz="2000" u="none" dirty="0"/>
              <a:t>in</a:t>
            </a:r>
            <a:r>
              <a:rPr sz="2000" u="none" spc="-20" dirty="0"/>
              <a:t> </a:t>
            </a:r>
            <a:r>
              <a:rPr sz="2000" u="none" dirty="0"/>
              <a:t>one</a:t>
            </a:r>
            <a:r>
              <a:rPr sz="2000" u="none" spc="-10" dirty="0"/>
              <a:t> </a:t>
            </a:r>
            <a:r>
              <a:rPr sz="2000" u="none" dirty="0"/>
              <a:t>table,</a:t>
            </a:r>
            <a:r>
              <a:rPr sz="2000" u="none" spc="-10" dirty="0"/>
              <a:t> </a:t>
            </a:r>
            <a:r>
              <a:rPr sz="2000" u="none" dirty="0"/>
              <a:t>you</a:t>
            </a:r>
            <a:r>
              <a:rPr sz="2000" u="none" spc="-15" dirty="0"/>
              <a:t> </a:t>
            </a:r>
            <a:r>
              <a:rPr sz="2000" u="none" dirty="0"/>
              <a:t>cannot</a:t>
            </a:r>
            <a:r>
              <a:rPr sz="2000" u="none" spc="-10" dirty="0"/>
              <a:t> </a:t>
            </a:r>
            <a:r>
              <a:rPr sz="2000" u="none" dirty="0"/>
              <a:t>have</a:t>
            </a:r>
            <a:r>
              <a:rPr sz="2000" u="none" spc="-15" dirty="0"/>
              <a:t> </a:t>
            </a:r>
            <a:r>
              <a:rPr sz="2000" u="none" dirty="0"/>
              <a:t>3</a:t>
            </a:r>
            <a:r>
              <a:rPr sz="2000" u="none" spc="-25" dirty="0"/>
              <a:t> </a:t>
            </a:r>
            <a:r>
              <a:rPr sz="2000" u="none" dirty="0"/>
              <a:t>or</a:t>
            </a:r>
            <a:r>
              <a:rPr sz="2000" u="none" spc="-10" dirty="0"/>
              <a:t> </a:t>
            </a:r>
            <a:r>
              <a:rPr sz="2000" u="none" dirty="0"/>
              <a:t>4</a:t>
            </a:r>
            <a:r>
              <a:rPr sz="2000" u="none" spc="-10" dirty="0"/>
              <a:t> </a:t>
            </a:r>
            <a:r>
              <a:rPr sz="2000" u="none" dirty="0"/>
              <a:t>primary</a:t>
            </a:r>
            <a:r>
              <a:rPr sz="2000" u="none" spc="-10" dirty="0"/>
              <a:t> </a:t>
            </a:r>
            <a:r>
              <a:rPr sz="2000" u="none" spc="-20" dirty="0"/>
              <a:t>keys</a:t>
            </a:r>
            <a:endParaRPr sz="2000"/>
          </a:p>
          <a:p>
            <a:pPr marL="292735" indent="-280670">
              <a:lnSpc>
                <a:spcPct val="100000"/>
              </a:lnSpc>
              <a:spcBef>
                <a:spcPts val="844"/>
              </a:spcBef>
              <a:buChar char="-"/>
              <a:tabLst>
                <a:tab pos="293370" algn="l"/>
              </a:tabLst>
            </a:pPr>
            <a:r>
              <a:rPr sz="2000" u="none" dirty="0"/>
              <a:t>primary</a:t>
            </a:r>
            <a:r>
              <a:rPr sz="2000" u="none" spc="-30" dirty="0"/>
              <a:t> </a:t>
            </a:r>
            <a:r>
              <a:rPr sz="2000" u="none" dirty="0"/>
              <a:t>keys</a:t>
            </a:r>
            <a:r>
              <a:rPr sz="2000" u="none" spc="-10" dirty="0"/>
              <a:t> </a:t>
            </a:r>
            <a:r>
              <a:rPr sz="2000" u="none" dirty="0"/>
              <a:t>are</a:t>
            </a:r>
            <a:r>
              <a:rPr sz="2000" u="none" spc="-20" dirty="0"/>
              <a:t> </a:t>
            </a:r>
            <a:r>
              <a:rPr sz="2000" u="none" dirty="0"/>
              <a:t>the</a:t>
            </a:r>
            <a:r>
              <a:rPr sz="2000" u="none" spc="-20" dirty="0"/>
              <a:t> </a:t>
            </a:r>
            <a:r>
              <a:rPr sz="2000" u="none" dirty="0"/>
              <a:t>unique</a:t>
            </a:r>
            <a:r>
              <a:rPr sz="2000" u="none" spc="-20" dirty="0"/>
              <a:t> </a:t>
            </a:r>
            <a:r>
              <a:rPr sz="2000" u="none" dirty="0"/>
              <a:t>identifiers</a:t>
            </a:r>
            <a:r>
              <a:rPr sz="2000" u="none" spc="-10" dirty="0"/>
              <a:t> </a:t>
            </a:r>
            <a:r>
              <a:rPr sz="2000" u="none" dirty="0"/>
              <a:t>of</a:t>
            </a:r>
            <a:r>
              <a:rPr sz="2000" u="none" spc="-20" dirty="0"/>
              <a:t> </a:t>
            </a:r>
            <a:r>
              <a:rPr sz="2000" u="none" dirty="0"/>
              <a:t>a</a:t>
            </a:r>
            <a:r>
              <a:rPr sz="2000" u="none" spc="-10" dirty="0"/>
              <a:t> table</a:t>
            </a:r>
            <a:endParaRPr sz="2000"/>
          </a:p>
          <a:p>
            <a:pPr marL="292735" indent="-280670">
              <a:lnSpc>
                <a:spcPct val="100000"/>
              </a:lnSpc>
              <a:spcBef>
                <a:spcPts val="844"/>
              </a:spcBef>
              <a:buChar char="-"/>
              <a:tabLst>
                <a:tab pos="293370" algn="l"/>
              </a:tabLst>
            </a:pPr>
            <a:r>
              <a:rPr sz="2000" u="none" dirty="0"/>
              <a:t>cannot</a:t>
            </a:r>
            <a:r>
              <a:rPr sz="2000" u="none" spc="-25" dirty="0"/>
              <a:t> </a:t>
            </a:r>
            <a:r>
              <a:rPr sz="2000" u="none" dirty="0"/>
              <a:t>contain</a:t>
            </a:r>
            <a:r>
              <a:rPr sz="2000" u="none" spc="-25" dirty="0"/>
              <a:t> </a:t>
            </a:r>
            <a:r>
              <a:rPr sz="2000" u="none" dirty="0"/>
              <a:t>null</a:t>
            </a:r>
            <a:r>
              <a:rPr sz="2000" u="none" spc="-40" dirty="0"/>
              <a:t> </a:t>
            </a:r>
            <a:r>
              <a:rPr sz="2000" u="none" spc="-10" dirty="0"/>
              <a:t>values!</a:t>
            </a:r>
            <a:endParaRPr sz="2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696"/>
            <a:ext cx="12192000" cy="6845300"/>
            <a:chOff x="0" y="12696"/>
            <a:chExt cx="12192000" cy="6845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0459" y="1996439"/>
              <a:ext cx="4831080" cy="290931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9" y="1078991"/>
              <a:ext cx="159257" cy="507568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3919" y="1248155"/>
              <a:ext cx="160020" cy="1600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13180" y="1104087"/>
            <a:ext cx="18745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Primary</a:t>
            </a:r>
            <a:r>
              <a:rPr sz="2400" b="1" u="sng" spc="5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 </a:t>
            </a:r>
            <a:r>
              <a:rPr sz="2400" b="1" u="sng" spc="-25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Key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696"/>
            <a:ext cx="12192000" cy="6845300"/>
            <a:chOff x="0" y="12696"/>
            <a:chExt cx="12192000" cy="6845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0459" y="1996439"/>
              <a:ext cx="4890516" cy="290931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9" y="1078991"/>
              <a:ext cx="159257" cy="507568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3919" y="1248155"/>
              <a:ext cx="160020" cy="1600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13180" y="1104087"/>
            <a:ext cx="18745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Primary</a:t>
            </a:r>
            <a:r>
              <a:rPr sz="2400" b="1" u="sng" spc="5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 </a:t>
            </a:r>
            <a:r>
              <a:rPr sz="2400" b="1" u="sng" spc="-25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Key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12204700" cy="6870700"/>
            <a:chOff x="-6350" y="-6350"/>
            <a:chExt cx="12204700" cy="6870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696"/>
              <a:ext cx="12192000" cy="68453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779507" y="0"/>
              <a:ext cx="2413000" cy="134620"/>
            </a:xfrm>
            <a:custGeom>
              <a:avLst/>
              <a:gdLst/>
              <a:ahLst/>
              <a:cxnLst/>
              <a:rect l="l" t="t" r="r" b="b"/>
              <a:pathLst>
                <a:path w="2413000" h="134620">
                  <a:moveTo>
                    <a:pt x="2412492" y="0"/>
                  </a:moveTo>
                  <a:lnTo>
                    <a:pt x="0" y="0"/>
                  </a:lnTo>
                  <a:lnTo>
                    <a:pt x="0" y="134111"/>
                  </a:lnTo>
                  <a:lnTo>
                    <a:pt x="2412492" y="134111"/>
                  </a:lnTo>
                  <a:lnTo>
                    <a:pt x="24124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696"/>
              <a:ext cx="12192000" cy="6845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8000"/>
                  </a:moveTo>
                  <a:lnTo>
                    <a:pt x="12192000" y="68580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7680" y="1202436"/>
              <a:ext cx="11215370" cy="4927600"/>
            </a:xfrm>
            <a:custGeom>
              <a:avLst/>
              <a:gdLst/>
              <a:ahLst/>
              <a:cxnLst/>
              <a:rect l="l" t="t" r="r" b="b"/>
              <a:pathLst>
                <a:path w="11215370" h="4927600">
                  <a:moveTo>
                    <a:pt x="10393934" y="0"/>
                  </a:moveTo>
                  <a:lnTo>
                    <a:pt x="821182" y="0"/>
                  </a:lnTo>
                  <a:lnTo>
                    <a:pt x="772932" y="1394"/>
                  </a:lnTo>
                  <a:lnTo>
                    <a:pt x="725416" y="5524"/>
                  </a:lnTo>
                  <a:lnTo>
                    <a:pt x="678711" y="12315"/>
                  </a:lnTo>
                  <a:lnTo>
                    <a:pt x="632895" y="21688"/>
                  </a:lnTo>
                  <a:lnTo>
                    <a:pt x="588044" y="33567"/>
                  </a:lnTo>
                  <a:lnTo>
                    <a:pt x="544234" y="47874"/>
                  </a:lnTo>
                  <a:lnTo>
                    <a:pt x="501544" y="64533"/>
                  </a:lnTo>
                  <a:lnTo>
                    <a:pt x="460051" y="83467"/>
                  </a:lnTo>
                  <a:lnTo>
                    <a:pt x="419830" y="104598"/>
                  </a:lnTo>
                  <a:lnTo>
                    <a:pt x="380960" y="127850"/>
                  </a:lnTo>
                  <a:lnTo>
                    <a:pt x="343517" y="153145"/>
                  </a:lnTo>
                  <a:lnTo>
                    <a:pt x="307578" y="180407"/>
                  </a:lnTo>
                  <a:lnTo>
                    <a:pt x="273221" y="209558"/>
                  </a:lnTo>
                  <a:lnTo>
                    <a:pt x="240522" y="240522"/>
                  </a:lnTo>
                  <a:lnTo>
                    <a:pt x="209558" y="273221"/>
                  </a:lnTo>
                  <a:lnTo>
                    <a:pt x="180407" y="307578"/>
                  </a:lnTo>
                  <a:lnTo>
                    <a:pt x="153145" y="343517"/>
                  </a:lnTo>
                  <a:lnTo>
                    <a:pt x="127850" y="380960"/>
                  </a:lnTo>
                  <a:lnTo>
                    <a:pt x="104598" y="419830"/>
                  </a:lnTo>
                  <a:lnTo>
                    <a:pt x="83467" y="460051"/>
                  </a:lnTo>
                  <a:lnTo>
                    <a:pt x="64533" y="501544"/>
                  </a:lnTo>
                  <a:lnTo>
                    <a:pt x="47874" y="544234"/>
                  </a:lnTo>
                  <a:lnTo>
                    <a:pt x="33567" y="588044"/>
                  </a:lnTo>
                  <a:lnTo>
                    <a:pt x="21688" y="632895"/>
                  </a:lnTo>
                  <a:lnTo>
                    <a:pt x="12315" y="678711"/>
                  </a:lnTo>
                  <a:lnTo>
                    <a:pt x="5524" y="725416"/>
                  </a:lnTo>
                  <a:lnTo>
                    <a:pt x="1394" y="772932"/>
                  </a:lnTo>
                  <a:lnTo>
                    <a:pt x="0" y="821181"/>
                  </a:lnTo>
                  <a:lnTo>
                    <a:pt x="0" y="4105910"/>
                  </a:lnTo>
                  <a:lnTo>
                    <a:pt x="1394" y="4154159"/>
                  </a:lnTo>
                  <a:lnTo>
                    <a:pt x="5524" y="4201675"/>
                  </a:lnTo>
                  <a:lnTo>
                    <a:pt x="12315" y="4248380"/>
                  </a:lnTo>
                  <a:lnTo>
                    <a:pt x="21688" y="4294196"/>
                  </a:lnTo>
                  <a:lnTo>
                    <a:pt x="33567" y="4339047"/>
                  </a:lnTo>
                  <a:lnTo>
                    <a:pt x="47874" y="4382857"/>
                  </a:lnTo>
                  <a:lnTo>
                    <a:pt x="64533" y="4425547"/>
                  </a:lnTo>
                  <a:lnTo>
                    <a:pt x="83467" y="4467040"/>
                  </a:lnTo>
                  <a:lnTo>
                    <a:pt x="104598" y="4507261"/>
                  </a:lnTo>
                  <a:lnTo>
                    <a:pt x="127850" y="4546131"/>
                  </a:lnTo>
                  <a:lnTo>
                    <a:pt x="153145" y="4583574"/>
                  </a:lnTo>
                  <a:lnTo>
                    <a:pt x="180407" y="4619513"/>
                  </a:lnTo>
                  <a:lnTo>
                    <a:pt x="209558" y="4653870"/>
                  </a:lnTo>
                  <a:lnTo>
                    <a:pt x="240522" y="4686569"/>
                  </a:lnTo>
                  <a:lnTo>
                    <a:pt x="273221" y="4717533"/>
                  </a:lnTo>
                  <a:lnTo>
                    <a:pt x="307578" y="4746684"/>
                  </a:lnTo>
                  <a:lnTo>
                    <a:pt x="343517" y="4773946"/>
                  </a:lnTo>
                  <a:lnTo>
                    <a:pt x="380960" y="4799241"/>
                  </a:lnTo>
                  <a:lnTo>
                    <a:pt x="419830" y="4822493"/>
                  </a:lnTo>
                  <a:lnTo>
                    <a:pt x="460051" y="4843624"/>
                  </a:lnTo>
                  <a:lnTo>
                    <a:pt x="501544" y="4862558"/>
                  </a:lnTo>
                  <a:lnTo>
                    <a:pt x="544234" y="4879217"/>
                  </a:lnTo>
                  <a:lnTo>
                    <a:pt x="588044" y="4893524"/>
                  </a:lnTo>
                  <a:lnTo>
                    <a:pt x="632895" y="4905403"/>
                  </a:lnTo>
                  <a:lnTo>
                    <a:pt x="678711" y="4914776"/>
                  </a:lnTo>
                  <a:lnTo>
                    <a:pt x="725416" y="4921567"/>
                  </a:lnTo>
                  <a:lnTo>
                    <a:pt x="772932" y="4925697"/>
                  </a:lnTo>
                  <a:lnTo>
                    <a:pt x="821182" y="4927092"/>
                  </a:lnTo>
                  <a:lnTo>
                    <a:pt x="10393934" y="4927092"/>
                  </a:lnTo>
                  <a:lnTo>
                    <a:pt x="10442183" y="4925697"/>
                  </a:lnTo>
                  <a:lnTo>
                    <a:pt x="10489699" y="4921567"/>
                  </a:lnTo>
                  <a:lnTo>
                    <a:pt x="10536404" y="4914776"/>
                  </a:lnTo>
                  <a:lnTo>
                    <a:pt x="10582220" y="4905403"/>
                  </a:lnTo>
                  <a:lnTo>
                    <a:pt x="10627071" y="4893524"/>
                  </a:lnTo>
                  <a:lnTo>
                    <a:pt x="10670881" y="4879217"/>
                  </a:lnTo>
                  <a:lnTo>
                    <a:pt x="10713571" y="4862558"/>
                  </a:lnTo>
                  <a:lnTo>
                    <a:pt x="10755064" y="4843624"/>
                  </a:lnTo>
                  <a:lnTo>
                    <a:pt x="10795285" y="4822493"/>
                  </a:lnTo>
                  <a:lnTo>
                    <a:pt x="10834155" y="4799241"/>
                  </a:lnTo>
                  <a:lnTo>
                    <a:pt x="10871598" y="4773946"/>
                  </a:lnTo>
                  <a:lnTo>
                    <a:pt x="10907537" y="4746684"/>
                  </a:lnTo>
                  <a:lnTo>
                    <a:pt x="10941894" y="4717533"/>
                  </a:lnTo>
                  <a:lnTo>
                    <a:pt x="10974593" y="4686569"/>
                  </a:lnTo>
                  <a:lnTo>
                    <a:pt x="11005557" y="4653870"/>
                  </a:lnTo>
                  <a:lnTo>
                    <a:pt x="11034708" y="4619513"/>
                  </a:lnTo>
                  <a:lnTo>
                    <a:pt x="11061970" y="4583574"/>
                  </a:lnTo>
                  <a:lnTo>
                    <a:pt x="11087265" y="4546131"/>
                  </a:lnTo>
                  <a:lnTo>
                    <a:pt x="11110517" y="4507261"/>
                  </a:lnTo>
                  <a:lnTo>
                    <a:pt x="11131648" y="4467040"/>
                  </a:lnTo>
                  <a:lnTo>
                    <a:pt x="11150582" y="4425547"/>
                  </a:lnTo>
                  <a:lnTo>
                    <a:pt x="11167241" y="4382857"/>
                  </a:lnTo>
                  <a:lnTo>
                    <a:pt x="11181548" y="4339047"/>
                  </a:lnTo>
                  <a:lnTo>
                    <a:pt x="11193427" y="4294196"/>
                  </a:lnTo>
                  <a:lnTo>
                    <a:pt x="11202800" y="4248380"/>
                  </a:lnTo>
                  <a:lnTo>
                    <a:pt x="11209591" y="4201675"/>
                  </a:lnTo>
                  <a:lnTo>
                    <a:pt x="11213721" y="4154159"/>
                  </a:lnTo>
                  <a:lnTo>
                    <a:pt x="11215116" y="4105910"/>
                  </a:lnTo>
                  <a:lnTo>
                    <a:pt x="11215116" y="821181"/>
                  </a:lnTo>
                  <a:lnTo>
                    <a:pt x="11213721" y="772932"/>
                  </a:lnTo>
                  <a:lnTo>
                    <a:pt x="11209591" y="725416"/>
                  </a:lnTo>
                  <a:lnTo>
                    <a:pt x="11202800" y="678711"/>
                  </a:lnTo>
                  <a:lnTo>
                    <a:pt x="11193427" y="632895"/>
                  </a:lnTo>
                  <a:lnTo>
                    <a:pt x="11181548" y="588044"/>
                  </a:lnTo>
                  <a:lnTo>
                    <a:pt x="11167241" y="544234"/>
                  </a:lnTo>
                  <a:lnTo>
                    <a:pt x="11150582" y="501544"/>
                  </a:lnTo>
                  <a:lnTo>
                    <a:pt x="11131648" y="460051"/>
                  </a:lnTo>
                  <a:lnTo>
                    <a:pt x="11110517" y="419830"/>
                  </a:lnTo>
                  <a:lnTo>
                    <a:pt x="11087265" y="380960"/>
                  </a:lnTo>
                  <a:lnTo>
                    <a:pt x="11061970" y="343517"/>
                  </a:lnTo>
                  <a:lnTo>
                    <a:pt x="11034708" y="307578"/>
                  </a:lnTo>
                  <a:lnTo>
                    <a:pt x="11005557" y="273221"/>
                  </a:lnTo>
                  <a:lnTo>
                    <a:pt x="10974593" y="240522"/>
                  </a:lnTo>
                  <a:lnTo>
                    <a:pt x="10941894" y="209558"/>
                  </a:lnTo>
                  <a:lnTo>
                    <a:pt x="10907537" y="180407"/>
                  </a:lnTo>
                  <a:lnTo>
                    <a:pt x="10871598" y="153145"/>
                  </a:lnTo>
                  <a:lnTo>
                    <a:pt x="10834155" y="127850"/>
                  </a:lnTo>
                  <a:lnTo>
                    <a:pt x="10795285" y="104598"/>
                  </a:lnTo>
                  <a:lnTo>
                    <a:pt x="10755064" y="83467"/>
                  </a:lnTo>
                  <a:lnTo>
                    <a:pt x="10713571" y="64533"/>
                  </a:lnTo>
                  <a:lnTo>
                    <a:pt x="10670881" y="47874"/>
                  </a:lnTo>
                  <a:lnTo>
                    <a:pt x="10627071" y="33567"/>
                  </a:lnTo>
                  <a:lnTo>
                    <a:pt x="10582220" y="21688"/>
                  </a:lnTo>
                  <a:lnTo>
                    <a:pt x="10536404" y="12315"/>
                  </a:lnTo>
                  <a:lnTo>
                    <a:pt x="10489699" y="5524"/>
                  </a:lnTo>
                  <a:lnTo>
                    <a:pt x="10442183" y="1394"/>
                  </a:lnTo>
                  <a:lnTo>
                    <a:pt x="10393934" y="0"/>
                  </a:lnTo>
                  <a:close/>
                </a:path>
              </a:pathLst>
            </a:custGeom>
            <a:solidFill>
              <a:srgbClr val="FFFFFF">
                <a:alpha val="9607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2084" y="1862327"/>
              <a:ext cx="3226308" cy="313334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12204700" cy="6870700"/>
            <a:chOff x="-6350" y="-6350"/>
            <a:chExt cx="12204700" cy="6870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696"/>
              <a:ext cx="12192000" cy="68453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779507" y="0"/>
              <a:ext cx="2413000" cy="134620"/>
            </a:xfrm>
            <a:custGeom>
              <a:avLst/>
              <a:gdLst/>
              <a:ahLst/>
              <a:cxnLst/>
              <a:rect l="l" t="t" r="r" b="b"/>
              <a:pathLst>
                <a:path w="2413000" h="134620">
                  <a:moveTo>
                    <a:pt x="2412492" y="0"/>
                  </a:moveTo>
                  <a:lnTo>
                    <a:pt x="0" y="0"/>
                  </a:lnTo>
                  <a:lnTo>
                    <a:pt x="0" y="134111"/>
                  </a:lnTo>
                  <a:lnTo>
                    <a:pt x="2412492" y="134111"/>
                  </a:lnTo>
                  <a:lnTo>
                    <a:pt x="24124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696"/>
              <a:ext cx="12192000" cy="6845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8000"/>
                  </a:moveTo>
                  <a:lnTo>
                    <a:pt x="12192000" y="68580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7680" y="1202436"/>
              <a:ext cx="11215370" cy="4927600"/>
            </a:xfrm>
            <a:custGeom>
              <a:avLst/>
              <a:gdLst/>
              <a:ahLst/>
              <a:cxnLst/>
              <a:rect l="l" t="t" r="r" b="b"/>
              <a:pathLst>
                <a:path w="11215370" h="4927600">
                  <a:moveTo>
                    <a:pt x="10393934" y="0"/>
                  </a:moveTo>
                  <a:lnTo>
                    <a:pt x="821182" y="0"/>
                  </a:lnTo>
                  <a:lnTo>
                    <a:pt x="772932" y="1394"/>
                  </a:lnTo>
                  <a:lnTo>
                    <a:pt x="725416" y="5524"/>
                  </a:lnTo>
                  <a:lnTo>
                    <a:pt x="678711" y="12315"/>
                  </a:lnTo>
                  <a:lnTo>
                    <a:pt x="632895" y="21688"/>
                  </a:lnTo>
                  <a:lnTo>
                    <a:pt x="588044" y="33567"/>
                  </a:lnTo>
                  <a:lnTo>
                    <a:pt x="544234" y="47874"/>
                  </a:lnTo>
                  <a:lnTo>
                    <a:pt x="501544" y="64533"/>
                  </a:lnTo>
                  <a:lnTo>
                    <a:pt x="460051" y="83467"/>
                  </a:lnTo>
                  <a:lnTo>
                    <a:pt x="419830" y="104598"/>
                  </a:lnTo>
                  <a:lnTo>
                    <a:pt x="380960" y="127850"/>
                  </a:lnTo>
                  <a:lnTo>
                    <a:pt x="343517" y="153145"/>
                  </a:lnTo>
                  <a:lnTo>
                    <a:pt x="307578" y="180407"/>
                  </a:lnTo>
                  <a:lnTo>
                    <a:pt x="273221" y="209558"/>
                  </a:lnTo>
                  <a:lnTo>
                    <a:pt x="240522" y="240522"/>
                  </a:lnTo>
                  <a:lnTo>
                    <a:pt x="209558" y="273221"/>
                  </a:lnTo>
                  <a:lnTo>
                    <a:pt x="180407" y="307578"/>
                  </a:lnTo>
                  <a:lnTo>
                    <a:pt x="153145" y="343517"/>
                  </a:lnTo>
                  <a:lnTo>
                    <a:pt x="127850" y="380960"/>
                  </a:lnTo>
                  <a:lnTo>
                    <a:pt x="104598" y="419830"/>
                  </a:lnTo>
                  <a:lnTo>
                    <a:pt x="83467" y="460051"/>
                  </a:lnTo>
                  <a:lnTo>
                    <a:pt x="64533" y="501544"/>
                  </a:lnTo>
                  <a:lnTo>
                    <a:pt x="47874" y="544234"/>
                  </a:lnTo>
                  <a:lnTo>
                    <a:pt x="33567" y="588044"/>
                  </a:lnTo>
                  <a:lnTo>
                    <a:pt x="21688" y="632895"/>
                  </a:lnTo>
                  <a:lnTo>
                    <a:pt x="12315" y="678711"/>
                  </a:lnTo>
                  <a:lnTo>
                    <a:pt x="5524" y="725416"/>
                  </a:lnTo>
                  <a:lnTo>
                    <a:pt x="1394" y="772932"/>
                  </a:lnTo>
                  <a:lnTo>
                    <a:pt x="0" y="821181"/>
                  </a:lnTo>
                  <a:lnTo>
                    <a:pt x="0" y="4105910"/>
                  </a:lnTo>
                  <a:lnTo>
                    <a:pt x="1394" y="4154159"/>
                  </a:lnTo>
                  <a:lnTo>
                    <a:pt x="5524" y="4201675"/>
                  </a:lnTo>
                  <a:lnTo>
                    <a:pt x="12315" y="4248380"/>
                  </a:lnTo>
                  <a:lnTo>
                    <a:pt x="21688" y="4294196"/>
                  </a:lnTo>
                  <a:lnTo>
                    <a:pt x="33567" y="4339047"/>
                  </a:lnTo>
                  <a:lnTo>
                    <a:pt x="47874" y="4382857"/>
                  </a:lnTo>
                  <a:lnTo>
                    <a:pt x="64533" y="4425547"/>
                  </a:lnTo>
                  <a:lnTo>
                    <a:pt x="83467" y="4467040"/>
                  </a:lnTo>
                  <a:lnTo>
                    <a:pt x="104598" y="4507261"/>
                  </a:lnTo>
                  <a:lnTo>
                    <a:pt x="127850" y="4546131"/>
                  </a:lnTo>
                  <a:lnTo>
                    <a:pt x="153145" y="4583574"/>
                  </a:lnTo>
                  <a:lnTo>
                    <a:pt x="180407" y="4619513"/>
                  </a:lnTo>
                  <a:lnTo>
                    <a:pt x="209558" y="4653870"/>
                  </a:lnTo>
                  <a:lnTo>
                    <a:pt x="240522" y="4686569"/>
                  </a:lnTo>
                  <a:lnTo>
                    <a:pt x="273221" y="4717533"/>
                  </a:lnTo>
                  <a:lnTo>
                    <a:pt x="307578" y="4746684"/>
                  </a:lnTo>
                  <a:lnTo>
                    <a:pt x="343517" y="4773946"/>
                  </a:lnTo>
                  <a:lnTo>
                    <a:pt x="380960" y="4799241"/>
                  </a:lnTo>
                  <a:lnTo>
                    <a:pt x="419830" y="4822493"/>
                  </a:lnTo>
                  <a:lnTo>
                    <a:pt x="460051" y="4843624"/>
                  </a:lnTo>
                  <a:lnTo>
                    <a:pt x="501544" y="4862558"/>
                  </a:lnTo>
                  <a:lnTo>
                    <a:pt x="544234" y="4879217"/>
                  </a:lnTo>
                  <a:lnTo>
                    <a:pt x="588044" y="4893524"/>
                  </a:lnTo>
                  <a:lnTo>
                    <a:pt x="632895" y="4905403"/>
                  </a:lnTo>
                  <a:lnTo>
                    <a:pt x="678711" y="4914776"/>
                  </a:lnTo>
                  <a:lnTo>
                    <a:pt x="725416" y="4921567"/>
                  </a:lnTo>
                  <a:lnTo>
                    <a:pt x="772932" y="4925697"/>
                  </a:lnTo>
                  <a:lnTo>
                    <a:pt x="821182" y="4927092"/>
                  </a:lnTo>
                  <a:lnTo>
                    <a:pt x="10393934" y="4927092"/>
                  </a:lnTo>
                  <a:lnTo>
                    <a:pt x="10442183" y="4925697"/>
                  </a:lnTo>
                  <a:lnTo>
                    <a:pt x="10489699" y="4921567"/>
                  </a:lnTo>
                  <a:lnTo>
                    <a:pt x="10536404" y="4914776"/>
                  </a:lnTo>
                  <a:lnTo>
                    <a:pt x="10582220" y="4905403"/>
                  </a:lnTo>
                  <a:lnTo>
                    <a:pt x="10627071" y="4893524"/>
                  </a:lnTo>
                  <a:lnTo>
                    <a:pt x="10670881" y="4879217"/>
                  </a:lnTo>
                  <a:lnTo>
                    <a:pt x="10713571" y="4862558"/>
                  </a:lnTo>
                  <a:lnTo>
                    <a:pt x="10755064" y="4843624"/>
                  </a:lnTo>
                  <a:lnTo>
                    <a:pt x="10795285" y="4822493"/>
                  </a:lnTo>
                  <a:lnTo>
                    <a:pt x="10834155" y="4799241"/>
                  </a:lnTo>
                  <a:lnTo>
                    <a:pt x="10871598" y="4773946"/>
                  </a:lnTo>
                  <a:lnTo>
                    <a:pt x="10907537" y="4746684"/>
                  </a:lnTo>
                  <a:lnTo>
                    <a:pt x="10941894" y="4717533"/>
                  </a:lnTo>
                  <a:lnTo>
                    <a:pt x="10974593" y="4686569"/>
                  </a:lnTo>
                  <a:lnTo>
                    <a:pt x="11005557" y="4653870"/>
                  </a:lnTo>
                  <a:lnTo>
                    <a:pt x="11034708" y="4619513"/>
                  </a:lnTo>
                  <a:lnTo>
                    <a:pt x="11061970" y="4583574"/>
                  </a:lnTo>
                  <a:lnTo>
                    <a:pt x="11087265" y="4546131"/>
                  </a:lnTo>
                  <a:lnTo>
                    <a:pt x="11110517" y="4507261"/>
                  </a:lnTo>
                  <a:lnTo>
                    <a:pt x="11131648" y="4467040"/>
                  </a:lnTo>
                  <a:lnTo>
                    <a:pt x="11150582" y="4425547"/>
                  </a:lnTo>
                  <a:lnTo>
                    <a:pt x="11167241" y="4382857"/>
                  </a:lnTo>
                  <a:lnTo>
                    <a:pt x="11181548" y="4339047"/>
                  </a:lnTo>
                  <a:lnTo>
                    <a:pt x="11193427" y="4294196"/>
                  </a:lnTo>
                  <a:lnTo>
                    <a:pt x="11202800" y="4248380"/>
                  </a:lnTo>
                  <a:lnTo>
                    <a:pt x="11209591" y="4201675"/>
                  </a:lnTo>
                  <a:lnTo>
                    <a:pt x="11213721" y="4154159"/>
                  </a:lnTo>
                  <a:lnTo>
                    <a:pt x="11215116" y="4105910"/>
                  </a:lnTo>
                  <a:lnTo>
                    <a:pt x="11215116" y="821181"/>
                  </a:lnTo>
                  <a:lnTo>
                    <a:pt x="11213721" y="772932"/>
                  </a:lnTo>
                  <a:lnTo>
                    <a:pt x="11209591" y="725416"/>
                  </a:lnTo>
                  <a:lnTo>
                    <a:pt x="11202800" y="678711"/>
                  </a:lnTo>
                  <a:lnTo>
                    <a:pt x="11193427" y="632895"/>
                  </a:lnTo>
                  <a:lnTo>
                    <a:pt x="11181548" y="588044"/>
                  </a:lnTo>
                  <a:lnTo>
                    <a:pt x="11167241" y="544234"/>
                  </a:lnTo>
                  <a:lnTo>
                    <a:pt x="11150582" y="501544"/>
                  </a:lnTo>
                  <a:lnTo>
                    <a:pt x="11131648" y="460051"/>
                  </a:lnTo>
                  <a:lnTo>
                    <a:pt x="11110517" y="419830"/>
                  </a:lnTo>
                  <a:lnTo>
                    <a:pt x="11087265" y="380960"/>
                  </a:lnTo>
                  <a:lnTo>
                    <a:pt x="11061970" y="343517"/>
                  </a:lnTo>
                  <a:lnTo>
                    <a:pt x="11034708" y="307578"/>
                  </a:lnTo>
                  <a:lnTo>
                    <a:pt x="11005557" y="273221"/>
                  </a:lnTo>
                  <a:lnTo>
                    <a:pt x="10974593" y="240522"/>
                  </a:lnTo>
                  <a:lnTo>
                    <a:pt x="10941894" y="209558"/>
                  </a:lnTo>
                  <a:lnTo>
                    <a:pt x="10907537" y="180407"/>
                  </a:lnTo>
                  <a:lnTo>
                    <a:pt x="10871598" y="153145"/>
                  </a:lnTo>
                  <a:lnTo>
                    <a:pt x="10834155" y="127850"/>
                  </a:lnTo>
                  <a:lnTo>
                    <a:pt x="10795285" y="104598"/>
                  </a:lnTo>
                  <a:lnTo>
                    <a:pt x="10755064" y="83467"/>
                  </a:lnTo>
                  <a:lnTo>
                    <a:pt x="10713571" y="64533"/>
                  </a:lnTo>
                  <a:lnTo>
                    <a:pt x="10670881" y="47874"/>
                  </a:lnTo>
                  <a:lnTo>
                    <a:pt x="10627071" y="33567"/>
                  </a:lnTo>
                  <a:lnTo>
                    <a:pt x="10582220" y="21688"/>
                  </a:lnTo>
                  <a:lnTo>
                    <a:pt x="10536404" y="12315"/>
                  </a:lnTo>
                  <a:lnTo>
                    <a:pt x="10489699" y="5524"/>
                  </a:lnTo>
                  <a:lnTo>
                    <a:pt x="10442183" y="1394"/>
                  </a:lnTo>
                  <a:lnTo>
                    <a:pt x="10393934" y="0"/>
                  </a:lnTo>
                  <a:close/>
                </a:path>
              </a:pathLst>
            </a:custGeom>
            <a:solidFill>
              <a:srgbClr val="FFFFFF">
                <a:alpha val="9607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2084" y="1862327"/>
              <a:ext cx="3226308" cy="313334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310132" y="4662906"/>
            <a:ext cx="1842135" cy="1068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Table 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name: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Primary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b="1" spc="-20" dirty="0">
                <a:solidFill>
                  <a:srgbClr val="006089"/>
                </a:solidFill>
                <a:latin typeface="Consolas"/>
                <a:cs typeface="Consolas"/>
              </a:rPr>
              <a:t>key: </a:t>
            </a:r>
            <a:r>
              <a:rPr sz="2000" b="1" dirty="0">
                <a:solidFill>
                  <a:srgbClr val="006089"/>
                </a:solidFill>
                <a:latin typeface="Consolas"/>
                <a:cs typeface="Consolas"/>
              </a:rPr>
              <a:t>Other </a:t>
            </a:r>
            <a:r>
              <a:rPr sz="2000" b="1" spc="-10" dirty="0">
                <a:solidFill>
                  <a:srgbClr val="006089"/>
                </a:solidFill>
                <a:latin typeface="Consolas"/>
                <a:cs typeface="Consolas"/>
              </a:rPr>
              <a:t>fields: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60394" y="4662906"/>
            <a:ext cx="5614670" cy="10680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000" spc="-10" dirty="0">
                <a:solidFill>
                  <a:srgbClr val="006089"/>
                </a:solidFill>
                <a:latin typeface="Consolas"/>
                <a:cs typeface="Consolas"/>
              </a:rPr>
              <a:t>Sales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000" b="1" u="sng" spc="-10" dirty="0">
                <a:solidFill>
                  <a:srgbClr val="006089"/>
                </a:solidFill>
                <a:uFill>
                  <a:solidFill>
                    <a:srgbClr val="006089"/>
                  </a:solidFill>
                </a:uFill>
                <a:latin typeface="Consolas"/>
                <a:cs typeface="Consolas"/>
              </a:rPr>
              <a:t>purchase_number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000" dirty="0">
                <a:solidFill>
                  <a:srgbClr val="006089"/>
                </a:solidFill>
                <a:latin typeface="Consolas"/>
                <a:cs typeface="Consolas"/>
              </a:rPr>
              <a:t>date_of_purchase,</a:t>
            </a:r>
            <a:r>
              <a:rPr sz="2000" spc="-4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6089"/>
                </a:solidFill>
                <a:latin typeface="Consolas"/>
                <a:cs typeface="Consolas"/>
              </a:rPr>
              <a:t>customer_id,</a:t>
            </a:r>
            <a:r>
              <a:rPr sz="2000" spc="-35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6089"/>
                </a:solidFill>
                <a:latin typeface="Consolas"/>
                <a:cs typeface="Consolas"/>
              </a:rPr>
              <a:t>item_code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12204700" cy="6870700"/>
            <a:chOff x="-6350" y="-6350"/>
            <a:chExt cx="12204700" cy="6870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696"/>
              <a:ext cx="12192000" cy="68453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779507" y="0"/>
              <a:ext cx="2413000" cy="134620"/>
            </a:xfrm>
            <a:custGeom>
              <a:avLst/>
              <a:gdLst/>
              <a:ahLst/>
              <a:cxnLst/>
              <a:rect l="l" t="t" r="r" b="b"/>
              <a:pathLst>
                <a:path w="2413000" h="134620">
                  <a:moveTo>
                    <a:pt x="2412492" y="0"/>
                  </a:moveTo>
                  <a:lnTo>
                    <a:pt x="0" y="0"/>
                  </a:lnTo>
                  <a:lnTo>
                    <a:pt x="0" y="134111"/>
                  </a:lnTo>
                  <a:lnTo>
                    <a:pt x="2412492" y="134111"/>
                  </a:lnTo>
                  <a:lnTo>
                    <a:pt x="24124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696"/>
              <a:ext cx="12192000" cy="6845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8000"/>
                  </a:moveTo>
                  <a:lnTo>
                    <a:pt x="12192000" y="68580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7680" y="1202436"/>
              <a:ext cx="11215370" cy="4927600"/>
            </a:xfrm>
            <a:custGeom>
              <a:avLst/>
              <a:gdLst/>
              <a:ahLst/>
              <a:cxnLst/>
              <a:rect l="l" t="t" r="r" b="b"/>
              <a:pathLst>
                <a:path w="11215370" h="4927600">
                  <a:moveTo>
                    <a:pt x="10393934" y="0"/>
                  </a:moveTo>
                  <a:lnTo>
                    <a:pt x="821182" y="0"/>
                  </a:lnTo>
                  <a:lnTo>
                    <a:pt x="772932" y="1394"/>
                  </a:lnTo>
                  <a:lnTo>
                    <a:pt x="725416" y="5524"/>
                  </a:lnTo>
                  <a:lnTo>
                    <a:pt x="678711" y="12315"/>
                  </a:lnTo>
                  <a:lnTo>
                    <a:pt x="632895" y="21688"/>
                  </a:lnTo>
                  <a:lnTo>
                    <a:pt x="588044" y="33567"/>
                  </a:lnTo>
                  <a:lnTo>
                    <a:pt x="544234" y="47874"/>
                  </a:lnTo>
                  <a:lnTo>
                    <a:pt x="501544" y="64533"/>
                  </a:lnTo>
                  <a:lnTo>
                    <a:pt x="460051" y="83467"/>
                  </a:lnTo>
                  <a:lnTo>
                    <a:pt x="419830" y="104598"/>
                  </a:lnTo>
                  <a:lnTo>
                    <a:pt x="380960" y="127850"/>
                  </a:lnTo>
                  <a:lnTo>
                    <a:pt x="343517" y="153145"/>
                  </a:lnTo>
                  <a:lnTo>
                    <a:pt x="307578" y="180407"/>
                  </a:lnTo>
                  <a:lnTo>
                    <a:pt x="273221" y="209558"/>
                  </a:lnTo>
                  <a:lnTo>
                    <a:pt x="240522" y="240522"/>
                  </a:lnTo>
                  <a:lnTo>
                    <a:pt x="209558" y="273221"/>
                  </a:lnTo>
                  <a:lnTo>
                    <a:pt x="180407" y="307578"/>
                  </a:lnTo>
                  <a:lnTo>
                    <a:pt x="153145" y="343517"/>
                  </a:lnTo>
                  <a:lnTo>
                    <a:pt x="127850" y="380960"/>
                  </a:lnTo>
                  <a:lnTo>
                    <a:pt x="104598" y="419830"/>
                  </a:lnTo>
                  <a:lnTo>
                    <a:pt x="83467" y="460051"/>
                  </a:lnTo>
                  <a:lnTo>
                    <a:pt x="64533" y="501544"/>
                  </a:lnTo>
                  <a:lnTo>
                    <a:pt x="47874" y="544234"/>
                  </a:lnTo>
                  <a:lnTo>
                    <a:pt x="33567" y="588044"/>
                  </a:lnTo>
                  <a:lnTo>
                    <a:pt x="21688" y="632895"/>
                  </a:lnTo>
                  <a:lnTo>
                    <a:pt x="12315" y="678711"/>
                  </a:lnTo>
                  <a:lnTo>
                    <a:pt x="5524" y="725416"/>
                  </a:lnTo>
                  <a:lnTo>
                    <a:pt x="1394" y="772932"/>
                  </a:lnTo>
                  <a:lnTo>
                    <a:pt x="0" y="821181"/>
                  </a:lnTo>
                  <a:lnTo>
                    <a:pt x="0" y="4105910"/>
                  </a:lnTo>
                  <a:lnTo>
                    <a:pt x="1394" y="4154159"/>
                  </a:lnTo>
                  <a:lnTo>
                    <a:pt x="5524" y="4201675"/>
                  </a:lnTo>
                  <a:lnTo>
                    <a:pt x="12315" y="4248380"/>
                  </a:lnTo>
                  <a:lnTo>
                    <a:pt x="21688" y="4294196"/>
                  </a:lnTo>
                  <a:lnTo>
                    <a:pt x="33567" y="4339047"/>
                  </a:lnTo>
                  <a:lnTo>
                    <a:pt x="47874" y="4382857"/>
                  </a:lnTo>
                  <a:lnTo>
                    <a:pt x="64533" y="4425547"/>
                  </a:lnTo>
                  <a:lnTo>
                    <a:pt x="83467" y="4467040"/>
                  </a:lnTo>
                  <a:lnTo>
                    <a:pt x="104598" y="4507261"/>
                  </a:lnTo>
                  <a:lnTo>
                    <a:pt x="127850" y="4546131"/>
                  </a:lnTo>
                  <a:lnTo>
                    <a:pt x="153145" y="4583574"/>
                  </a:lnTo>
                  <a:lnTo>
                    <a:pt x="180407" y="4619513"/>
                  </a:lnTo>
                  <a:lnTo>
                    <a:pt x="209558" y="4653870"/>
                  </a:lnTo>
                  <a:lnTo>
                    <a:pt x="240522" y="4686569"/>
                  </a:lnTo>
                  <a:lnTo>
                    <a:pt x="273221" y="4717533"/>
                  </a:lnTo>
                  <a:lnTo>
                    <a:pt x="307578" y="4746684"/>
                  </a:lnTo>
                  <a:lnTo>
                    <a:pt x="343517" y="4773946"/>
                  </a:lnTo>
                  <a:lnTo>
                    <a:pt x="380960" y="4799241"/>
                  </a:lnTo>
                  <a:lnTo>
                    <a:pt x="419830" y="4822493"/>
                  </a:lnTo>
                  <a:lnTo>
                    <a:pt x="460051" y="4843624"/>
                  </a:lnTo>
                  <a:lnTo>
                    <a:pt x="501544" y="4862558"/>
                  </a:lnTo>
                  <a:lnTo>
                    <a:pt x="544234" y="4879217"/>
                  </a:lnTo>
                  <a:lnTo>
                    <a:pt x="588044" y="4893524"/>
                  </a:lnTo>
                  <a:lnTo>
                    <a:pt x="632895" y="4905403"/>
                  </a:lnTo>
                  <a:lnTo>
                    <a:pt x="678711" y="4914776"/>
                  </a:lnTo>
                  <a:lnTo>
                    <a:pt x="725416" y="4921567"/>
                  </a:lnTo>
                  <a:lnTo>
                    <a:pt x="772932" y="4925697"/>
                  </a:lnTo>
                  <a:lnTo>
                    <a:pt x="821182" y="4927092"/>
                  </a:lnTo>
                  <a:lnTo>
                    <a:pt x="10393934" y="4927092"/>
                  </a:lnTo>
                  <a:lnTo>
                    <a:pt x="10442183" y="4925697"/>
                  </a:lnTo>
                  <a:lnTo>
                    <a:pt x="10489699" y="4921567"/>
                  </a:lnTo>
                  <a:lnTo>
                    <a:pt x="10536404" y="4914776"/>
                  </a:lnTo>
                  <a:lnTo>
                    <a:pt x="10582220" y="4905403"/>
                  </a:lnTo>
                  <a:lnTo>
                    <a:pt x="10627071" y="4893524"/>
                  </a:lnTo>
                  <a:lnTo>
                    <a:pt x="10670881" y="4879217"/>
                  </a:lnTo>
                  <a:lnTo>
                    <a:pt x="10713571" y="4862558"/>
                  </a:lnTo>
                  <a:lnTo>
                    <a:pt x="10755064" y="4843624"/>
                  </a:lnTo>
                  <a:lnTo>
                    <a:pt x="10795285" y="4822493"/>
                  </a:lnTo>
                  <a:lnTo>
                    <a:pt x="10834155" y="4799241"/>
                  </a:lnTo>
                  <a:lnTo>
                    <a:pt x="10871598" y="4773946"/>
                  </a:lnTo>
                  <a:lnTo>
                    <a:pt x="10907537" y="4746684"/>
                  </a:lnTo>
                  <a:lnTo>
                    <a:pt x="10941894" y="4717533"/>
                  </a:lnTo>
                  <a:lnTo>
                    <a:pt x="10974593" y="4686569"/>
                  </a:lnTo>
                  <a:lnTo>
                    <a:pt x="11005557" y="4653870"/>
                  </a:lnTo>
                  <a:lnTo>
                    <a:pt x="11034708" y="4619513"/>
                  </a:lnTo>
                  <a:lnTo>
                    <a:pt x="11061970" y="4583574"/>
                  </a:lnTo>
                  <a:lnTo>
                    <a:pt x="11087265" y="4546131"/>
                  </a:lnTo>
                  <a:lnTo>
                    <a:pt x="11110517" y="4507261"/>
                  </a:lnTo>
                  <a:lnTo>
                    <a:pt x="11131648" y="4467040"/>
                  </a:lnTo>
                  <a:lnTo>
                    <a:pt x="11150582" y="4425547"/>
                  </a:lnTo>
                  <a:lnTo>
                    <a:pt x="11167241" y="4382857"/>
                  </a:lnTo>
                  <a:lnTo>
                    <a:pt x="11181548" y="4339047"/>
                  </a:lnTo>
                  <a:lnTo>
                    <a:pt x="11193427" y="4294196"/>
                  </a:lnTo>
                  <a:lnTo>
                    <a:pt x="11202800" y="4248380"/>
                  </a:lnTo>
                  <a:lnTo>
                    <a:pt x="11209591" y="4201675"/>
                  </a:lnTo>
                  <a:lnTo>
                    <a:pt x="11213721" y="4154159"/>
                  </a:lnTo>
                  <a:lnTo>
                    <a:pt x="11215116" y="4105910"/>
                  </a:lnTo>
                  <a:lnTo>
                    <a:pt x="11215116" y="821181"/>
                  </a:lnTo>
                  <a:lnTo>
                    <a:pt x="11213721" y="772932"/>
                  </a:lnTo>
                  <a:lnTo>
                    <a:pt x="11209591" y="725416"/>
                  </a:lnTo>
                  <a:lnTo>
                    <a:pt x="11202800" y="678711"/>
                  </a:lnTo>
                  <a:lnTo>
                    <a:pt x="11193427" y="632895"/>
                  </a:lnTo>
                  <a:lnTo>
                    <a:pt x="11181548" y="588044"/>
                  </a:lnTo>
                  <a:lnTo>
                    <a:pt x="11167241" y="544234"/>
                  </a:lnTo>
                  <a:lnTo>
                    <a:pt x="11150582" y="501544"/>
                  </a:lnTo>
                  <a:lnTo>
                    <a:pt x="11131648" y="460051"/>
                  </a:lnTo>
                  <a:lnTo>
                    <a:pt x="11110517" y="419830"/>
                  </a:lnTo>
                  <a:lnTo>
                    <a:pt x="11087265" y="380960"/>
                  </a:lnTo>
                  <a:lnTo>
                    <a:pt x="11061970" y="343517"/>
                  </a:lnTo>
                  <a:lnTo>
                    <a:pt x="11034708" y="307578"/>
                  </a:lnTo>
                  <a:lnTo>
                    <a:pt x="11005557" y="273221"/>
                  </a:lnTo>
                  <a:lnTo>
                    <a:pt x="10974593" y="240522"/>
                  </a:lnTo>
                  <a:lnTo>
                    <a:pt x="10941894" y="209558"/>
                  </a:lnTo>
                  <a:lnTo>
                    <a:pt x="10907537" y="180407"/>
                  </a:lnTo>
                  <a:lnTo>
                    <a:pt x="10871598" y="153145"/>
                  </a:lnTo>
                  <a:lnTo>
                    <a:pt x="10834155" y="127850"/>
                  </a:lnTo>
                  <a:lnTo>
                    <a:pt x="10795285" y="104598"/>
                  </a:lnTo>
                  <a:lnTo>
                    <a:pt x="10755064" y="83467"/>
                  </a:lnTo>
                  <a:lnTo>
                    <a:pt x="10713571" y="64533"/>
                  </a:lnTo>
                  <a:lnTo>
                    <a:pt x="10670881" y="47874"/>
                  </a:lnTo>
                  <a:lnTo>
                    <a:pt x="10627071" y="33567"/>
                  </a:lnTo>
                  <a:lnTo>
                    <a:pt x="10582220" y="21688"/>
                  </a:lnTo>
                  <a:lnTo>
                    <a:pt x="10536404" y="12315"/>
                  </a:lnTo>
                  <a:lnTo>
                    <a:pt x="10489699" y="5524"/>
                  </a:lnTo>
                  <a:lnTo>
                    <a:pt x="10442183" y="1394"/>
                  </a:lnTo>
                  <a:lnTo>
                    <a:pt x="10393934" y="0"/>
                  </a:lnTo>
                  <a:close/>
                </a:path>
              </a:pathLst>
            </a:custGeom>
            <a:solidFill>
              <a:srgbClr val="FFFFFF">
                <a:alpha val="9607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2832" y="1842516"/>
              <a:ext cx="3226308" cy="313486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6000" y="2142744"/>
              <a:ext cx="5119115" cy="304495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142357" y="3189858"/>
            <a:ext cx="3606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006089"/>
                </a:solidFill>
                <a:latin typeface="Consolas"/>
                <a:cs typeface="Consolas"/>
              </a:rPr>
              <a:t>=</a:t>
            </a:r>
            <a:endParaRPr sz="4800">
              <a:latin typeface="Consolas"/>
              <a:cs typeface="Consola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696"/>
            <a:ext cx="12192000" cy="6845300"/>
            <a:chOff x="0" y="12696"/>
            <a:chExt cx="12192000" cy="6845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919" y="1078991"/>
              <a:ext cx="159257" cy="50756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9" y="1248155"/>
              <a:ext cx="160020" cy="1600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22832" y="1696211"/>
              <a:ext cx="8514715" cy="986155"/>
            </a:xfrm>
            <a:custGeom>
              <a:avLst/>
              <a:gdLst/>
              <a:ahLst/>
              <a:cxnLst/>
              <a:rect l="l" t="t" r="r" b="b"/>
              <a:pathLst>
                <a:path w="8514715" h="986155">
                  <a:moveTo>
                    <a:pt x="8350250" y="0"/>
                  </a:moveTo>
                  <a:lnTo>
                    <a:pt x="164337" y="0"/>
                  </a:lnTo>
                  <a:lnTo>
                    <a:pt x="120635" y="5867"/>
                  </a:lnTo>
                  <a:lnTo>
                    <a:pt x="81374" y="22427"/>
                  </a:lnTo>
                  <a:lnTo>
                    <a:pt x="48117" y="48117"/>
                  </a:lnTo>
                  <a:lnTo>
                    <a:pt x="22427" y="81374"/>
                  </a:lnTo>
                  <a:lnTo>
                    <a:pt x="5867" y="120635"/>
                  </a:lnTo>
                  <a:lnTo>
                    <a:pt x="0" y="164337"/>
                  </a:lnTo>
                  <a:lnTo>
                    <a:pt x="0" y="821689"/>
                  </a:lnTo>
                  <a:lnTo>
                    <a:pt x="5867" y="865392"/>
                  </a:lnTo>
                  <a:lnTo>
                    <a:pt x="22427" y="904653"/>
                  </a:lnTo>
                  <a:lnTo>
                    <a:pt x="48117" y="937910"/>
                  </a:lnTo>
                  <a:lnTo>
                    <a:pt x="81374" y="963600"/>
                  </a:lnTo>
                  <a:lnTo>
                    <a:pt x="120635" y="980160"/>
                  </a:lnTo>
                  <a:lnTo>
                    <a:pt x="164337" y="986027"/>
                  </a:lnTo>
                  <a:lnTo>
                    <a:pt x="8350250" y="986027"/>
                  </a:lnTo>
                  <a:lnTo>
                    <a:pt x="8393952" y="980160"/>
                  </a:lnTo>
                  <a:lnTo>
                    <a:pt x="8433213" y="963600"/>
                  </a:lnTo>
                  <a:lnTo>
                    <a:pt x="8466470" y="937910"/>
                  </a:lnTo>
                  <a:lnTo>
                    <a:pt x="8492160" y="904653"/>
                  </a:lnTo>
                  <a:lnTo>
                    <a:pt x="8508720" y="865392"/>
                  </a:lnTo>
                  <a:lnTo>
                    <a:pt x="8514588" y="821689"/>
                  </a:lnTo>
                  <a:lnTo>
                    <a:pt x="8514588" y="164337"/>
                  </a:lnTo>
                  <a:lnTo>
                    <a:pt x="8508720" y="120635"/>
                  </a:lnTo>
                  <a:lnTo>
                    <a:pt x="8492160" y="81374"/>
                  </a:lnTo>
                  <a:lnTo>
                    <a:pt x="8466470" y="48117"/>
                  </a:lnTo>
                  <a:lnTo>
                    <a:pt x="8433213" y="22427"/>
                  </a:lnTo>
                  <a:lnTo>
                    <a:pt x="8393952" y="5867"/>
                  </a:lnTo>
                  <a:lnTo>
                    <a:pt x="8350250" y="0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Primary</a:t>
            </a:r>
            <a:r>
              <a:rPr spc="5" dirty="0"/>
              <a:t> </a:t>
            </a:r>
            <a:r>
              <a:rPr spc="-25" dirty="0"/>
              <a:t>Key</a:t>
            </a:r>
          </a:p>
          <a:p>
            <a:pPr>
              <a:lnSpc>
                <a:spcPct val="100000"/>
              </a:lnSpc>
            </a:pPr>
            <a:endParaRPr sz="2700"/>
          </a:p>
          <a:p>
            <a:pPr marL="151765" marR="5080">
              <a:lnSpc>
                <a:spcPct val="100000"/>
              </a:lnSpc>
            </a:pP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column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(or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set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of</a:t>
            </a:r>
            <a:r>
              <a:rPr sz="2000" b="0" u="none" spc="-1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columns)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whose</a:t>
            </a:r>
            <a:r>
              <a:rPr sz="2000" b="0" u="none" spc="-5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value</a:t>
            </a:r>
            <a:r>
              <a:rPr sz="2000" b="0" u="none" spc="-1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exists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and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is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unique</a:t>
            </a:r>
            <a:r>
              <a:rPr sz="2000" b="0" u="none" spc="-25" dirty="0">
                <a:latin typeface="Tahoma"/>
                <a:cs typeface="Tahoma"/>
              </a:rPr>
              <a:t> for </a:t>
            </a:r>
            <a:r>
              <a:rPr sz="2000" b="0" u="none" dirty="0">
                <a:latin typeface="Tahoma"/>
                <a:cs typeface="Tahoma"/>
              </a:rPr>
              <a:t>every</a:t>
            </a:r>
            <a:r>
              <a:rPr sz="2000" b="0" u="none" spc="-3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record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in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table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is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called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 </a:t>
            </a:r>
            <a:r>
              <a:rPr sz="2000" u="none" dirty="0">
                <a:latin typeface="Tahoma"/>
                <a:cs typeface="Tahoma"/>
              </a:rPr>
              <a:t>primary</a:t>
            </a:r>
            <a:r>
              <a:rPr sz="2000" u="none" spc="-15" dirty="0">
                <a:latin typeface="Tahoma"/>
                <a:cs typeface="Tahoma"/>
              </a:rPr>
              <a:t> </a:t>
            </a:r>
            <a:r>
              <a:rPr sz="2000" u="none" spc="-25" dirty="0">
                <a:latin typeface="Tahoma"/>
                <a:cs typeface="Tahoma"/>
              </a:rPr>
              <a:t>key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>
              <a:latin typeface="Tahoma"/>
              <a:cs typeface="Tahoma"/>
            </a:endParaRPr>
          </a:p>
          <a:p>
            <a:pPr marL="292735" indent="-280670">
              <a:lnSpc>
                <a:spcPct val="100000"/>
              </a:lnSpc>
              <a:buChar char="-"/>
              <a:tabLst>
                <a:tab pos="293370" algn="l"/>
              </a:tabLst>
            </a:pPr>
            <a:r>
              <a:rPr sz="2000" u="none" dirty="0"/>
              <a:t>each</a:t>
            </a:r>
            <a:r>
              <a:rPr sz="2000" u="none" spc="-20" dirty="0"/>
              <a:t> </a:t>
            </a:r>
            <a:r>
              <a:rPr sz="2000" u="none" dirty="0"/>
              <a:t>table</a:t>
            </a:r>
            <a:r>
              <a:rPr sz="2000" u="none" spc="-10" dirty="0"/>
              <a:t> </a:t>
            </a:r>
            <a:r>
              <a:rPr sz="2000" u="none" dirty="0"/>
              <a:t>can</a:t>
            </a:r>
            <a:r>
              <a:rPr sz="2000" u="none" spc="-10" dirty="0"/>
              <a:t> </a:t>
            </a:r>
            <a:r>
              <a:rPr sz="2000" u="none" dirty="0"/>
              <a:t>have</a:t>
            </a:r>
            <a:r>
              <a:rPr sz="2000" u="none" spc="-25" dirty="0"/>
              <a:t> </a:t>
            </a:r>
            <a:r>
              <a:rPr sz="2000" u="none" dirty="0"/>
              <a:t>one</a:t>
            </a:r>
            <a:r>
              <a:rPr sz="2000" u="none" spc="-15" dirty="0"/>
              <a:t> </a:t>
            </a:r>
            <a:r>
              <a:rPr sz="2000" u="none" dirty="0"/>
              <a:t>and</a:t>
            </a:r>
            <a:r>
              <a:rPr sz="2000" u="none" spc="-20" dirty="0"/>
              <a:t> </a:t>
            </a:r>
            <a:r>
              <a:rPr sz="2000" u="none" dirty="0"/>
              <a:t>only</a:t>
            </a:r>
            <a:r>
              <a:rPr sz="2000" u="none" spc="-10" dirty="0"/>
              <a:t> </a:t>
            </a:r>
            <a:r>
              <a:rPr sz="2000" u="none" dirty="0"/>
              <a:t>one</a:t>
            </a:r>
            <a:r>
              <a:rPr sz="2000" u="none" spc="-10" dirty="0"/>
              <a:t> </a:t>
            </a:r>
            <a:r>
              <a:rPr sz="2000" u="none" dirty="0"/>
              <a:t>primary</a:t>
            </a:r>
            <a:r>
              <a:rPr sz="2000" u="none" spc="-10" dirty="0"/>
              <a:t> </a:t>
            </a:r>
            <a:r>
              <a:rPr sz="2000" u="none" spc="-25" dirty="0"/>
              <a:t>key</a:t>
            </a:r>
            <a:endParaRPr sz="2000"/>
          </a:p>
          <a:p>
            <a:pPr marL="292735" indent="-280670">
              <a:lnSpc>
                <a:spcPct val="100000"/>
              </a:lnSpc>
              <a:spcBef>
                <a:spcPts val="850"/>
              </a:spcBef>
              <a:buChar char="-"/>
              <a:tabLst>
                <a:tab pos="293370" algn="l"/>
              </a:tabLst>
            </a:pPr>
            <a:r>
              <a:rPr sz="2000" u="none" dirty="0"/>
              <a:t>in</a:t>
            </a:r>
            <a:r>
              <a:rPr sz="2000" u="none" spc="-20" dirty="0"/>
              <a:t> </a:t>
            </a:r>
            <a:r>
              <a:rPr sz="2000" u="none" dirty="0"/>
              <a:t>one</a:t>
            </a:r>
            <a:r>
              <a:rPr sz="2000" u="none" spc="-10" dirty="0"/>
              <a:t> </a:t>
            </a:r>
            <a:r>
              <a:rPr sz="2000" u="none" dirty="0"/>
              <a:t>table,</a:t>
            </a:r>
            <a:r>
              <a:rPr sz="2000" u="none" spc="-10" dirty="0"/>
              <a:t> </a:t>
            </a:r>
            <a:r>
              <a:rPr sz="2000" u="none" dirty="0"/>
              <a:t>you</a:t>
            </a:r>
            <a:r>
              <a:rPr sz="2000" u="none" spc="-15" dirty="0"/>
              <a:t> </a:t>
            </a:r>
            <a:r>
              <a:rPr sz="2000" u="none" dirty="0"/>
              <a:t>cannot</a:t>
            </a:r>
            <a:r>
              <a:rPr sz="2000" u="none" spc="-10" dirty="0"/>
              <a:t> </a:t>
            </a:r>
            <a:r>
              <a:rPr sz="2000" u="none" dirty="0"/>
              <a:t>have</a:t>
            </a:r>
            <a:r>
              <a:rPr sz="2000" u="none" spc="-15" dirty="0"/>
              <a:t> </a:t>
            </a:r>
            <a:r>
              <a:rPr sz="2000" u="none" dirty="0"/>
              <a:t>3</a:t>
            </a:r>
            <a:r>
              <a:rPr sz="2000" u="none" spc="-25" dirty="0"/>
              <a:t> </a:t>
            </a:r>
            <a:r>
              <a:rPr sz="2000" u="none" dirty="0"/>
              <a:t>or</a:t>
            </a:r>
            <a:r>
              <a:rPr sz="2000" u="none" spc="-10" dirty="0"/>
              <a:t> </a:t>
            </a:r>
            <a:r>
              <a:rPr sz="2000" u="none" dirty="0"/>
              <a:t>4</a:t>
            </a:r>
            <a:r>
              <a:rPr sz="2000" u="none" spc="-10" dirty="0"/>
              <a:t> </a:t>
            </a:r>
            <a:r>
              <a:rPr sz="2000" u="none" dirty="0"/>
              <a:t>primary</a:t>
            </a:r>
            <a:r>
              <a:rPr sz="2000" u="none" spc="-10" dirty="0"/>
              <a:t> </a:t>
            </a:r>
            <a:r>
              <a:rPr sz="2000" u="none" spc="-20" dirty="0"/>
              <a:t>keys</a:t>
            </a:r>
            <a:endParaRPr sz="2000"/>
          </a:p>
          <a:p>
            <a:pPr marL="292735" indent="-280670">
              <a:lnSpc>
                <a:spcPct val="100000"/>
              </a:lnSpc>
              <a:spcBef>
                <a:spcPts val="844"/>
              </a:spcBef>
              <a:buChar char="-"/>
              <a:tabLst>
                <a:tab pos="293370" algn="l"/>
              </a:tabLst>
            </a:pPr>
            <a:r>
              <a:rPr sz="2000" u="none" dirty="0"/>
              <a:t>primary</a:t>
            </a:r>
            <a:r>
              <a:rPr sz="2000" u="none" spc="-30" dirty="0"/>
              <a:t> </a:t>
            </a:r>
            <a:r>
              <a:rPr sz="2000" u="none" dirty="0"/>
              <a:t>keys</a:t>
            </a:r>
            <a:r>
              <a:rPr sz="2000" u="none" spc="-10" dirty="0"/>
              <a:t> </a:t>
            </a:r>
            <a:r>
              <a:rPr sz="2000" u="none" dirty="0"/>
              <a:t>are</a:t>
            </a:r>
            <a:r>
              <a:rPr sz="2000" u="none" spc="-20" dirty="0"/>
              <a:t> </a:t>
            </a:r>
            <a:r>
              <a:rPr sz="2000" u="none" dirty="0"/>
              <a:t>the</a:t>
            </a:r>
            <a:r>
              <a:rPr sz="2000" u="none" spc="-20" dirty="0"/>
              <a:t> </a:t>
            </a:r>
            <a:r>
              <a:rPr sz="2000" u="none" dirty="0"/>
              <a:t>unique</a:t>
            </a:r>
            <a:r>
              <a:rPr sz="2000" u="none" spc="-20" dirty="0"/>
              <a:t> </a:t>
            </a:r>
            <a:r>
              <a:rPr sz="2000" u="none" dirty="0"/>
              <a:t>identifiers</a:t>
            </a:r>
            <a:r>
              <a:rPr sz="2000" u="none" spc="-10" dirty="0"/>
              <a:t> </a:t>
            </a:r>
            <a:r>
              <a:rPr sz="2000" u="none" dirty="0"/>
              <a:t>of</a:t>
            </a:r>
            <a:r>
              <a:rPr sz="2000" u="none" spc="-20" dirty="0"/>
              <a:t> </a:t>
            </a:r>
            <a:r>
              <a:rPr sz="2000" u="none" dirty="0"/>
              <a:t>a</a:t>
            </a:r>
            <a:r>
              <a:rPr sz="2000" u="none" spc="-10" dirty="0"/>
              <a:t> table</a:t>
            </a:r>
            <a:endParaRPr sz="2000"/>
          </a:p>
          <a:p>
            <a:pPr marL="292735" indent="-280670">
              <a:lnSpc>
                <a:spcPct val="100000"/>
              </a:lnSpc>
              <a:spcBef>
                <a:spcPts val="844"/>
              </a:spcBef>
              <a:buChar char="-"/>
              <a:tabLst>
                <a:tab pos="293370" algn="l"/>
              </a:tabLst>
            </a:pPr>
            <a:r>
              <a:rPr sz="2000" u="none" dirty="0"/>
              <a:t>cannot</a:t>
            </a:r>
            <a:r>
              <a:rPr sz="2000" u="none" spc="-25" dirty="0"/>
              <a:t> </a:t>
            </a:r>
            <a:r>
              <a:rPr sz="2000" u="none" dirty="0"/>
              <a:t>contain</a:t>
            </a:r>
            <a:r>
              <a:rPr sz="2000" u="none" spc="-25" dirty="0"/>
              <a:t> </a:t>
            </a:r>
            <a:r>
              <a:rPr sz="2000" u="none" dirty="0"/>
              <a:t>null</a:t>
            </a:r>
            <a:r>
              <a:rPr sz="2000" u="none" spc="-40" dirty="0"/>
              <a:t> </a:t>
            </a:r>
            <a:r>
              <a:rPr sz="2000" u="none" spc="-10" dirty="0"/>
              <a:t>values!</a:t>
            </a:r>
            <a:endParaRPr sz="2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696"/>
            <a:ext cx="12192000" cy="6845300"/>
            <a:chOff x="0" y="12696"/>
            <a:chExt cx="12192000" cy="6845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919" y="1078991"/>
              <a:ext cx="159257" cy="50756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9" y="1248155"/>
              <a:ext cx="160020" cy="1600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22832" y="1696211"/>
              <a:ext cx="8514715" cy="986155"/>
            </a:xfrm>
            <a:custGeom>
              <a:avLst/>
              <a:gdLst/>
              <a:ahLst/>
              <a:cxnLst/>
              <a:rect l="l" t="t" r="r" b="b"/>
              <a:pathLst>
                <a:path w="8514715" h="986155">
                  <a:moveTo>
                    <a:pt x="8350250" y="0"/>
                  </a:moveTo>
                  <a:lnTo>
                    <a:pt x="164337" y="0"/>
                  </a:lnTo>
                  <a:lnTo>
                    <a:pt x="120635" y="5867"/>
                  </a:lnTo>
                  <a:lnTo>
                    <a:pt x="81374" y="22427"/>
                  </a:lnTo>
                  <a:lnTo>
                    <a:pt x="48117" y="48117"/>
                  </a:lnTo>
                  <a:lnTo>
                    <a:pt x="22427" y="81374"/>
                  </a:lnTo>
                  <a:lnTo>
                    <a:pt x="5867" y="120635"/>
                  </a:lnTo>
                  <a:lnTo>
                    <a:pt x="0" y="164337"/>
                  </a:lnTo>
                  <a:lnTo>
                    <a:pt x="0" y="821689"/>
                  </a:lnTo>
                  <a:lnTo>
                    <a:pt x="5867" y="865392"/>
                  </a:lnTo>
                  <a:lnTo>
                    <a:pt x="22427" y="904653"/>
                  </a:lnTo>
                  <a:lnTo>
                    <a:pt x="48117" y="937910"/>
                  </a:lnTo>
                  <a:lnTo>
                    <a:pt x="81374" y="963600"/>
                  </a:lnTo>
                  <a:lnTo>
                    <a:pt x="120635" y="980160"/>
                  </a:lnTo>
                  <a:lnTo>
                    <a:pt x="164337" y="986027"/>
                  </a:lnTo>
                  <a:lnTo>
                    <a:pt x="8350250" y="986027"/>
                  </a:lnTo>
                  <a:lnTo>
                    <a:pt x="8393952" y="980160"/>
                  </a:lnTo>
                  <a:lnTo>
                    <a:pt x="8433213" y="963600"/>
                  </a:lnTo>
                  <a:lnTo>
                    <a:pt x="8466470" y="937910"/>
                  </a:lnTo>
                  <a:lnTo>
                    <a:pt x="8492160" y="904653"/>
                  </a:lnTo>
                  <a:lnTo>
                    <a:pt x="8508720" y="865392"/>
                  </a:lnTo>
                  <a:lnTo>
                    <a:pt x="8514588" y="821689"/>
                  </a:lnTo>
                  <a:lnTo>
                    <a:pt x="8514588" y="164337"/>
                  </a:lnTo>
                  <a:lnTo>
                    <a:pt x="8508720" y="120635"/>
                  </a:lnTo>
                  <a:lnTo>
                    <a:pt x="8492160" y="81374"/>
                  </a:lnTo>
                  <a:lnTo>
                    <a:pt x="8466470" y="48117"/>
                  </a:lnTo>
                  <a:lnTo>
                    <a:pt x="8433213" y="22427"/>
                  </a:lnTo>
                  <a:lnTo>
                    <a:pt x="8393952" y="5867"/>
                  </a:lnTo>
                  <a:lnTo>
                    <a:pt x="8350250" y="0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Primary</a:t>
            </a:r>
            <a:r>
              <a:rPr spc="5" dirty="0"/>
              <a:t> </a:t>
            </a:r>
            <a:r>
              <a:rPr spc="-25" dirty="0"/>
              <a:t>Key</a:t>
            </a:r>
          </a:p>
          <a:p>
            <a:pPr>
              <a:lnSpc>
                <a:spcPct val="100000"/>
              </a:lnSpc>
            </a:pPr>
            <a:endParaRPr sz="2700"/>
          </a:p>
          <a:p>
            <a:pPr marL="151765" marR="5080">
              <a:lnSpc>
                <a:spcPct val="100000"/>
              </a:lnSpc>
            </a:pP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column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(or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set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of</a:t>
            </a:r>
            <a:r>
              <a:rPr sz="2000" b="0" u="none" spc="-1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columns)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whose</a:t>
            </a:r>
            <a:r>
              <a:rPr sz="2000" b="0" u="none" spc="-5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value</a:t>
            </a:r>
            <a:r>
              <a:rPr sz="2000" b="0" u="none" spc="-1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exists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and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is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unique</a:t>
            </a:r>
            <a:r>
              <a:rPr sz="2000" b="0" u="none" spc="-25" dirty="0">
                <a:latin typeface="Tahoma"/>
                <a:cs typeface="Tahoma"/>
              </a:rPr>
              <a:t> for </a:t>
            </a:r>
            <a:r>
              <a:rPr sz="2000" b="0" u="none" dirty="0">
                <a:latin typeface="Tahoma"/>
                <a:cs typeface="Tahoma"/>
              </a:rPr>
              <a:t>every</a:t>
            </a:r>
            <a:r>
              <a:rPr sz="2000" b="0" u="none" spc="-3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record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in</a:t>
            </a:r>
            <a:r>
              <a:rPr sz="2000" b="0" u="none" spc="-20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table</a:t>
            </a:r>
            <a:r>
              <a:rPr sz="2000" b="0" u="none" spc="-3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is</a:t>
            </a:r>
            <a:r>
              <a:rPr sz="2000" b="0" u="none" spc="-1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called</a:t>
            </a:r>
            <a:r>
              <a:rPr sz="2000" b="0" u="none" spc="-25" dirty="0">
                <a:latin typeface="Tahoma"/>
                <a:cs typeface="Tahoma"/>
              </a:rPr>
              <a:t> </a:t>
            </a:r>
            <a:r>
              <a:rPr sz="2000" b="0" u="none" dirty="0">
                <a:latin typeface="Tahoma"/>
                <a:cs typeface="Tahoma"/>
              </a:rPr>
              <a:t>a </a:t>
            </a:r>
            <a:r>
              <a:rPr sz="2000" u="none" dirty="0">
                <a:latin typeface="Tahoma"/>
                <a:cs typeface="Tahoma"/>
              </a:rPr>
              <a:t>primary</a:t>
            </a:r>
            <a:r>
              <a:rPr sz="2000" u="none" spc="-15" dirty="0">
                <a:latin typeface="Tahoma"/>
                <a:cs typeface="Tahoma"/>
              </a:rPr>
              <a:t> </a:t>
            </a:r>
            <a:r>
              <a:rPr sz="2000" u="none" spc="-25" dirty="0">
                <a:latin typeface="Tahoma"/>
                <a:cs typeface="Tahoma"/>
              </a:rPr>
              <a:t>key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>
              <a:latin typeface="Tahoma"/>
              <a:cs typeface="Tahoma"/>
            </a:endParaRPr>
          </a:p>
          <a:p>
            <a:pPr marL="292735" indent="-280670">
              <a:lnSpc>
                <a:spcPct val="100000"/>
              </a:lnSpc>
              <a:buChar char="-"/>
              <a:tabLst>
                <a:tab pos="293370" algn="l"/>
              </a:tabLst>
            </a:pPr>
            <a:r>
              <a:rPr sz="2000" u="none" dirty="0"/>
              <a:t>each</a:t>
            </a:r>
            <a:r>
              <a:rPr sz="2000" u="none" spc="-20" dirty="0"/>
              <a:t> </a:t>
            </a:r>
            <a:r>
              <a:rPr sz="2000" u="none" dirty="0"/>
              <a:t>table</a:t>
            </a:r>
            <a:r>
              <a:rPr sz="2000" u="none" spc="-10" dirty="0"/>
              <a:t> </a:t>
            </a:r>
            <a:r>
              <a:rPr sz="2000" u="none" dirty="0"/>
              <a:t>can</a:t>
            </a:r>
            <a:r>
              <a:rPr sz="2000" u="none" spc="-10" dirty="0"/>
              <a:t> </a:t>
            </a:r>
            <a:r>
              <a:rPr sz="2000" u="none" dirty="0"/>
              <a:t>have</a:t>
            </a:r>
            <a:r>
              <a:rPr sz="2000" u="none" spc="-25" dirty="0"/>
              <a:t> </a:t>
            </a:r>
            <a:r>
              <a:rPr sz="2000" u="none" dirty="0"/>
              <a:t>one</a:t>
            </a:r>
            <a:r>
              <a:rPr sz="2000" u="none" spc="-15" dirty="0"/>
              <a:t> </a:t>
            </a:r>
            <a:r>
              <a:rPr sz="2000" u="none" dirty="0"/>
              <a:t>and</a:t>
            </a:r>
            <a:r>
              <a:rPr sz="2000" u="none" spc="-20" dirty="0"/>
              <a:t> </a:t>
            </a:r>
            <a:r>
              <a:rPr sz="2000" u="none" dirty="0"/>
              <a:t>only</a:t>
            </a:r>
            <a:r>
              <a:rPr sz="2000" u="none" spc="-10" dirty="0"/>
              <a:t> </a:t>
            </a:r>
            <a:r>
              <a:rPr sz="2000" u="none" dirty="0"/>
              <a:t>one</a:t>
            </a:r>
            <a:r>
              <a:rPr sz="2000" u="none" spc="-10" dirty="0"/>
              <a:t> </a:t>
            </a:r>
            <a:r>
              <a:rPr sz="2000" u="none" dirty="0"/>
              <a:t>primary</a:t>
            </a:r>
            <a:r>
              <a:rPr sz="2000" u="none" spc="-10" dirty="0"/>
              <a:t> </a:t>
            </a:r>
            <a:r>
              <a:rPr sz="2000" u="none" spc="-25" dirty="0"/>
              <a:t>key</a:t>
            </a:r>
            <a:endParaRPr sz="2000"/>
          </a:p>
          <a:p>
            <a:pPr marL="292735" indent="-280670">
              <a:lnSpc>
                <a:spcPct val="100000"/>
              </a:lnSpc>
              <a:spcBef>
                <a:spcPts val="850"/>
              </a:spcBef>
              <a:buChar char="-"/>
              <a:tabLst>
                <a:tab pos="293370" algn="l"/>
              </a:tabLst>
            </a:pPr>
            <a:r>
              <a:rPr sz="2000" u="none" dirty="0"/>
              <a:t>in</a:t>
            </a:r>
            <a:r>
              <a:rPr sz="2000" u="none" spc="-20" dirty="0"/>
              <a:t> </a:t>
            </a:r>
            <a:r>
              <a:rPr sz="2000" u="none" dirty="0"/>
              <a:t>one</a:t>
            </a:r>
            <a:r>
              <a:rPr sz="2000" u="none" spc="-10" dirty="0"/>
              <a:t> </a:t>
            </a:r>
            <a:r>
              <a:rPr sz="2000" u="none" dirty="0"/>
              <a:t>table,</a:t>
            </a:r>
            <a:r>
              <a:rPr sz="2000" u="none" spc="-10" dirty="0"/>
              <a:t> </a:t>
            </a:r>
            <a:r>
              <a:rPr sz="2000" u="none" dirty="0"/>
              <a:t>you</a:t>
            </a:r>
            <a:r>
              <a:rPr sz="2000" u="none" spc="-15" dirty="0"/>
              <a:t> </a:t>
            </a:r>
            <a:r>
              <a:rPr sz="2000" u="none" dirty="0"/>
              <a:t>cannot</a:t>
            </a:r>
            <a:r>
              <a:rPr sz="2000" u="none" spc="-10" dirty="0"/>
              <a:t> </a:t>
            </a:r>
            <a:r>
              <a:rPr sz="2000" u="none" dirty="0"/>
              <a:t>have</a:t>
            </a:r>
            <a:r>
              <a:rPr sz="2000" u="none" spc="-15" dirty="0"/>
              <a:t> </a:t>
            </a:r>
            <a:r>
              <a:rPr sz="2000" u="none" dirty="0"/>
              <a:t>3</a:t>
            </a:r>
            <a:r>
              <a:rPr sz="2000" u="none" spc="-25" dirty="0"/>
              <a:t> </a:t>
            </a:r>
            <a:r>
              <a:rPr sz="2000" u="none" dirty="0"/>
              <a:t>or</a:t>
            </a:r>
            <a:r>
              <a:rPr sz="2000" u="none" spc="-10" dirty="0"/>
              <a:t> </a:t>
            </a:r>
            <a:r>
              <a:rPr sz="2000" u="none" dirty="0"/>
              <a:t>4</a:t>
            </a:r>
            <a:r>
              <a:rPr sz="2000" u="none" spc="-10" dirty="0"/>
              <a:t> </a:t>
            </a:r>
            <a:r>
              <a:rPr sz="2000" u="none" dirty="0"/>
              <a:t>primary</a:t>
            </a:r>
            <a:r>
              <a:rPr sz="2000" u="none" spc="-10" dirty="0"/>
              <a:t> </a:t>
            </a:r>
            <a:r>
              <a:rPr sz="2000" u="none" spc="-20" dirty="0"/>
              <a:t>keys</a:t>
            </a:r>
            <a:endParaRPr sz="2000"/>
          </a:p>
          <a:p>
            <a:pPr marL="292735" indent="-280670">
              <a:lnSpc>
                <a:spcPct val="100000"/>
              </a:lnSpc>
              <a:spcBef>
                <a:spcPts val="844"/>
              </a:spcBef>
              <a:buChar char="-"/>
              <a:tabLst>
                <a:tab pos="293370" algn="l"/>
              </a:tabLst>
            </a:pPr>
            <a:r>
              <a:rPr sz="2000" u="none" dirty="0"/>
              <a:t>primary</a:t>
            </a:r>
            <a:r>
              <a:rPr sz="2000" u="none" spc="-30" dirty="0"/>
              <a:t> </a:t>
            </a:r>
            <a:r>
              <a:rPr sz="2000" u="none" dirty="0"/>
              <a:t>keys</a:t>
            </a:r>
            <a:r>
              <a:rPr sz="2000" u="none" spc="-10" dirty="0"/>
              <a:t> </a:t>
            </a:r>
            <a:r>
              <a:rPr sz="2000" u="none" dirty="0"/>
              <a:t>are</a:t>
            </a:r>
            <a:r>
              <a:rPr sz="2000" u="none" spc="-20" dirty="0"/>
              <a:t> </a:t>
            </a:r>
            <a:r>
              <a:rPr sz="2000" u="none" dirty="0"/>
              <a:t>the</a:t>
            </a:r>
            <a:r>
              <a:rPr sz="2000" u="none" spc="-20" dirty="0"/>
              <a:t> </a:t>
            </a:r>
            <a:r>
              <a:rPr sz="2000" u="none" dirty="0"/>
              <a:t>unique</a:t>
            </a:r>
            <a:r>
              <a:rPr sz="2000" u="none" spc="-20" dirty="0"/>
              <a:t> </a:t>
            </a:r>
            <a:r>
              <a:rPr sz="2000" u="none" dirty="0"/>
              <a:t>identifiers</a:t>
            </a:r>
            <a:r>
              <a:rPr sz="2000" u="none" spc="-10" dirty="0"/>
              <a:t> </a:t>
            </a:r>
            <a:r>
              <a:rPr sz="2000" u="none" dirty="0"/>
              <a:t>of</a:t>
            </a:r>
            <a:r>
              <a:rPr sz="2000" u="none" spc="-20" dirty="0"/>
              <a:t> </a:t>
            </a:r>
            <a:r>
              <a:rPr sz="2000" u="none" dirty="0"/>
              <a:t>a</a:t>
            </a:r>
            <a:r>
              <a:rPr sz="2000" u="none" spc="-10" dirty="0"/>
              <a:t> table</a:t>
            </a:r>
            <a:endParaRPr sz="2000"/>
          </a:p>
          <a:p>
            <a:pPr marL="292735" indent="-280670">
              <a:lnSpc>
                <a:spcPct val="100000"/>
              </a:lnSpc>
              <a:spcBef>
                <a:spcPts val="844"/>
              </a:spcBef>
              <a:buChar char="-"/>
              <a:tabLst>
                <a:tab pos="293370" algn="l"/>
              </a:tabLst>
            </a:pPr>
            <a:r>
              <a:rPr sz="2000" u="none" dirty="0"/>
              <a:t>cannot</a:t>
            </a:r>
            <a:r>
              <a:rPr sz="2000" u="none" spc="-25" dirty="0"/>
              <a:t> </a:t>
            </a:r>
            <a:r>
              <a:rPr sz="2000" u="none" dirty="0"/>
              <a:t>contain</a:t>
            </a:r>
            <a:r>
              <a:rPr sz="2000" u="none" spc="-25" dirty="0"/>
              <a:t> </a:t>
            </a:r>
            <a:r>
              <a:rPr sz="2000" u="none" dirty="0"/>
              <a:t>null</a:t>
            </a:r>
            <a:r>
              <a:rPr sz="2000" u="none" spc="-40" dirty="0"/>
              <a:t> </a:t>
            </a:r>
            <a:r>
              <a:rPr sz="2000" u="none" spc="-10" dirty="0"/>
              <a:t>values!</a:t>
            </a:r>
            <a:endParaRPr sz="2000"/>
          </a:p>
          <a:p>
            <a:pPr marL="292735" indent="-280670">
              <a:lnSpc>
                <a:spcPct val="100000"/>
              </a:lnSpc>
              <a:spcBef>
                <a:spcPts val="850"/>
              </a:spcBef>
              <a:buChar char="-"/>
              <a:tabLst>
                <a:tab pos="293370" algn="l"/>
              </a:tabLst>
            </a:pPr>
            <a:r>
              <a:rPr sz="2000" u="none" dirty="0"/>
              <a:t>not</a:t>
            </a:r>
            <a:r>
              <a:rPr sz="2000" u="none" spc="-10" dirty="0"/>
              <a:t> </a:t>
            </a:r>
            <a:r>
              <a:rPr sz="2000" u="none" dirty="0"/>
              <a:t>all</a:t>
            </a:r>
            <a:r>
              <a:rPr sz="2000" u="none" spc="-15" dirty="0"/>
              <a:t> </a:t>
            </a:r>
            <a:r>
              <a:rPr sz="2000" u="none" dirty="0"/>
              <a:t>tables</a:t>
            </a:r>
            <a:r>
              <a:rPr sz="2000" u="none" spc="-15" dirty="0"/>
              <a:t> </a:t>
            </a:r>
            <a:r>
              <a:rPr sz="2000" u="none" dirty="0"/>
              <a:t>you</a:t>
            </a:r>
            <a:r>
              <a:rPr sz="2000" u="none" spc="-10" dirty="0"/>
              <a:t> </a:t>
            </a:r>
            <a:r>
              <a:rPr sz="2000" u="none" dirty="0"/>
              <a:t>work</a:t>
            </a:r>
            <a:r>
              <a:rPr sz="2000" u="none" spc="-15" dirty="0"/>
              <a:t> </a:t>
            </a:r>
            <a:r>
              <a:rPr sz="2000" u="none" dirty="0"/>
              <a:t>with</a:t>
            </a:r>
            <a:r>
              <a:rPr sz="2000" u="none" spc="-10" dirty="0"/>
              <a:t> </a:t>
            </a:r>
            <a:r>
              <a:rPr sz="2000" u="none" dirty="0"/>
              <a:t>will</a:t>
            </a:r>
            <a:r>
              <a:rPr sz="2000" u="none" spc="-10" dirty="0"/>
              <a:t> </a:t>
            </a:r>
            <a:r>
              <a:rPr sz="2000" u="none" dirty="0"/>
              <a:t>have</a:t>
            </a:r>
            <a:r>
              <a:rPr sz="2000" u="none" spc="-20" dirty="0"/>
              <a:t> </a:t>
            </a:r>
            <a:r>
              <a:rPr sz="2000" u="none" dirty="0"/>
              <a:t>a</a:t>
            </a:r>
            <a:r>
              <a:rPr sz="2000" u="none" spc="-15" dirty="0"/>
              <a:t> </a:t>
            </a:r>
            <a:r>
              <a:rPr sz="2000" u="none" dirty="0"/>
              <a:t>primary</a:t>
            </a:r>
            <a:r>
              <a:rPr sz="2000" u="none" spc="-15" dirty="0"/>
              <a:t> </a:t>
            </a:r>
            <a:r>
              <a:rPr sz="2000" u="none" spc="-25" dirty="0"/>
              <a:t>key</a:t>
            </a:r>
            <a:endParaRPr sz="2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696"/>
              <a:ext cx="12192000" cy="68453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779507" y="0"/>
              <a:ext cx="2413000" cy="134620"/>
            </a:xfrm>
            <a:custGeom>
              <a:avLst/>
              <a:gdLst/>
              <a:ahLst/>
              <a:cxnLst/>
              <a:rect l="l" t="t" r="r" b="b"/>
              <a:pathLst>
                <a:path w="2413000" h="134620">
                  <a:moveTo>
                    <a:pt x="2412492" y="0"/>
                  </a:moveTo>
                  <a:lnTo>
                    <a:pt x="0" y="0"/>
                  </a:lnTo>
                  <a:lnTo>
                    <a:pt x="0" y="134111"/>
                  </a:lnTo>
                  <a:lnTo>
                    <a:pt x="2412492" y="134111"/>
                  </a:lnTo>
                  <a:lnTo>
                    <a:pt x="24124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696"/>
              <a:ext cx="12192000" cy="68453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-6350" y="-6350"/>
            <a:ext cx="12204700" cy="6870700"/>
            <a:chOff x="-6350" y="-6350"/>
            <a:chExt cx="12204700" cy="6870700"/>
          </a:xfrm>
        </p:grpSpPr>
        <p:sp>
          <p:nvSpPr>
            <p:cNvPr id="8" name="object 8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8000"/>
                  </a:moveTo>
                  <a:lnTo>
                    <a:pt x="12192000" y="68580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7680" y="1202436"/>
              <a:ext cx="11215370" cy="4927600"/>
            </a:xfrm>
            <a:custGeom>
              <a:avLst/>
              <a:gdLst/>
              <a:ahLst/>
              <a:cxnLst/>
              <a:rect l="l" t="t" r="r" b="b"/>
              <a:pathLst>
                <a:path w="11215370" h="4927600">
                  <a:moveTo>
                    <a:pt x="10393934" y="0"/>
                  </a:moveTo>
                  <a:lnTo>
                    <a:pt x="821182" y="0"/>
                  </a:lnTo>
                  <a:lnTo>
                    <a:pt x="772932" y="1394"/>
                  </a:lnTo>
                  <a:lnTo>
                    <a:pt x="725416" y="5524"/>
                  </a:lnTo>
                  <a:lnTo>
                    <a:pt x="678711" y="12315"/>
                  </a:lnTo>
                  <a:lnTo>
                    <a:pt x="632895" y="21688"/>
                  </a:lnTo>
                  <a:lnTo>
                    <a:pt x="588044" y="33567"/>
                  </a:lnTo>
                  <a:lnTo>
                    <a:pt x="544234" y="47874"/>
                  </a:lnTo>
                  <a:lnTo>
                    <a:pt x="501544" y="64533"/>
                  </a:lnTo>
                  <a:lnTo>
                    <a:pt x="460051" y="83467"/>
                  </a:lnTo>
                  <a:lnTo>
                    <a:pt x="419830" y="104598"/>
                  </a:lnTo>
                  <a:lnTo>
                    <a:pt x="380960" y="127850"/>
                  </a:lnTo>
                  <a:lnTo>
                    <a:pt x="343517" y="153145"/>
                  </a:lnTo>
                  <a:lnTo>
                    <a:pt x="307578" y="180407"/>
                  </a:lnTo>
                  <a:lnTo>
                    <a:pt x="273221" y="209558"/>
                  </a:lnTo>
                  <a:lnTo>
                    <a:pt x="240522" y="240522"/>
                  </a:lnTo>
                  <a:lnTo>
                    <a:pt x="209558" y="273221"/>
                  </a:lnTo>
                  <a:lnTo>
                    <a:pt x="180407" y="307578"/>
                  </a:lnTo>
                  <a:lnTo>
                    <a:pt x="153145" y="343517"/>
                  </a:lnTo>
                  <a:lnTo>
                    <a:pt x="127850" y="380960"/>
                  </a:lnTo>
                  <a:lnTo>
                    <a:pt x="104598" y="419830"/>
                  </a:lnTo>
                  <a:lnTo>
                    <a:pt x="83467" y="460051"/>
                  </a:lnTo>
                  <a:lnTo>
                    <a:pt x="64533" y="501544"/>
                  </a:lnTo>
                  <a:lnTo>
                    <a:pt x="47874" y="544234"/>
                  </a:lnTo>
                  <a:lnTo>
                    <a:pt x="33567" y="588044"/>
                  </a:lnTo>
                  <a:lnTo>
                    <a:pt x="21688" y="632895"/>
                  </a:lnTo>
                  <a:lnTo>
                    <a:pt x="12315" y="678711"/>
                  </a:lnTo>
                  <a:lnTo>
                    <a:pt x="5524" y="725416"/>
                  </a:lnTo>
                  <a:lnTo>
                    <a:pt x="1394" y="772932"/>
                  </a:lnTo>
                  <a:lnTo>
                    <a:pt x="0" y="821181"/>
                  </a:lnTo>
                  <a:lnTo>
                    <a:pt x="0" y="4105910"/>
                  </a:lnTo>
                  <a:lnTo>
                    <a:pt x="1394" y="4154159"/>
                  </a:lnTo>
                  <a:lnTo>
                    <a:pt x="5524" y="4201675"/>
                  </a:lnTo>
                  <a:lnTo>
                    <a:pt x="12315" y="4248380"/>
                  </a:lnTo>
                  <a:lnTo>
                    <a:pt x="21688" y="4294196"/>
                  </a:lnTo>
                  <a:lnTo>
                    <a:pt x="33567" y="4339047"/>
                  </a:lnTo>
                  <a:lnTo>
                    <a:pt x="47874" y="4382857"/>
                  </a:lnTo>
                  <a:lnTo>
                    <a:pt x="64533" y="4425547"/>
                  </a:lnTo>
                  <a:lnTo>
                    <a:pt x="83467" y="4467040"/>
                  </a:lnTo>
                  <a:lnTo>
                    <a:pt x="104598" y="4507261"/>
                  </a:lnTo>
                  <a:lnTo>
                    <a:pt x="127850" y="4546131"/>
                  </a:lnTo>
                  <a:lnTo>
                    <a:pt x="153145" y="4583574"/>
                  </a:lnTo>
                  <a:lnTo>
                    <a:pt x="180407" y="4619513"/>
                  </a:lnTo>
                  <a:lnTo>
                    <a:pt x="209558" y="4653870"/>
                  </a:lnTo>
                  <a:lnTo>
                    <a:pt x="240522" y="4686569"/>
                  </a:lnTo>
                  <a:lnTo>
                    <a:pt x="273221" y="4717533"/>
                  </a:lnTo>
                  <a:lnTo>
                    <a:pt x="307578" y="4746684"/>
                  </a:lnTo>
                  <a:lnTo>
                    <a:pt x="343517" y="4773946"/>
                  </a:lnTo>
                  <a:lnTo>
                    <a:pt x="380960" y="4799241"/>
                  </a:lnTo>
                  <a:lnTo>
                    <a:pt x="419830" y="4822493"/>
                  </a:lnTo>
                  <a:lnTo>
                    <a:pt x="460051" y="4843624"/>
                  </a:lnTo>
                  <a:lnTo>
                    <a:pt x="501544" y="4862558"/>
                  </a:lnTo>
                  <a:lnTo>
                    <a:pt x="544234" y="4879217"/>
                  </a:lnTo>
                  <a:lnTo>
                    <a:pt x="588044" y="4893524"/>
                  </a:lnTo>
                  <a:lnTo>
                    <a:pt x="632895" y="4905403"/>
                  </a:lnTo>
                  <a:lnTo>
                    <a:pt x="678711" y="4914776"/>
                  </a:lnTo>
                  <a:lnTo>
                    <a:pt x="725416" y="4921567"/>
                  </a:lnTo>
                  <a:lnTo>
                    <a:pt x="772932" y="4925697"/>
                  </a:lnTo>
                  <a:lnTo>
                    <a:pt x="821182" y="4927092"/>
                  </a:lnTo>
                  <a:lnTo>
                    <a:pt x="10393934" y="4927092"/>
                  </a:lnTo>
                  <a:lnTo>
                    <a:pt x="10442183" y="4925697"/>
                  </a:lnTo>
                  <a:lnTo>
                    <a:pt x="10489699" y="4921567"/>
                  </a:lnTo>
                  <a:lnTo>
                    <a:pt x="10536404" y="4914776"/>
                  </a:lnTo>
                  <a:lnTo>
                    <a:pt x="10582220" y="4905403"/>
                  </a:lnTo>
                  <a:lnTo>
                    <a:pt x="10627071" y="4893524"/>
                  </a:lnTo>
                  <a:lnTo>
                    <a:pt x="10670881" y="4879217"/>
                  </a:lnTo>
                  <a:lnTo>
                    <a:pt x="10713571" y="4862558"/>
                  </a:lnTo>
                  <a:lnTo>
                    <a:pt x="10755064" y="4843624"/>
                  </a:lnTo>
                  <a:lnTo>
                    <a:pt x="10795285" y="4822493"/>
                  </a:lnTo>
                  <a:lnTo>
                    <a:pt x="10834155" y="4799241"/>
                  </a:lnTo>
                  <a:lnTo>
                    <a:pt x="10871598" y="4773946"/>
                  </a:lnTo>
                  <a:lnTo>
                    <a:pt x="10907537" y="4746684"/>
                  </a:lnTo>
                  <a:lnTo>
                    <a:pt x="10941894" y="4717533"/>
                  </a:lnTo>
                  <a:lnTo>
                    <a:pt x="10974593" y="4686569"/>
                  </a:lnTo>
                  <a:lnTo>
                    <a:pt x="11005557" y="4653870"/>
                  </a:lnTo>
                  <a:lnTo>
                    <a:pt x="11034708" y="4619513"/>
                  </a:lnTo>
                  <a:lnTo>
                    <a:pt x="11061970" y="4583574"/>
                  </a:lnTo>
                  <a:lnTo>
                    <a:pt x="11087265" y="4546131"/>
                  </a:lnTo>
                  <a:lnTo>
                    <a:pt x="11110517" y="4507261"/>
                  </a:lnTo>
                  <a:lnTo>
                    <a:pt x="11131648" y="4467040"/>
                  </a:lnTo>
                  <a:lnTo>
                    <a:pt x="11150582" y="4425547"/>
                  </a:lnTo>
                  <a:lnTo>
                    <a:pt x="11167241" y="4382857"/>
                  </a:lnTo>
                  <a:lnTo>
                    <a:pt x="11181548" y="4339047"/>
                  </a:lnTo>
                  <a:lnTo>
                    <a:pt x="11193427" y="4294196"/>
                  </a:lnTo>
                  <a:lnTo>
                    <a:pt x="11202800" y="4248380"/>
                  </a:lnTo>
                  <a:lnTo>
                    <a:pt x="11209591" y="4201675"/>
                  </a:lnTo>
                  <a:lnTo>
                    <a:pt x="11213721" y="4154159"/>
                  </a:lnTo>
                  <a:lnTo>
                    <a:pt x="11215116" y="4105910"/>
                  </a:lnTo>
                  <a:lnTo>
                    <a:pt x="11215116" y="821181"/>
                  </a:lnTo>
                  <a:lnTo>
                    <a:pt x="11213721" y="772932"/>
                  </a:lnTo>
                  <a:lnTo>
                    <a:pt x="11209591" y="725416"/>
                  </a:lnTo>
                  <a:lnTo>
                    <a:pt x="11202800" y="678711"/>
                  </a:lnTo>
                  <a:lnTo>
                    <a:pt x="11193427" y="632895"/>
                  </a:lnTo>
                  <a:lnTo>
                    <a:pt x="11181548" y="588044"/>
                  </a:lnTo>
                  <a:lnTo>
                    <a:pt x="11167241" y="544234"/>
                  </a:lnTo>
                  <a:lnTo>
                    <a:pt x="11150582" y="501544"/>
                  </a:lnTo>
                  <a:lnTo>
                    <a:pt x="11131648" y="460051"/>
                  </a:lnTo>
                  <a:lnTo>
                    <a:pt x="11110517" y="419830"/>
                  </a:lnTo>
                  <a:lnTo>
                    <a:pt x="11087265" y="380960"/>
                  </a:lnTo>
                  <a:lnTo>
                    <a:pt x="11061970" y="343517"/>
                  </a:lnTo>
                  <a:lnTo>
                    <a:pt x="11034708" y="307578"/>
                  </a:lnTo>
                  <a:lnTo>
                    <a:pt x="11005557" y="273221"/>
                  </a:lnTo>
                  <a:lnTo>
                    <a:pt x="10974593" y="240522"/>
                  </a:lnTo>
                  <a:lnTo>
                    <a:pt x="10941894" y="209558"/>
                  </a:lnTo>
                  <a:lnTo>
                    <a:pt x="10907537" y="180407"/>
                  </a:lnTo>
                  <a:lnTo>
                    <a:pt x="10871598" y="153145"/>
                  </a:lnTo>
                  <a:lnTo>
                    <a:pt x="10834155" y="127850"/>
                  </a:lnTo>
                  <a:lnTo>
                    <a:pt x="10795285" y="104598"/>
                  </a:lnTo>
                  <a:lnTo>
                    <a:pt x="10755064" y="83467"/>
                  </a:lnTo>
                  <a:lnTo>
                    <a:pt x="10713571" y="64533"/>
                  </a:lnTo>
                  <a:lnTo>
                    <a:pt x="10670881" y="47874"/>
                  </a:lnTo>
                  <a:lnTo>
                    <a:pt x="10627071" y="33567"/>
                  </a:lnTo>
                  <a:lnTo>
                    <a:pt x="10582220" y="21688"/>
                  </a:lnTo>
                  <a:lnTo>
                    <a:pt x="10536404" y="12315"/>
                  </a:lnTo>
                  <a:lnTo>
                    <a:pt x="10489699" y="5524"/>
                  </a:lnTo>
                  <a:lnTo>
                    <a:pt x="10442183" y="1394"/>
                  </a:lnTo>
                  <a:lnTo>
                    <a:pt x="10393934" y="0"/>
                  </a:lnTo>
                  <a:close/>
                </a:path>
              </a:pathLst>
            </a:custGeom>
            <a:solidFill>
              <a:srgbClr val="FFFFFF">
                <a:alpha val="9607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2084" y="2098548"/>
              <a:ext cx="3226308" cy="313334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012037" y="1661921"/>
            <a:ext cx="2882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089"/>
                </a:solidFill>
                <a:latin typeface="Consolas"/>
                <a:cs typeface="Consolas"/>
              </a:rPr>
              <a:t>relational</a:t>
            </a:r>
            <a:r>
              <a:rPr sz="2400" b="1" spc="4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400" b="1" spc="-10" dirty="0">
                <a:solidFill>
                  <a:srgbClr val="006089"/>
                </a:solidFill>
                <a:latin typeface="Consolas"/>
                <a:cs typeface="Consolas"/>
              </a:rPr>
              <a:t>schema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-6096"/>
            <a:ext cx="12204700" cy="6870700"/>
            <a:chOff x="-6095" y="-6096"/>
            <a:chExt cx="12204700" cy="6870700"/>
          </a:xfrm>
        </p:grpSpPr>
        <p:sp>
          <p:nvSpPr>
            <p:cNvPr id="3" name="object 3"/>
            <p:cNvSpPr/>
            <p:nvPr/>
          </p:nvSpPr>
          <p:spPr>
            <a:xfrm>
              <a:off x="0" y="12696"/>
              <a:ext cx="12192000" cy="6845300"/>
            </a:xfrm>
            <a:custGeom>
              <a:avLst/>
              <a:gdLst/>
              <a:ahLst/>
              <a:cxnLst/>
              <a:rect l="l" t="t" r="r" b="b"/>
              <a:pathLst>
                <a:path w="12192000" h="6845300">
                  <a:moveTo>
                    <a:pt x="8988511" y="6349999"/>
                  </a:moveTo>
                  <a:lnTo>
                    <a:pt x="8930259" y="6349999"/>
                  </a:lnTo>
                  <a:lnTo>
                    <a:pt x="8975264" y="6375399"/>
                  </a:lnTo>
                  <a:lnTo>
                    <a:pt x="9024483" y="6400799"/>
                  </a:lnTo>
                  <a:lnTo>
                    <a:pt x="9127124" y="6451599"/>
                  </a:lnTo>
                  <a:lnTo>
                    <a:pt x="9176330" y="6476999"/>
                  </a:lnTo>
                  <a:lnTo>
                    <a:pt x="9221313" y="6502399"/>
                  </a:lnTo>
                  <a:lnTo>
                    <a:pt x="9259965" y="6527800"/>
                  </a:lnTo>
                  <a:lnTo>
                    <a:pt x="9290177" y="6553200"/>
                  </a:lnTo>
                  <a:lnTo>
                    <a:pt x="9337315" y="6565900"/>
                  </a:lnTo>
                  <a:lnTo>
                    <a:pt x="9423068" y="6604000"/>
                  </a:lnTo>
                  <a:lnTo>
                    <a:pt x="9470136" y="6616700"/>
                  </a:lnTo>
                  <a:lnTo>
                    <a:pt x="9475055" y="6629400"/>
                  </a:lnTo>
                  <a:lnTo>
                    <a:pt x="9492630" y="6654800"/>
                  </a:lnTo>
                  <a:lnTo>
                    <a:pt x="9527089" y="6667500"/>
                  </a:lnTo>
                  <a:lnTo>
                    <a:pt x="9582658" y="6680200"/>
                  </a:lnTo>
                  <a:lnTo>
                    <a:pt x="9611947" y="6705600"/>
                  </a:lnTo>
                  <a:lnTo>
                    <a:pt x="9648360" y="6731000"/>
                  </a:lnTo>
                  <a:lnTo>
                    <a:pt x="9690577" y="6743700"/>
                  </a:lnTo>
                  <a:lnTo>
                    <a:pt x="9737280" y="6756400"/>
                  </a:lnTo>
                  <a:lnTo>
                    <a:pt x="9787150" y="6781800"/>
                  </a:lnTo>
                  <a:lnTo>
                    <a:pt x="9942576" y="6819900"/>
                  </a:lnTo>
                  <a:lnTo>
                    <a:pt x="9965055" y="6819900"/>
                  </a:lnTo>
                  <a:lnTo>
                    <a:pt x="10006335" y="6845300"/>
                  </a:lnTo>
                  <a:lnTo>
                    <a:pt x="10063464" y="6845300"/>
                  </a:lnTo>
                  <a:lnTo>
                    <a:pt x="10024433" y="6819900"/>
                  </a:lnTo>
                  <a:lnTo>
                    <a:pt x="9987534" y="6794500"/>
                  </a:lnTo>
                  <a:lnTo>
                    <a:pt x="9976292" y="6781800"/>
                  </a:lnTo>
                  <a:lnTo>
                    <a:pt x="9948179" y="6781800"/>
                  </a:lnTo>
                  <a:lnTo>
                    <a:pt x="9875012" y="6756400"/>
                  </a:lnTo>
                  <a:lnTo>
                    <a:pt x="9779239" y="6705600"/>
                  </a:lnTo>
                  <a:lnTo>
                    <a:pt x="9737280" y="6692900"/>
                  </a:lnTo>
                  <a:lnTo>
                    <a:pt x="9708444" y="6667500"/>
                  </a:lnTo>
                  <a:lnTo>
                    <a:pt x="9699610" y="6654800"/>
                  </a:lnTo>
                  <a:lnTo>
                    <a:pt x="9717659" y="6642100"/>
                  </a:lnTo>
                  <a:lnTo>
                    <a:pt x="9722205" y="6629400"/>
                  </a:lnTo>
                  <a:lnTo>
                    <a:pt x="9703546" y="6616700"/>
                  </a:lnTo>
                  <a:lnTo>
                    <a:pt x="9663812" y="6604000"/>
                  </a:lnTo>
                  <a:lnTo>
                    <a:pt x="9605137" y="6591300"/>
                  </a:lnTo>
                  <a:lnTo>
                    <a:pt x="9579834" y="6578600"/>
                  </a:lnTo>
                  <a:lnTo>
                    <a:pt x="9425178" y="6578600"/>
                  </a:lnTo>
                  <a:lnTo>
                    <a:pt x="9398835" y="6565900"/>
                  </a:lnTo>
                  <a:lnTo>
                    <a:pt x="9383029" y="6565900"/>
                  </a:lnTo>
                  <a:lnTo>
                    <a:pt x="9371439" y="6553200"/>
                  </a:lnTo>
                  <a:lnTo>
                    <a:pt x="9357741" y="6553200"/>
                  </a:lnTo>
                  <a:lnTo>
                    <a:pt x="9273250" y="6502399"/>
                  </a:lnTo>
                  <a:lnTo>
                    <a:pt x="9098621" y="6400799"/>
                  </a:lnTo>
                  <a:lnTo>
                    <a:pt x="9054504" y="6388099"/>
                  </a:lnTo>
                  <a:lnTo>
                    <a:pt x="8988511" y="6349999"/>
                  </a:lnTo>
                  <a:close/>
                </a:path>
                <a:path w="12192000" h="6845300">
                  <a:moveTo>
                    <a:pt x="11292205" y="6680200"/>
                  </a:moveTo>
                  <a:lnTo>
                    <a:pt x="10684891" y="6680200"/>
                  </a:lnTo>
                  <a:lnTo>
                    <a:pt x="10709479" y="6705600"/>
                  </a:lnTo>
                  <a:lnTo>
                    <a:pt x="10746724" y="6731000"/>
                  </a:lnTo>
                  <a:lnTo>
                    <a:pt x="10792422" y="6756400"/>
                  </a:lnTo>
                  <a:lnTo>
                    <a:pt x="10842371" y="6781800"/>
                  </a:lnTo>
                  <a:lnTo>
                    <a:pt x="10861337" y="6781800"/>
                  </a:lnTo>
                  <a:lnTo>
                    <a:pt x="10864850" y="6794500"/>
                  </a:lnTo>
                  <a:lnTo>
                    <a:pt x="10898921" y="6819900"/>
                  </a:lnTo>
                  <a:lnTo>
                    <a:pt x="10935112" y="6832600"/>
                  </a:lnTo>
                  <a:lnTo>
                    <a:pt x="10961943" y="6845300"/>
                  </a:lnTo>
                  <a:lnTo>
                    <a:pt x="11092576" y="6845300"/>
                  </a:lnTo>
                  <a:lnTo>
                    <a:pt x="11059209" y="6819900"/>
                  </a:lnTo>
                  <a:lnTo>
                    <a:pt x="11044809" y="6794500"/>
                  </a:lnTo>
                  <a:lnTo>
                    <a:pt x="11157204" y="6794500"/>
                  </a:lnTo>
                  <a:lnTo>
                    <a:pt x="11130987" y="6781800"/>
                  </a:lnTo>
                  <a:lnTo>
                    <a:pt x="11134757" y="6769100"/>
                  </a:lnTo>
                  <a:lnTo>
                    <a:pt x="11157267" y="6756400"/>
                  </a:lnTo>
                  <a:lnTo>
                    <a:pt x="11187270" y="6743700"/>
                  </a:lnTo>
                  <a:lnTo>
                    <a:pt x="11213519" y="6743700"/>
                  </a:lnTo>
                  <a:lnTo>
                    <a:pt x="11224768" y="6731000"/>
                  </a:lnTo>
                  <a:lnTo>
                    <a:pt x="11382248" y="6731000"/>
                  </a:lnTo>
                  <a:lnTo>
                    <a:pt x="11355480" y="6718300"/>
                  </a:lnTo>
                  <a:lnTo>
                    <a:pt x="11320319" y="6705600"/>
                  </a:lnTo>
                  <a:lnTo>
                    <a:pt x="11293611" y="6692900"/>
                  </a:lnTo>
                  <a:lnTo>
                    <a:pt x="11292205" y="6680200"/>
                  </a:lnTo>
                  <a:close/>
                </a:path>
                <a:path w="12192000" h="6845300">
                  <a:moveTo>
                    <a:pt x="11157204" y="6794500"/>
                  </a:moveTo>
                  <a:lnTo>
                    <a:pt x="11044809" y="6794500"/>
                  </a:lnTo>
                  <a:lnTo>
                    <a:pt x="11099445" y="6819900"/>
                  </a:lnTo>
                  <a:lnTo>
                    <a:pt x="11152865" y="6845300"/>
                  </a:lnTo>
                  <a:lnTo>
                    <a:pt x="11261367" y="6845300"/>
                  </a:lnTo>
                  <a:lnTo>
                    <a:pt x="11211478" y="6819900"/>
                  </a:lnTo>
                  <a:lnTo>
                    <a:pt x="11157204" y="6794500"/>
                  </a:lnTo>
                  <a:close/>
                </a:path>
                <a:path w="12192000" h="6845300">
                  <a:moveTo>
                    <a:pt x="11382248" y="6731000"/>
                  </a:moveTo>
                  <a:lnTo>
                    <a:pt x="11261296" y="6731000"/>
                  </a:lnTo>
                  <a:lnTo>
                    <a:pt x="11284829" y="6743700"/>
                  </a:lnTo>
                  <a:lnTo>
                    <a:pt x="11314684" y="6756400"/>
                  </a:lnTo>
                  <a:lnTo>
                    <a:pt x="11509017" y="6845300"/>
                  </a:lnTo>
                  <a:lnTo>
                    <a:pt x="11621533" y="6845300"/>
                  </a:lnTo>
                  <a:lnTo>
                    <a:pt x="11382248" y="6731000"/>
                  </a:lnTo>
                  <a:close/>
                </a:path>
                <a:path w="12192000" h="6845300">
                  <a:moveTo>
                    <a:pt x="11489863" y="6642100"/>
                  </a:moveTo>
                  <a:lnTo>
                    <a:pt x="11314684" y="6642100"/>
                  </a:lnTo>
                  <a:lnTo>
                    <a:pt x="11357959" y="6654800"/>
                  </a:lnTo>
                  <a:lnTo>
                    <a:pt x="11390661" y="6667500"/>
                  </a:lnTo>
                  <a:lnTo>
                    <a:pt x="11419125" y="6680200"/>
                  </a:lnTo>
                  <a:lnTo>
                    <a:pt x="11449685" y="6680200"/>
                  </a:lnTo>
                  <a:lnTo>
                    <a:pt x="11501375" y="6692900"/>
                  </a:lnTo>
                  <a:lnTo>
                    <a:pt x="11543616" y="6705600"/>
                  </a:lnTo>
                  <a:lnTo>
                    <a:pt x="11580740" y="6731000"/>
                  </a:lnTo>
                  <a:lnTo>
                    <a:pt x="11617074" y="6743700"/>
                  </a:lnTo>
                  <a:lnTo>
                    <a:pt x="11656950" y="6756400"/>
                  </a:lnTo>
                  <a:lnTo>
                    <a:pt x="11704697" y="6781800"/>
                  </a:lnTo>
                  <a:lnTo>
                    <a:pt x="11764645" y="6794500"/>
                  </a:lnTo>
                  <a:lnTo>
                    <a:pt x="11734067" y="6781800"/>
                  </a:lnTo>
                  <a:lnTo>
                    <a:pt x="11688714" y="6769100"/>
                  </a:lnTo>
                  <a:lnTo>
                    <a:pt x="11647576" y="6743700"/>
                  </a:lnTo>
                  <a:lnTo>
                    <a:pt x="11629644" y="6731000"/>
                  </a:lnTo>
                  <a:lnTo>
                    <a:pt x="11617381" y="6718300"/>
                  </a:lnTo>
                  <a:lnTo>
                    <a:pt x="11586626" y="6692900"/>
                  </a:lnTo>
                  <a:lnTo>
                    <a:pt x="11546428" y="6667500"/>
                  </a:lnTo>
                  <a:lnTo>
                    <a:pt x="11505834" y="6654800"/>
                  </a:lnTo>
                  <a:lnTo>
                    <a:pt x="11489863" y="6642100"/>
                  </a:lnTo>
                  <a:close/>
                </a:path>
                <a:path w="12192000" h="6845300">
                  <a:moveTo>
                    <a:pt x="12192000" y="6235699"/>
                  </a:moveTo>
                  <a:lnTo>
                    <a:pt x="11202289" y="6235699"/>
                  </a:lnTo>
                  <a:lnTo>
                    <a:pt x="11235412" y="6261099"/>
                  </a:lnTo>
                  <a:lnTo>
                    <a:pt x="11247247" y="6261099"/>
                  </a:lnTo>
                  <a:lnTo>
                    <a:pt x="11331737" y="6311899"/>
                  </a:lnTo>
                  <a:lnTo>
                    <a:pt x="11418437" y="6362699"/>
                  </a:lnTo>
                  <a:lnTo>
                    <a:pt x="11462309" y="6375399"/>
                  </a:lnTo>
                  <a:lnTo>
                    <a:pt x="11725112" y="6527800"/>
                  </a:lnTo>
                  <a:lnTo>
                    <a:pt x="11809603" y="6578600"/>
                  </a:lnTo>
                  <a:lnTo>
                    <a:pt x="11847907" y="6591300"/>
                  </a:lnTo>
                  <a:lnTo>
                    <a:pt x="11887685" y="6616700"/>
                  </a:lnTo>
                  <a:lnTo>
                    <a:pt x="11928752" y="6642100"/>
                  </a:lnTo>
                  <a:lnTo>
                    <a:pt x="11970926" y="6667500"/>
                  </a:lnTo>
                  <a:lnTo>
                    <a:pt x="12014025" y="6680200"/>
                  </a:lnTo>
                  <a:lnTo>
                    <a:pt x="12057864" y="6705600"/>
                  </a:lnTo>
                  <a:lnTo>
                    <a:pt x="12192000" y="6781800"/>
                  </a:lnTo>
                  <a:lnTo>
                    <a:pt x="12192000" y="6235699"/>
                  </a:lnTo>
                  <a:close/>
                </a:path>
                <a:path w="12192000" h="6845300">
                  <a:moveTo>
                    <a:pt x="11512154" y="6591300"/>
                  </a:moveTo>
                  <a:lnTo>
                    <a:pt x="11472164" y="6591300"/>
                  </a:lnTo>
                  <a:lnTo>
                    <a:pt x="11539601" y="6642100"/>
                  </a:lnTo>
                  <a:lnTo>
                    <a:pt x="11553244" y="6654800"/>
                  </a:lnTo>
                  <a:lnTo>
                    <a:pt x="11588759" y="6667500"/>
                  </a:lnTo>
                  <a:lnTo>
                    <a:pt x="11638026" y="6692900"/>
                  </a:lnTo>
                  <a:lnTo>
                    <a:pt x="11692922" y="6705600"/>
                  </a:lnTo>
                  <a:lnTo>
                    <a:pt x="11745329" y="6731000"/>
                  </a:lnTo>
                  <a:lnTo>
                    <a:pt x="11787124" y="6756400"/>
                  </a:lnTo>
                  <a:lnTo>
                    <a:pt x="11765678" y="6731000"/>
                  </a:lnTo>
                  <a:lnTo>
                    <a:pt x="11733672" y="6705600"/>
                  </a:lnTo>
                  <a:lnTo>
                    <a:pt x="11689022" y="6680200"/>
                  </a:lnTo>
                  <a:lnTo>
                    <a:pt x="11629644" y="6667500"/>
                  </a:lnTo>
                  <a:lnTo>
                    <a:pt x="11551965" y="6616700"/>
                  </a:lnTo>
                  <a:lnTo>
                    <a:pt x="11512154" y="6591300"/>
                  </a:lnTo>
                  <a:close/>
                </a:path>
                <a:path w="12192000" h="6845300">
                  <a:moveTo>
                    <a:pt x="12192000" y="6184899"/>
                  </a:moveTo>
                  <a:lnTo>
                    <a:pt x="9672574" y="6184899"/>
                  </a:lnTo>
                  <a:lnTo>
                    <a:pt x="9732357" y="6197599"/>
                  </a:lnTo>
                  <a:lnTo>
                    <a:pt x="9779460" y="6210299"/>
                  </a:lnTo>
                  <a:lnTo>
                    <a:pt x="9818110" y="6235699"/>
                  </a:lnTo>
                  <a:lnTo>
                    <a:pt x="9852533" y="6261099"/>
                  </a:lnTo>
                  <a:lnTo>
                    <a:pt x="9991752" y="6337299"/>
                  </a:lnTo>
                  <a:lnTo>
                    <a:pt x="10038153" y="6349999"/>
                  </a:lnTo>
                  <a:lnTo>
                    <a:pt x="10316520" y="6502399"/>
                  </a:lnTo>
                  <a:lnTo>
                    <a:pt x="10362910" y="6515100"/>
                  </a:lnTo>
                  <a:lnTo>
                    <a:pt x="10594848" y="6642100"/>
                  </a:lnTo>
                  <a:lnTo>
                    <a:pt x="10612078" y="6654800"/>
                  </a:lnTo>
                  <a:lnTo>
                    <a:pt x="10631439" y="6667500"/>
                  </a:lnTo>
                  <a:lnTo>
                    <a:pt x="10655016" y="6680200"/>
                  </a:lnTo>
                  <a:lnTo>
                    <a:pt x="11330543" y="6680200"/>
                  </a:lnTo>
                  <a:lnTo>
                    <a:pt x="11328781" y="6667500"/>
                  </a:lnTo>
                  <a:lnTo>
                    <a:pt x="11314350" y="6654800"/>
                  </a:lnTo>
                  <a:lnTo>
                    <a:pt x="11314684" y="6642100"/>
                  </a:lnTo>
                  <a:lnTo>
                    <a:pt x="11489863" y="6642100"/>
                  </a:lnTo>
                  <a:lnTo>
                    <a:pt x="11473893" y="6629400"/>
                  </a:lnTo>
                  <a:lnTo>
                    <a:pt x="11459653" y="6616700"/>
                  </a:lnTo>
                  <a:lnTo>
                    <a:pt x="11472164" y="6591300"/>
                  </a:lnTo>
                  <a:lnTo>
                    <a:pt x="11512154" y="6591300"/>
                  </a:lnTo>
                  <a:lnTo>
                    <a:pt x="11471167" y="6578600"/>
                  </a:lnTo>
                  <a:lnTo>
                    <a:pt x="11428604" y="6553200"/>
                  </a:lnTo>
                  <a:lnTo>
                    <a:pt x="11384068" y="6527800"/>
                  </a:lnTo>
                  <a:lnTo>
                    <a:pt x="11337163" y="6502399"/>
                  </a:lnTo>
                  <a:lnTo>
                    <a:pt x="11578839" y="6502399"/>
                  </a:lnTo>
                  <a:lnTo>
                    <a:pt x="11553843" y="6476999"/>
                  </a:lnTo>
                  <a:lnTo>
                    <a:pt x="11515097" y="6451599"/>
                  </a:lnTo>
                  <a:lnTo>
                    <a:pt x="11475021" y="6426199"/>
                  </a:lnTo>
                  <a:lnTo>
                    <a:pt x="11433537" y="6388099"/>
                  </a:lnTo>
                  <a:lnTo>
                    <a:pt x="11390568" y="6362699"/>
                  </a:lnTo>
                  <a:lnTo>
                    <a:pt x="11346037" y="6337299"/>
                  </a:lnTo>
                  <a:lnTo>
                    <a:pt x="11299864" y="6299199"/>
                  </a:lnTo>
                  <a:lnTo>
                    <a:pt x="11251974" y="6273799"/>
                  </a:lnTo>
                  <a:lnTo>
                    <a:pt x="11235412" y="6261099"/>
                  </a:lnTo>
                  <a:lnTo>
                    <a:pt x="11233197" y="6261099"/>
                  </a:lnTo>
                  <a:lnTo>
                    <a:pt x="11218797" y="6248399"/>
                  </a:lnTo>
                  <a:lnTo>
                    <a:pt x="11202289" y="6235699"/>
                  </a:lnTo>
                  <a:lnTo>
                    <a:pt x="12192000" y="6235699"/>
                  </a:lnTo>
                  <a:lnTo>
                    <a:pt x="12192000" y="6184899"/>
                  </a:lnTo>
                  <a:close/>
                </a:path>
                <a:path w="12192000" h="6845300">
                  <a:moveTo>
                    <a:pt x="11578839" y="6502399"/>
                  </a:moveTo>
                  <a:lnTo>
                    <a:pt x="11337163" y="6502399"/>
                  </a:lnTo>
                  <a:lnTo>
                    <a:pt x="11384134" y="6527800"/>
                  </a:lnTo>
                  <a:lnTo>
                    <a:pt x="11560157" y="6578600"/>
                  </a:lnTo>
                  <a:lnTo>
                    <a:pt x="11605151" y="6604000"/>
                  </a:lnTo>
                  <a:lnTo>
                    <a:pt x="11652123" y="6616700"/>
                  </a:lnTo>
                  <a:lnTo>
                    <a:pt x="11656337" y="6629400"/>
                  </a:lnTo>
                  <a:lnTo>
                    <a:pt x="11668982" y="6642100"/>
                  </a:lnTo>
                  <a:lnTo>
                    <a:pt x="11690056" y="6654800"/>
                  </a:lnTo>
                  <a:lnTo>
                    <a:pt x="11719560" y="6680200"/>
                  </a:lnTo>
                  <a:lnTo>
                    <a:pt x="11744920" y="6667500"/>
                  </a:lnTo>
                  <a:lnTo>
                    <a:pt x="11753373" y="6654800"/>
                  </a:lnTo>
                  <a:lnTo>
                    <a:pt x="11744920" y="6642100"/>
                  </a:lnTo>
                  <a:lnTo>
                    <a:pt x="11719560" y="6616700"/>
                  </a:lnTo>
                  <a:lnTo>
                    <a:pt x="11708320" y="6616700"/>
                  </a:lnTo>
                  <a:lnTo>
                    <a:pt x="11700593" y="6604000"/>
                  </a:lnTo>
                  <a:lnTo>
                    <a:pt x="11697081" y="6591300"/>
                  </a:lnTo>
                  <a:lnTo>
                    <a:pt x="11662878" y="6565900"/>
                  </a:lnTo>
                  <a:lnTo>
                    <a:pt x="11627656" y="6540500"/>
                  </a:lnTo>
                  <a:lnTo>
                    <a:pt x="11591337" y="6515100"/>
                  </a:lnTo>
                  <a:lnTo>
                    <a:pt x="11578839" y="6502399"/>
                  </a:lnTo>
                  <a:close/>
                </a:path>
                <a:path w="12192000" h="6845300">
                  <a:moveTo>
                    <a:pt x="4671133" y="6324599"/>
                  </a:moveTo>
                  <a:lnTo>
                    <a:pt x="4588891" y="6324599"/>
                  </a:lnTo>
                  <a:lnTo>
                    <a:pt x="4903851" y="6489699"/>
                  </a:lnTo>
                  <a:lnTo>
                    <a:pt x="4924925" y="6502399"/>
                  </a:lnTo>
                  <a:lnTo>
                    <a:pt x="4954428" y="6515100"/>
                  </a:lnTo>
                  <a:lnTo>
                    <a:pt x="4992362" y="6527800"/>
                  </a:lnTo>
                  <a:lnTo>
                    <a:pt x="5055955" y="6527800"/>
                  </a:lnTo>
                  <a:lnTo>
                    <a:pt x="5075316" y="6540500"/>
                  </a:lnTo>
                  <a:lnTo>
                    <a:pt x="5098893" y="6553200"/>
                  </a:lnTo>
                  <a:lnTo>
                    <a:pt x="5128768" y="6578600"/>
                  </a:lnTo>
                  <a:lnTo>
                    <a:pt x="5151247" y="6578600"/>
                  </a:lnTo>
                  <a:lnTo>
                    <a:pt x="5119716" y="6540500"/>
                  </a:lnTo>
                  <a:lnTo>
                    <a:pt x="5083454" y="6515100"/>
                  </a:lnTo>
                  <a:lnTo>
                    <a:pt x="5043248" y="6502399"/>
                  </a:lnTo>
                  <a:lnTo>
                    <a:pt x="4999888" y="6476999"/>
                  </a:lnTo>
                  <a:lnTo>
                    <a:pt x="4954161" y="6451599"/>
                  </a:lnTo>
                  <a:lnTo>
                    <a:pt x="4906858" y="6438899"/>
                  </a:lnTo>
                  <a:lnTo>
                    <a:pt x="4858766" y="6413499"/>
                  </a:lnTo>
                  <a:lnTo>
                    <a:pt x="4785709" y="6388099"/>
                  </a:lnTo>
                  <a:lnTo>
                    <a:pt x="4757610" y="6362699"/>
                  </a:lnTo>
                  <a:lnTo>
                    <a:pt x="4746371" y="6349999"/>
                  </a:lnTo>
                  <a:lnTo>
                    <a:pt x="4699000" y="6337299"/>
                  </a:lnTo>
                  <a:lnTo>
                    <a:pt x="4671133" y="6324599"/>
                  </a:lnTo>
                  <a:close/>
                </a:path>
                <a:path w="12192000" h="6845300">
                  <a:moveTo>
                    <a:pt x="9312656" y="6438899"/>
                  </a:moveTo>
                  <a:lnTo>
                    <a:pt x="9303525" y="6438899"/>
                  </a:lnTo>
                  <a:lnTo>
                    <a:pt x="9307052" y="6451599"/>
                  </a:lnTo>
                  <a:lnTo>
                    <a:pt x="9319031" y="6464299"/>
                  </a:lnTo>
                  <a:lnTo>
                    <a:pt x="9335262" y="6489699"/>
                  </a:lnTo>
                  <a:lnTo>
                    <a:pt x="9352472" y="6502399"/>
                  </a:lnTo>
                  <a:lnTo>
                    <a:pt x="9371790" y="6502399"/>
                  </a:lnTo>
                  <a:lnTo>
                    <a:pt x="9395323" y="6515100"/>
                  </a:lnTo>
                  <a:lnTo>
                    <a:pt x="9425178" y="6527800"/>
                  </a:lnTo>
                  <a:lnTo>
                    <a:pt x="9450466" y="6540500"/>
                  </a:lnTo>
                  <a:lnTo>
                    <a:pt x="9458896" y="6565900"/>
                  </a:lnTo>
                  <a:lnTo>
                    <a:pt x="9450466" y="6565900"/>
                  </a:lnTo>
                  <a:lnTo>
                    <a:pt x="9425178" y="6578600"/>
                  </a:lnTo>
                  <a:lnTo>
                    <a:pt x="9579834" y="6578600"/>
                  </a:lnTo>
                  <a:lnTo>
                    <a:pt x="9503927" y="6540500"/>
                  </a:lnTo>
                  <a:lnTo>
                    <a:pt x="9470136" y="6527800"/>
                  </a:lnTo>
                  <a:lnTo>
                    <a:pt x="9449764" y="6515100"/>
                  </a:lnTo>
                  <a:lnTo>
                    <a:pt x="9400591" y="6502399"/>
                  </a:lnTo>
                  <a:lnTo>
                    <a:pt x="9380220" y="6489699"/>
                  </a:lnTo>
                  <a:lnTo>
                    <a:pt x="9376003" y="6464299"/>
                  </a:lnTo>
                  <a:lnTo>
                    <a:pt x="9363344" y="6464299"/>
                  </a:lnTo>
                  <a:lnTo>
                    <a:pt x="9342233" y="6451599"/>
                  </a:lnTo>
                  <a:lnTo>
                    <a:pt x="9312656" y="6438899"/>
                  </a:lnTo>
                  <a:close/>
                </a:path>
                <a:path w="12192000" h="6845300">
                  <a:moveTo>
                    <a:pt x="9819735" y="6327869"/>
                  </a:moveTo>
                  <a:lnTo>
                    <a:pt x="9863826" y="6349999"/>
                  </a:lnTo>
                  <a:lnTo>
                    <a:pt x="9897618" y="6375399"/>
                  </a:lnTo>
                  <a:lnTo>
                    <a:pt x="9927204" y="6388099"/>
                  </a:lnTo>
                  <a:lnTo>
                    <a:pt x="9961652" y="6413499"/>
                  </a:lnTo>
                  <a:lnTo>
                    <a:pt x="10000422" y="6426199"/>
                  </a:lnTo>
                  <a:lnTo>
                    <a:pt x="10042975" y="6451599"/>
                  </a:lnTo>
                  <a:lnTo>
                    <a:pt x="10088768" y="6476999"/>
                  </a:lnTo>
                  <a:lnTo>
                    <a:pt x="10137263" y="6489699"/>
                  </a:lnTo>
                  <a:lnTo>
                    <a:pt x="10187920" y="6515100"/>
                  </a:lnTo>
                  <a:lnTo>
                    <a:pt x="10240196" y="6527800"/>
                  </a:lnTo>
                  <a:lnTo>
                    <a:pt x="10347452" y="6578600"/>
                  </a:lnTo>
                  <a:lnTo>
                    <a:pt x="10297244" y="6553200"/>
                  </a:lnTo>
                  <a:lnTo>
                    <a:pt x="10250745" y="6527800"/>
                  </a:lnTo>
                  <a:lnTo>
                    <a:pt x="10206656" y="6502399"/>
                  </a:lnTo>
                  <a:lnTo>
                    <a:pt x="10163680" y="6489699"/>
                  </a:lnTo>
                  <a:lnTo>
                    <a:pt x="10120520" y="6464299"/>
                  </a:lnTo>
                  <a:lnTo>
                    <a:pt x="10075878" y="6438899"/>
                  </a:lnTo>
                  <a:lnTo>
                    <a:pt x="10028459" y="6413499"/>
                  </a:lnTo>
                  <a:lnTo>
                    <a:pt x="9976964" y="6388099"/>
                  </a:lnTo>
                  <a:lnTo>
                    <a:pt x="9920097" y="6375399"/>
                  </a:lnTo>
                  <a:lnTo>
                    <a:pt x="9885953" y="6349999"/>
                  </a:lnTo>
                  <a:lnTo>
                    <a:pt x="9849739" y="6337299"/>
                  </a:lnTo>
                  <a:lnTo>
                    <a:pt x="9819735" y="6327869"/>
                  </a:lnTo>
                  <a:close/>
                </a:path>
                <a:path w="12192000" h="6845300">
                  <a:moveTo>
                    <a:pt x="12192000" y="5397499"/>
                  </a:moveTo>
                  <a:lnTo>
                    <a:pt x="7378192" y="5397499"/>
                  </a:lnTo>
                  <a:lnTo>
                    <a:pt x="7381704" y="5410199"/>
                  </a:lnTo>
                  <a:lnTo>
                    <a:pt x="7387357" y="5419491"/>
                  </a:lnTo>
                  <a:lnTo>
                    <a:pt x="7400671" y="5422899"/>
                  </a:lnTo>
                  <a:lnTo>
                    <a:pt x="7441800" y="5448299"/>
                  </a:lnTo>
                  <a:lnTo>
                    <a:pt x="7484008" y="5460999"/>
                  </a:lnTo>
                  <a:lnTo>
                    <a:pt x="7570576" y="5511799"/>
                  </a:lnTo>
                  <a:lnTo>
                    <a:pt x="7614396" y="5524499"/>
                  </a:lnTo>
                  <a:lnTo>
                    <a:pt x="7744749" y="5600699"/>
                  </a:lnTo>
                  <a:lnTo>
                    <a:pt x="7786930" y="5626099"/>
                  </a:lnTo>
                  <a:lnTo>
                    <a:pt x="7828026" y="5651499"/>
                  </a:lnTo>
                  <a:lnTo>
                    <a:pt x="7920863" y="5676899"/>
                  </a:lnTo>
                  <a:lnTo>
                    <a:pt x="7968854" y="5702299"/>
                  </a:lnTo>
                  <a:lnTo>
                    <a:pt x="8017401" y="5714999"/>
                  </a:lnTo>
                  <a:lnTo>
                    <a:pt x="8114679" y="5765799"/>
                  </a:lnTo>
                  <a:lnTo>
                    <a:pt x="8162670" y="5778499"/>
                  </a:lnTo>
                  <a:lnTo>
                    <a:pt x="8209736" y="5803899"/>
                  </a:lnTo>
                  <a:lnTo>
                    <a:pt x="8255508" y="5829299"/>
                  </a:lnTo>
                  <a:lnTo>
                    <a:pt x="8303696" y="5854699"/>
                  </a:lnTo>
                  <a:lnTo>
                    <a:pt x="8351835" y="5867399"/>
                  </a:lnTo>
                  <a:lnTo>
                    <a:pt x="8399876" y="5892799"/>
                  </a:lnTo>
                  <a:lnTo>
                    <a:pt x="8447769" y="5905499"/>
                  </a:lnTo>
                  <a:lnTo>
                    <a:pt x="8590073" y="5981699"/>
                  </a:lnTo>
                  <a:lnTo>
                    <a:pt x="8636885" y="5994399"/>
                  </a:lnTo>
                  <a:lnTo>
                    <a:pt x="8729280" y="6045199"/>
                  </a:lnTo>
                  <a:lnTo>
                    <a:pt x="8774765" y="6057899"/>
                  </a:lnTo>
                  <a:lnTo>
                    <a:pt x="8864064" y="6108699"/>
                  </a:lnTo>
                  <a:lnTo>
                    <a:pt x="8907780" y="6121399"/>
                  </a:lnTo>
                  <a:lnTo>
                    <a:pt x="8945381" y="6146799"/>
                  </a:lnTo>
                  <a:lnTo>
                    <a:pt x="8989329" y="6172199"/>
                  </a:lnTo>
                  <a:lnTo>
                    <a:pt x="9037492" y="6197599"/>
                  </a:lnTo>
                  <a:lnTo>
                    <a:pt x="9087739" y="6210299"/>
                  </a:lnTo>
                  <a:lnTo>
                    <a:pt x="9124035" y="6235699"/>
                  </a:lnTo>
                  <a:lnTo>
                    <a:pt x="9164783" y="6248399"/>
                  </a:lnTo>
                  <a:lnTo>
                    <a:pt x="9209037" y="6273799"/>
                  </a:lnTo>
                  <a:lnTo>
                    <a:pt x="9255854" y="6299199"/>
                  </a:lnTo>
                  <a:lnTo>
                    <a:pt x="9304289" y="6311899"/>
                  </a:lnTo>
                  <a:lnTo>
                    <a:pt x="9402239" y="6362699"/>
                  </a:lnTo>
                  <a:lnTo>
                    <a:pt x="9449865" y="6388099"/>
                  </a:lnTo>
                  <a:lnTo>
                    <a:pt x="9495333" y="6413499"/>
                  </a:lnTo>
                  <a:lnTo>
                    <a:pt x="9537700" y="6438899"/>
                  </a:lnTo>
                  <a:lnTo>
                    <a:pt x="9565800" y="6451599"/>
                  </a:lnTo>
                  <a:lnTo>
                    <a:pt x="9610772" y="6476999"/>
                  </a:lnTo>
                  <a:lnTo>
                    <a:pt x="9717659" y="6527800"/>
                  </a:lnTo>
                  <a:lnTo>
                    <a:pt x="9712370" y="6502399"/>
                  </a:lnTo>
                  <a:lnTo>
                    <a:pt x="9675447" y="6489699"/>
                  </a:lnTo>
                  <a:lnTo>
                    <a:pt x="9625879" y="6464299"/>
                  </a:lnTo>
                  <a:lnTo>
                    <a:pt x="9582658" y="6438899"/>
                  </a:lnTo>
                  <a:lnTo>
                    <a:pt x="9608195" y="6426199"/>
                  </a:lnTo>
                  <a:lnTo>
                    <a:pt x="9768579" y="6426199"/>
                  </a:lnTo>
                  <a:lnTo>
                    <a:pt x="9756981" y="6413499"/>
                  </a:lnTo>
                  <a:lnTo>
                    <a:pt x="9725332" y="6388099"/>
                  </a:lnTo>
                  <a:lnTo>
                    <a:pt x="9630852" y="6388099"/>
                  </a:lnTo>
                  <a:lnTo>
                    <a:pt x="9582658" y="6375399"/>
                  </a:lnTo>
                  <a:lnTo>
                    <a:pt x="9533078" y="6349999"/>
                  </a:lnTo>
                  <a:lnTo>
                    <a:pt x="9506727" y="6337299"/>
                  </a:lnTo>
                  <a:lnTo>
                    <a:pt x="9484592" y="6324599"/>
                  </a:lnTo>
                  <a:lnTo>
                    <a:pt x="9447657" y="6299199"/>
                  </a:lnTo>
                  <a:lnTo>
                    <a:pt x="9465238" y="6286499"/>
                  </a:lnTo>
                  <a:lnTo>
                    <a:pt x="9611825" y="6286499"/>
                  </a:lnTo>
                  <a:lnTo>
                    <a:pt x="9594081" y="6273799"/>
                  </a:lnTo>
                  <a:lnTo>
                    <a:pt x="9582631" y="6261099"/>
                  </a:lnTo>
                  <a:lnTo>
                    <a:pt x="9699133" y="6261099"/>
                  </a:lnTo>
                  <a:lnTo>
                    <a:pt x="9683482" y="6248399"/>
                  </a:lnTo>
                  <a:lnTo>
                    <a:pt x="9650095" y="6235699"/>
                  </a:lnTo>
                  <a:lnTo>
                    <a:pt x="9669412" y="6235699"/>
                  </a:lnTo>
                  <a:lnTo>
                    <a:pt x="9669764" y="6222999"/>
                  </a:lnTo>
                  <a:lnTo>
                    <a:pt x="9665900" y="6210299"/>
                  </a:lnTo>
                  <a:lnTo>
                    <a:pt x="9672574" y="6184899"/>
                  </a:lnTo>
                  <a:lnTo>
                    <a:pt x="12192000" y="6184899"/>
                  </a:lnTo>
                  <a:lnTo>
                    <a:pt x="12192000" y="5626099"/>
                  </a:lnTo>
                  <a:lnTo>
                    <a:pt x="12188487" y="5613399"/>
                  </a:lnTo>
                  <a:lnTo>
                    <a:pt x="12180760" y="5600699"/>
                  </a:lnTo>
                  <a:lnTo>
                    <a:pt x="12169521" y="5600699"/>
                  </a:lnTo>
                  <a:lnTo>
                    <a:pt x="12118943" y="5562599"/>
                  </a:lnTo>
                  <a:lnTo>
                    <a:pt x="12102084" y="5562599"/>
                  </a:lnTo>
                  <a:lnTo>
                    <a:pt x="12098200" y="5549899"/>
                  </a:lnTo>
                  <a:lnTo>
                    <a:pt x="12087971" y="5537199"/>
                  </a:lnTo>
                  <a:lnTo>
                    <a:pt x="12056999" y="5537199"/>
                  </a:lnTo>
                  <a:lnTo>
                    <a:pt x="12090790" y="5524499"/>
                  </a:lnTo>
                  <a:lnTo>
                    <a:pt x="12192000" y="5524499"/>
                  </a:lnTo>
                  <a:lnTo>
                    <a:pt x="12192000" y="5397499"/>
                  </a:lnTo>
                  <a:close/>
                </a:path>
                <a:path w="12192000" h="6845300">
                  <a:moveTo>
                    <a:pt x="5162751" y="6401579"/>
                  </a:moveTo>
                  <a:lnTo>
                    <a:pt x="5208632" y="6426199"/>
                  </a:lnTo>
                  <a:lnTo>
                    <a:pt x="5257052" y="6451599"/>
                  </a:lnTo>
                  <a:lnTo>
                    <a:pt x="5308727" y="6489699"/>
                  </a:lnTo>
                  <a:lnTo>
                    <a:pt x="5288069" y="6464299"/>
                  </a:lnTo>
                  <a:lnTo>
                    <a:pt x="5250876" y="6438899"/>
                  </a:lnTo>
                  <a:lnTo>
                    <a:pt x="5205417" y="6413499"/>
                  </a:lnTo>
                  <a:lnTo>
                    <a:pt x="5162751" y="6401579"/>
                  </a:lnTo>
                  <a:close/>
                </a:path>
                <a:path w="12192000" h="6845300">
                  <a:moveTo>
                    <a:pt x="6841476" y="6464299"/>
                  </a:moveTo>
                  <a:lnTo>
                    <a:pt x="6808460" y="6464299"/>
                  </a:lnTo>
                  <a:lnTo>
                    <a:pt x="6838315" y="6489699"/>
                  </a:lnTo>
                  <a:lnTo>
                    <a:pt x="6847798" y="6476999"/>
                  </a:lnTo>
                  <a:lnTo>
                    <a:pt x="6846744" y="6476999"/>
                  </a:lnTo>
                  <a:lnTo>
                    <a:pt x="6841476" y="6464299"/>
                  </a:lnTo>
                  <a:close/>
                </a:path>
                <a:path w="12192000" h="6845300">
                  <a:moveTo>
                    <a:pt x="6563568" y="5422899"/>
                  </a:moveTo>
                  <a:lnTo>
                    <a:pt x="4678807" y="5422899"/>
                  </a:lnTo>
                  <a:lnTo>
                    <a:pt x="4727544" y="5435599"/>
                  </a:lnTo>
                  <a:lnTo>
                    <a:pt x="4773382" y="5460999"/>
                  </a:lnTo>
                  <a:lnTo>
                    <a:pt x="4817636" y="5486399"/>
                  </a:lnTo>
                  <a:lnTo>
                    <a:pt x="4861623" y="5499099"/>
                  </a:lnTo>
                  <a:lnTo>
                    <a:pt x="4906657" y="5524499"/>
                  </a:lnTo>
                  <a:lnTo>
                    <a:pt x="4954055" y="5537199"/>
                  </a:lnTo>
                  <a:lnTo>
                    <a:pt x="5005132" y="5562599"/>
                  </a:lnTo>
                  <a:lnTo>
                    <a:pt x="5061204" y="5575299"/>
                  </a:lnTo>
                  <a:lnTo>
                    <a:pt x="5153053" y="5626099"/>
                  </a:lnTo>
                  <a:lnTo>
                    <a:pt x="5376872" y="5753099"/>
                  </a:lnTo>
                  <a:lnTo>
                    <a:pt x="5421169" y="5765799"/>
                  </a:lnTo>
                  <a:lnTo>
                    <a:pt x="5509825" y="5816599"/>
                  </a:lnTo>
                  <a:lnTo>
                    <a:pt x="5554316" y="5829299"/>
                  </a:lnTo>
                  <a:lnTo>
                    <a:pt x="5643974" y="5880111"/>
                  </a:lnTo>
                  <a:lnTo>
                    <a:pt x="5689232" y="5905499"/>
                  </a:lnTo>
                  <a:lnTo>
                    <a:pt x="5734905" y="5918199"/>
                  </a:lnTo>
                  <a:lnTo>
                    <a:pt x="5781040" y="5943599"/>
                  </a:lnTo>
                  <a:lnTo>
                    <a:pt x="5801431" y="5943599"/>
                  </a:lnTo>
                  <a:lnTo>
                    <a:pt x="5850691" y="5956299"/>
                  </a:lnTo>
                  <a:lnTo>
                    <a:pt x="5871083" y="5968999"/>
                  </a:lnTo>
                  <a:lnTo>
                    <a:pt x="5884429" y="5981699"/>
                  </a:lnTo>
                  <a:lnTo>
                    <a:pt x="5916041" y="5981699"/>
                  </a:lnTo>
                  <a:lnTo>
                    <a:pt x="5965695" y="6007099"/>
                  </a:lnTo>
                  <a:lnTo>
                    <a:pt x="6060764" y="6057899"/>
                  </a:lnTo>
                  <a:lnTo>
                    <a:pt x="6200719" y="6134099"/>
                  </a:lnTo>
                  <a:lnTo>
                    <a:pt x="6248783" y="6146799"/>
                  </a:lnTo>
                  <a:lnTo>
                    <a:pt x="6298438" y="6172199"/>
                  </a:lnTo>
                  <a:lnTo>
                    <a:pt x="6344147" y="6184899"/>
                  </a:lnTo>
                  <a:lnTo>
                    <a:pt x="6483855" y="6261099"/>
                  </a:lnTo>
                  <a:lnTo>
                    <a:pt x="6528814" y="6286499"/>
                  </a:lnTo>
                  <a:lnTo>
                    <a:pt x="6571732" y="6299199"/>
                  </a:lnTo>
                  <a:lnTo>
                    <a:pt x="6611869" y="6324599"/>
                  </a:lnTo>
                  <a:lnTo>
                    <a:pt x="6648484" y="6349999"/>
                  </a:lnTo>
                  <a:lnTo>
                    <a:pt x="6680834" y="6375399"/>
                  </a:lnTo>
                  <a:lnTo>
                    <a:pt x="6705090" y="6388099"/>
                  </a:lnTo>
                  <a:lnTo>
                    <a:pt x="6739905" y="6413499"/>
                  </a:lnTo>
                  <a:lnTo>
                    <a:pt x="6778936" y="6426199"/>
                  </a:lnTo>
                  <a:lnTo>
                    <a:pt x="6815835" y="6464299"/>
                  </a:lnTo>
                  <a:lnTo>
                    <a:pt x="6855878" y="6464299"/>
                  </a:lnTo>
                  <a:lnTo>
                    <a:pt x="6877669" y="6476999"/>
                  </a:lnTo>
                  <a:lnTo>
                    <a:pt x="6907912" y="6476999"/>
                  </a:lnTo>
                  <a:lnTo>
                    <a:pt x="6950836" y="6489699"/>
                  </a:lnTo>
                  <a:lnTo>
                    <a:pt x="6892868" y="6464299"/>
                  </a:lnTo>
                  <a:lnTo>
                    <a:pt x="6848944" y="6438899"/>
                  </a:lnTo>
                  <a:lnTo>
                    <a:pt x="6811500" y="6413499"/>
                  </a:lnTo>
                  <a:lnTo>
                    <a:pt x="6772971" y="6400799"/>
                  </a:lnTo>
                  <a:lnTo>
                    <a:pt x="6725793" y="6375399"/>
                  </a:lnTo>
                  <a:lnTo>
                    <a:pt x="6695586" y="6349999"/>
                  </a:lnTo>
                  <a:lnTo>
                    <a:pt x="6643604" y="6324599"/>
                  </a:lnTo>
                  <a:lnTo>
                    <a:pt x="6613398" y="6299199"/>
                  </a:lnTo>
                  <a:lnTo>
                    <a:pt x="6572324" y="6286499"/>
                  </a:lnTo>
                  <a:lnTo>
                    <a:pt x="6527330" y="6261099"/>
                  </a:lnTo>
                  <a:lnTo>
                    <a:pt x="6384505" y="6184899"/>
                  </a:lnTo>
                  <a:lnTo>
                    <a:pt x="6339511" y="6146799"/>
                  </a:lnTo>
                  <a:lnTo>
                    <a:pt x="6298438" y="6121399"/>
                  </a:lnTo>
                  <a:lnTo>
                    <a:pt x="6306867" y="6121399"/>
                  </a:lnTo>
                  <a:lnTo>
                    <a:pt x="6301599" y="6108699"/>
                  </a:lnTo>
                  <a:lnTo>
                    <a:pt x="6298438" y="6095999"/>
                  </a:lnTo>
                  <a:lnTo>
                    <a:pt x="6285793" y="6095999"/>
                  </a:lnTo>
                  <a:lnTo>
                    <a:pt x="6281578" y="6083299"/>
                  </a:lnTo>
                  <a:lnTo>
                    <a:pt x="6883273" y="6083299"/>
                  </a:lnTo>
                  <a:lnTo>
                    <a:pt x="6857984" y="6070599"/>
                  </a:lnTo>
                  <a:lnTo>
                    <a:pt x="6849554" y="6057899"/>
                  </a:lnTo>
                  <a:lnTo>
                    <a:pt x="6883273" y="6057899"/>
                  </a:lnTo>
                  <a:lnTo>
                    <a:pt x="6886082" y="6045199"/>
                  </a:lnTo>
                  <a:lnTo>
                    <a:pt x="6872033" y="6045199"/>
                  </a:lnTo>
                  <a:lnTo>
                    <a:pt x="6857984" y="6032499"/>
                  </a:lnTo>
                  <a:lnTo>
                    <a:pt x="6860794" y="6007099"/>
                  </a:lnTo>
                  <a:lnTo>
                    <a:pt x="6881805" y="6007099"/>
                  </a:lnTo>
                  <a:lnTo>
                    <a:pt x="6841649" y="5981699"/>
                  </a:lnTo>
                  <a:lnTo>
                    <a:pt x="6798722" y="5968999"/>
                  </a:lnTo>
                  <a:lnTo>
                    <a:pt x="6753763" y="5943599"/>
                  </a:lnTo>
                  <a:lnTo>
                    <a:pt x="6660716" y="5892799"/>
                  </a:lnTo>
                  <a:lnTo>
                    <a:pt x="6614111" y="5880099"/>
                  </a:lnTo>
                  <a:lnTo>
                    <a:pt x="6568440" y="5854699"/>
                  </a:lnTo>
                  <a:lnTo>
                    <a:pt x="6521301" y="5829299"/>
                  </a:lnTo>
                  <a:lnTo>
                    <a:pt x="6435548" y="5778499"/>
                  </a:lnTo>
                  <a:lnTo>
                    <a:pt x="6388481" y="5765799"/>
                  </a:lnTo>
                  <a:lnTo>
                    <a:pt x="6360308" y="5740399"/>
                  </a:lnTo>
                  <a:lnTo>
                    <a:pt x="6315313" y="5714999"/>
                  </a:lnTo>
                  <a:lnTo>
                    <a:pt x="6261911" y="5689599"/>
                  </a:lnTo>
                  <a:lnTo>
                    <a:pt x="6208522" y="5676899"/>
                  </a:lnTo>
                  <a:lnTo>
                    <a:pt x="7137961" y="5676899"/>
                  </a:lnTo>
                  <a:lnTo>
                    <a:pt x="7077680" y="5651499"/>
                  </a:lnTo>
                  <a:lnTo>
                    <a:pt x="6995795" y="5626099"/>
                  </a:lnTo>
                  <a:lnTo>
                    <a:pt x="6970245" y="5613399"/>
                  </a:lnTo>
                  <a:lnTo>
                    <a:pt x="6926335" y="5587999"/>
                  </a:lnTo>
                  <a:lnTo>
                    <a:pt x="6818007" y="5537199"/>
                  </a:lnTo>
                  <a:lnTo>
                    <a:pt x="6770878" y="5511799"/>
                  </a:lnTo>
                  <a:lnTo>
                    <a:pt x="6727672" y="5499099"/>
                  </a:lnTo>
                  <a:lnTo>
                    <a:pt x="6682624" y="5473699"/>
                  </a:lnTo>
                  <a:lnTo>
                    <a:pt x="6635999" y="5448299"/>
                  </a:lnTo>
                  <a:lnTo>
                    <a:pt x="6588061" y="5435599"/>
                  </a:lnTo>
                  <a:lnTo>
                    <a:pt x="6563568" y="5422899"/>
                  </a:lnTo>
                  <a:close/>
                </a:path>
                <a:path w="12192000" h="6845300">
                  <a:moveTo>
                    <a:pt x="6782117" y="6438899"/>
                  </a:moveTo>
                  <a:lnTo>
                    <a:pt x="6748399" y="6438899"/>
                  </a:lnTo>
                  <a:lnTo>
                    <a:pt x="6765609" y="6451599"/>
                  </a:lnTo>
                  <a:lnTo>
                    <a:pt x="6784927" y="6464299"/>
                  </a:lnTo>
                  <a:lnTo>
                    <a:pt x="6815835" y="6464299"/>
                  </a:lnTo>
                  <a:lnTo>
                    <a:pt x="6782117" y="6438899"/>
                  </a:lnTo>
                  <a:close/>
                </a:path>
                <a:path w="12192000" h="6845300">
                  <a:moveTo>
                    <a:pt x="9768579" y="6426199"/>
                  </a:moveTo>
                  <a:lnTo>
                    <a:pt x="9673320" y="6426199"/>
                  </a:lnTo>
                  <a:lnTo>
                    <a:pt x="9728027" y="6438899"/>
                  </a:lnTo>
                  <a:lnTo>
                    <a:pt x="9807575" y="6464299"/>
                  </a:lnTo>
                  <a:lnTo>
                    <a:pt x="9780176" y="6438899"/>
                  </a:lnTo>
                  <a:lnTo>
                    <a:pt x="9768579" y="6426199"/>
                  </a:lnTo>
                  <a:close/>
                </a:path>
                <a:path w="12192000" h="6845300">
                  <a:moveTo>
                    <a:pt x="9340865" y="6388099"/>
                  </a:moveTo>
                  <a:lnTo>
                    <a:pt x="9290177" y="6388099"/>
                  </a:lnTo>
                  <a:lnTo>
                    <a:pt x="9294042" y="6400799"/>
                  </a:lnTo>
                  <a:lnTo>
                    <a:pt x="9304242" y="6413499"/>
                  </a:lnTo>
                  <a:lnTo>
                    <a:pt x="9335262" y="6413499"/>
                  </a:lnTo>
                  <a:lnTo>
                    <a:pt x="9340865" y="6388099"/>
                  </a:lnTo>
                  <a:close/>
                </a:path>
                <a:path w="12192000" h="6845300">
                  <a:moveTo>
                    <a:pt x="5159125" y="6400230"/>
                  </a:moveTo>
                  <a:lnTo>
                    <a:pt x="5159960" y="6400799"/>
                  </a:lnTo>
                  <a:lnTo>
                    <a:pt x="5162751" y="6401579"/>
                  </a:lnTo>
                  <a:lnTo>
                    <a:pt x="5161298" y="6400799"/>
                  </a:lnTo>
                  <a:lnTo>
                    <a:pt x="5159125" y="6400230"/>
                  </a:lnTo>
                  <a:close/>
                </a:path>
                <a:path w="12192000" h="6845300">
                  <a:moveTo>
                    <a:pt x="4566412" y="6007099"/>
                  </a:moveTo>
                  <a:lnTo>
                    <a:pt x="4273931" y="6007099"/>
                  </a:lnTo>
                  <a:lnTo>
                    <a:pt x="4282362" y="6032499"/>
                  </a:lnTo>
                  <a:lnTo>
                    <a:pt x="4307665" y="6057899"/>
                  </a:lnTo>
                  <a:lnTo>
                    <a:pt x="4349851" y="6057899"/>
                  </a:lnTo>
                  <a:lnTo>
                    <a:pt x="4408932" y="6083299"/>
                  </a:lnTo>
                  <a:lnTo>
                    <a:pt x="4442299" y="6095999"/>
                  </a:lnTo>
                  <a:lnTo>
                    <a:pt x="4473559" y="6108699"/>
                  </a:lnTo>
                  <a:lnTo>
                    <a:pt x="4500604" y="6134099"/>
                  </a:lnTo>
                  <a:lnTo>
                    <a:pt x="4521327" y="6146799"/>
                  </a:lnTo>
                  <a:lnTo>
                    <a:pt x="4542123" y="6146799"/>
                  </a:lnTo>
                  <a:lnTo>
                    <a:pt x="4569206" y="6159499"/>
                  </a:lnTo>
                  <a:lnTo>
                    <a:pt x="4600479" y="6159499"/>
                  </a:lnTo>
                  <a:lnTo>
                    <a:pt x="4633849" y="6172199"/>
                  </a:lnTo>
                  <a:lnTo>
                    <a:pt x="4634200" y="6184899"/>
                  </a:lnTo>
                  <a:lnTo>
                    <a:pt x="4656328" y="6184899"/>
                  </a:lnTo>
                  <a:lnTo>
                    <a:pt x="4699370" y="6210299"/>
                  </a:lnTo>
                  <a:lnTo>
                    <a:pt x="4746711" y="6222999"/>
                  </a:lnTo>
                  <a:lnTo>
                    <a:pt x="4797282" y="6248399"/>
                  </a:lnTo>
                  <a:lnTo>
                    <a:pt x="4903851" y="6299199"/>
                  </a:lnTo>
                  <a:lnTo>
                    <a:pt x="4941081" y="6324599"/>
                  </a:lnTo>
                  <a:lnTo>
                    <a:pt x="5023973" y="6349999"/>
                  </a:lnTo>
                  <a:lnTo>
                    <a:pt x="5061204" y="6375399"/>
                  </a:lnTo>
                  <a:lnTo>
                    <a:pt x="5112878" y="6388099"/>
                  </a:lnTo>
                  <a:lnTo>
                    <a:pt x="5159125" y="6400230"/>
                  </a:lnTo>
                  <a:lnTo>
                    <a:pt x="5122773" y="6375399"/>
                  </a:lnTo>
                  <a:lnTo>
                    <a:pt x="5102127" y="6362699"/>
                  </a:lnTo>
                  <a:lnTo>
                    <a:pt x="5106289" y="6349999"/>
                  </a:lnTo>
                  <a:lnTo>
                    <a:pt x="5119284" y="6349999"/>
                  </a:lnTo>
                  <a:lnTo>
                    <a:pt x="5125958" y="6337299"/>
                  </a:lnTo>
                  <a:lnTo>
                    <a:pt x="5128416" y="6324599"/>
                  </a:lnTo>
                  <a:lnTo>
                    <a:pt x="5125958" y="6311899"/>
                  </a:lnTo>
                  <a:lnTo>
                    <a:pt x="5119284" y="6311899"/>
                  </a:lnTo>
                  <a:lnTo>
                    <a:pt x="5106289" y="6299199"/>
                  </a:lnTo>
                  <a:lnTo>
                    <a:pt x="5072145" y="6299199"/>
                  </a:lnTo>
                  <a:lnTo>
                    <a:pt x="5035931" y="6286499"/>
                  </a:lnTo>
                  <a:lnTo>
                    <a:pt x="4995525" y="6273799"/>
                  </a:lnTo>
                  <a:lnTo>
                    <a:pt x="4948809" y="6261099"/>
                  </a:lnTo>
                  <a:lnTo>
                    <a:pt x="4944945" y="6248399"/>
                  </a:lnTo>
                  <a:lnTo>
                    <a:pt x="4934759" y="6248399"/>
                  </a:lnTo>
                  <a:lnTo>
                    <a:pt x="4920359" y="6235699"/>
                  </a:lnTo>
                  <a:lnTo>
                    <a:pt x="4887269" y="6235699"/>
                  </a:lnTo>
                  <a:lnTo>
                    <a:pt x="4872831" y="6222999"/>
                  </a:lnTo>
                  <a:lnTo>
                    <a:pt x="4862631" y="6210299"/>
                  </a:lnTo>
                  <a:lnTo>
                    <a:pt x="4858766" y="6210299"/>
                  </a:lnTo>
                  <a:lnTo>
                    <a:pt x="4803577" y="6184899"/>
                  </a:lnTo>
                  <a:lnTo>
                    <a:pt x="4753096" y="6159499"/>
                  </a:lnTo>
                  <a:lnTo>
                    <a:pt x="4706540" y="6121399"/>
                  </a:lnTo>
                  <a:lnTo>
                    <a:pt x="4663128" y="6095999"/>
                  </a:lnTo>
                  <a:lnTo>
                    <a:pt x="4622077" y="6070599"/>
                  </a:lnTo>
                  <a:lnTo>
                    <a:pt x="4582606" y="6057899"/>
                  </a:lnTo>
                  <a:lnTo>
                    <a:pt x="4543933" y="6032499"/>
                  </a:lnTo>
                  <a:lnTo>
                    <a:pt x="4593457" y="6032499"/>
                  </a:lnTo>
                  <a:lnTo>
                    <a:pt x="4566412" y="6007099"/>
                  </a:lnTo>
                  <a:close/>
                </a:path>
                <a:path w="12192000" h="6845300">
                  <a:moveTo>
                    <a:pt x="8967894" y="6375399"/>
                  </a:moveTo>
                  <a:lnTo>
                    <a:pt x="8954547" y="6375399"/>
                  </a:lnTo>
                  <a:lnTo>
                    <a:pt x="8975344" y="6388099"/>
                  </a:lnTo>
                  <a:lnTo>
                    <a:pt x="8997823" y="6388099"/>
                  </a:lnTo>
                  <a:lnTo>
                    <a:pt x="8967894" y="6375399"/>
                  </a:lnTo>
                  <a:close/>
                </a:path>
                <a:path w="12192000" h="6845300">
                  <a:moveTo>
                    <a:pt x="9312656" y="6375399"/>
                  </a:moveTo>
                  <a:lnTo>
                    <a:pt x="9290177" y="6375399"/>
                  </a:lnTo>
                  <a:lnTo>
                    <a:pt x="9287015" y="6388099"/>
                  </a:lnTo>
                  <a:lnTo>
                    <a:pt x="9335208" y="6388099"/>
                  </a:lnTo>
                  <a:lnTo>
                    <a:pt x="9312656" y="6375399"/>
                  </a:lnTo>
                  <a:close/>
                </a:path>
                <a:path w="12192000" h="6845300">
                  <a:moveTo>
                    <a:pt x="9672574" y="6375399"/>
                  </a:moveTo>
                  <a:lnTo>
                    <a:pt x="9656748" y="6375399"/>
                  </a:lnTo>
                  <a:lnTo>
                    <a:pt x="9653871" y="6388099"/>
                  </a:lnTo>
                  <a:lnTo>
                    <a:pt x="9725332" y="6388099"/>
                  </a:lnTo>
                  <a:lnTo>
                    <a:pt x="9672574" y="6375399"/>
                  </a:lnTo>
                  <a:close/>
                </a:path>
                <a:path w="12192000" h="6845300">
                  <a:moveTo>
                    <a:pt x="6500173" y="6362699"/>
                  </a:moveTo>
                  <a:lnTo>
                    <a:pt x="6425009" y="6362699"/>
                  </a:lnTo>
                  <a:lnTo>
                    <a:pt x="6448542" y="6375399"/>
                  </a:lnTo>
                  <a:lnTo>
                    <a:pt x="6478397" y="6375399"/>
                  </a:lnTo>
                  <a:lnTo>
                    <a:pt x="6500173" y="6362699"/>
                  </a:lnTo>
                  <a:close/>
                </a:path>
                <a:path w="12192000" h="6845300">
                  <a:moveTo>
                    <a:pt x="8570341" y="6184899"/>
                  </a:moveTo>
                  <a:lnTo>
                    <a:pt x="8587976" y="6210299"/>
                  </a:lnTo>
                  <a:lnTo>
                    <a:pt x="8609790" y="6222999"/>
                  </a:lnTo>
                  <a:lnTo>
                    <a:pt x="8640010" y="6235699"/>
                  </a:lnTo>
                  <a:lnTo>
                    <a:pt x="8682863" y="6261099"/>
                  </a:lnTo>
                  <a:lnTo>
                    <a:pt x="8729948" y="6273799"/>
                  </a:lnTo>
                  <a:lnTo>
                    <a:pt x="8772842" y="6299199"/>
                  </a:lnTo>
                  <a:lnTo>
                    <a:pt x="8815736" y="6311899"/>
                  </a:lnTo>
                  <a:lnTo>
                    <a:pt x="8862822" y="6349999"/>
                  </a:lnTo>
                  <a:lnTo>
                    <a:pt x="8896191" y="6362699"/>
                  </a:lnTo>
                  <a:lnTo>
                    <a:pt x="8927465" y="6375399"/>
                  </a:lnTo>
                  <a:lnTo>
                    <a:pt x="8944324" y="6375399"/>
                  </a:lnTo>
                  <a:lnTo>
                    <a:pt x="8924992" y="6362699"/>
                  </a:lnTo>
                  <a:lnTo>
                    <a:pt x="8907780" y="6349999"/>
                  </a:lnTo>
                  <a:lnTo>
                    <a:pt x="8988511" y="6349999"/>
                  </a:lnTo>
                  <a:lnTo>
                    <a:pt x="8966575" y="6337299"/>
                  </a:lnTo>
                  <a:lnTo>
                    <a:pt x="8879875" y="6299199"/>
                  </a:lnTo>
                  <a:lnTo>
                    <a:pt x="8840343" y="6299199"/>
                  </a:lnTo>
                  <a:lnTo>
                    <a:pt x="8795226" y="6286499"/>
                  </a:lnTo>
                  <a:lnTo>
                    <a:pt x="8790949" y="6284123"/>
                  </a:lnTo>
                  <a:lnTo>
                    <a:pt x="8764365" y="6273799"/>
                  </a:lnTo>
                  <a:lnTo>
                    <a:pt x="8735901" y="6261099"/>
                  </a:lnTo>
                  <a:lnTo>
                    <a:pt x="8705342" y="6261099"/>
                  </a:lnTo>
                  <a:lnTo>
                    <a:pt x="8687427" y="6235699"/>
                  </a:lnTo>
                  <a:lnTo>
                    <a:pt x="8663178" y="6222999"/>
                  </a:lnTo>
                  <a:lnTo>
                    <a:pt x="8626260" y="6210299"/>
                  </a:lnTo>
                  <a:lnTo>
                    <a:pt x="8570341" y="6184899"/>
                  </a:lnTo>
                  <a:close/>
                </a:path>
                <a:path w="12192000" h="6845300">
                  <a:moveTo>
                    <a:pt x="8954898" y="6261099"/>
                  </a:moveTo>
                  <a:lnTo>
                    <a:pt x="8832264" y="6261099"/>
                  </a:lnTo>
                  <a:lnTo>
                    <a:pt x="8871251" y="6273799"/>
                  </a:lnTo>
                  <a:lnTo>
                    <a:pt x="8906023" y="6286499"/>
                  </a:lnTo>
                  <a:lnTo>
                    <a:pt x="9027227" y="6349999"/>
                  </a:lnTo>
                  <a:lnTo>
                    <a:pt x="9076689" y="6362699"/>
                  </a:lnTo>
                  <a:lnTo>
                    <a:pt x="9179523" y="6362699"/>
                  </a:lnTo>
                  <a:lnTo>
                    <a:pt x="9233677" y="6375399"/>
                  </a:lnTo>
                  <a:lnTo>
                    <a:pt x="9381019" y="6375399"/>
                  </a:lnTo>
                  <a:lnTo>
                    <a:pt x="9384061" y="6362699"/>
                  </a:lnTo>
                  <a:lnTo>
                    <a:pt x="9357741" y="6349999"/>
                  </a:lnTo>
                  <a:lnTo>
                    <a:pt x="9317626" y="6337299"/>
                  </a:lnTo>
                  <a:lnTo>
                    <a:pt x="9138562" y="6337299"/>
                  </a:lnTo>
                  <a:lnTo>
                    <a:pt x="9018637" y="6299199"/>
                  </a:lnTo>
                  <a:lnTo>
                    <a:pt x="8975344" y="6286499"/>
                  </a:lnTo>
                  <a:lnTo>
                    <a:pt x="8954898" y="6261099"/>
                  </a:lnTo>
                  <a:close/>
                </a:path>
                <a:path w="12192000" h="6845300">
                  <a:moveTo>
                    <a:pt x="5778230" y="6045199"/>
                  </a:moveTo>
                  <a:lnTo>
                    <a:pt x="5756102" y="6045199"/>
                  </a:lnTo>
                  <a:lnTo>
                    <a:pt x="5736082" y="6057899"/>
                  </a:lnTo>
                  <a:lnTo>
                    <a:pt x="5772985" y="6070599"/>
                  </a:lnTo>
                  <a:lnTo>
                    <a:pt x="5815283" y="6095999"/>
                  </a:lnTo>
                  <a:lnTo>
                    <a:pt x="5861625" y="6108699"/>
                  </a:lnTo>
                  <a:lnTo>
                    <a:pt x="5910663" y="6134099"/>
                  </a:lnTo>
                  <a:lnTo>
                    <a:pt x="6011426" y="6159499"/>
                  </a:lnTo>
                  <a:lnTo>
                    <a:pt x="6060452" y="6184899"/>
                  </a:lnTo>
                  <a:lnTo>
                    <a:pt x="6106775" y="6197599"/>
                  </a:lnTo>
                  <a:lnTo>
                    <a:pt x="6149046" y="6210299"/>
                  </a:lnTo>
                  <a:lnTo>
                    <a:pt x="6185916" y="6235699"/>
                  </a:lnTo>
                  <a:lnTo>
                    <a:pt x="6215651" y="6261099"/>
                  </a:lnTo>
                  <a:lnTo>
                    <a:pt x="6250763" y="6286499"/>
                  </a:lnTo>
                  <a:lnTo>
                    <a:pt x="6291264" y="6299199"/>
                  </a:lnTo>
                  <a:lnTo>
                    <a:pt x="6337165" y="6324599"/>
                  </a:lnTo>
                  <a:lnTo>
                    <a:pt x="6388481" y="6349999"/>
                  </a:lnTo>
                  <a:lnTo>
                    <a:pt x="6405691" y="6362699"/>
                  </a:lnTo>
                  <a:lnTo>
                    <a:pt x="6500876" y="6362699"/>
                  </a:lnTo>
                  <a:lnTo>
                    <a:pt x="6484719" y="6349999"/>
                  </a:lnTo>
                  <a:lnTo>
                    <a:pt x="6455918" y="6349999"/>
                  </a:lnTo>
                  <a:lnTo>
                    <a:pt x="6417931" y="6324599"/>
                  </a:lnTo>
                  <a:lnTo>
                    <a:pt x="6422151" y="6311899"/>
                  </a:lnTo>
                  <a:lnTo>
                    <a:pt x="6443255" y="6311899"/>
                  </a:lnTo>
                  <a:lnTo>
                    <a:pt x="6455918" y="6299199"/>
                  </a:lnTo>
                  <a:lnTo>
                    <a:pt x="6473126" y="6299199"/>
                  </a:lnTo>
                  <a:lnTo>
                    <a:pt x="6447472" y="6286499"/>
                  </a:lnTo>
                  <a:lnTo>
                    <a:pt x="6365875" y="6286499"/>
                  </a:lnTo>
                  <a:lnTo>
                    <a:pt x="6326185" y="6273799"/>
                  </a:lnTo>
                  <a:lnTo>
                    <a:pt x="6301247" y="6261099"/>
                  </a:lnTo>
                  <a:lnTo>
                    <a:pt x="6280525" y="6248399"/>
                  </a:lnTo>
                  <a:lnTo>
                    <a:pt x="6253480" y="6235699"/>
                  </a:lnTo>
                  <a:lnTo>
                    <a:pt x="6197670" y="6210299"/>
                  </a:lnTo>
                  <a:lnTo>
                    <a:pt x="6158069" y="6184899"/>
                  </a:lnTo>
                  <a:lnTo>
                    <a:pt x="6123882" y="6172199"/>
                  </a:lnTo>
                  <a:lnTo>
                    <a:pt x="6084311" y="6146799"/>
                  </a:lnTo>
                  <a:lnTo>
                    <a:pt x="6028563" y="6121399"/>
                  </a:lnTo>
                  <a:lnTo>
                    <a:pt x="5961014" y="6083299"/>
                  </a:lnTo>
                  <a:lnTo>
                    <a:pt x="5893562" y="6057899"/>
                  </a:lnTo>
                  <a:lnTo>
                    <a:pt x="5796143" y="6057899"/>
                  </a:lnTo>
                  <a:lnTo>
                    <a:pt x="5778230" y="6045199"/>
                  </a:lnTo>
                  <a:close/>
                </a:path>
                <a:path w="12192000" h="6845300">
                  <a:moveTo>
                    <a:pt x="7144845" y="6235699"/>
                  </a:moveTo>
                  <a:lnTo>
                    <a:pt x="6847095" y="6235699"/>
                  </a:lnTo>
                  <a:lnTo>
                    <a:pt x="6829885" y="6248399"/>
                  </a:lnTo>
                  <a:lnTo>
                    <a:pt x="6816889" y="6248399"/>
                  </a:lnTo>
                  <a:lnTo>
                    <a:pt x="6793357" y="6261099"/>
                  </a:lnTo>
                  <a:lnTo>
                    <a:pt x="7018264" y="6324599"/>
                  </a:lnTo>
                  <a:lnTo>
                    <a:pt x="7063232" y="6349999"/>
                  </a:lnTo>
                  <a:lnTo>
                    <a:pt x="7046723" y="6337299"/>
                  </a:lnTo>
                  <a:lnTo>
                    <a:pt x="7032323" y="6311899"/>
                  </a:lnTo>
                  <a:lnTo>
                    <a:pt x="7022137" y="6299199"/>
                  </a:lnTo>
                  <a:lnTo>
                    <a:pt x="7018274" y="6286499"/>
                  </a:lnTo>
                  <a:lnTo>
                    <a:pt x="7153275" y="6286499"/>
                  </a:lnTo>
                  <a:lnTo>
                    <a:pt x="7141684" y="6248399"/>
                  </a:lnTo>
                  <a:lnTo>
                    <a:pt x="7144845" y="6235699"/>
                  </a:lnTo>
                  <a:close/>
                </a:path>
                <a:path w="12192000" h="6845300">
                  <a:moveTo>
                    <a:pt x="9273333" y="6324599"/>
                  </a:moveTo>
                  <a:lnTo>
                    <a:pt x="9222740" y="6324599"/>
                  </a:lnTo>
                  <a:lnTo>
                    <a:pt x="9179393" y="6337299"/>
                  </a:lnTo>
                  <a:lnTo>
                    <a:pt x="9317626" y="6337299"/>
                  </a:lnTo>
                  <a:lnTo>
                    <a:pt x="9273333" y="6324599"/>
                  </a:lnTo>
                  <a:close/>
                </a:path>
                <a:path w="12192000" h="6845300">
                  <a:moveTo>
                    <a:pt x="9762617" y="6299199"/>
                  </a:moveTo>
                  <a:lnTo>
                    <a:pt x="9809333" y="6324599"/>
                  </a:lnTo>
                  <a:lnTo>
                    <a:pt x="9819735" y="6327869"/>
                  </a:lnTo>
                  <a:lnTo>
                    <a:pt x="9762617" y="6299199"/>
                  </a:lnTo>
                  <a:close/>
                </a:path>
                <a:path w="12192000" h="6845300">
                  <a:moveTo>
                    <a:pt x="3574875" y="5511799"/>
                  </a:moveTo>
                  <a:lnTo>
                    <a:pt x="2991739" y="5511799"/>
                  </a:lnTo>
                  <a:lnTo>
                    <a:pt x="3043245" y="5537199"/>
                  </a:lnTo>
                  <a:lnTo>
                    <a:pt x="3093958" y="5549899"/>
                  </a:lnTo>
                  <a:lnTo>
                    <a:pt x="3192995" y="5600699"/>
                  </a:lnTo>
                  <a:lnTo>
                    <a:pt x="3241317" y="5613399"/>
                  </a:lnTo>
                  <a:lnTo>
                    <a:pt x="3288840" y="5638799"/>
                  </a:lnTo>
                  <a:lnTo>
                    <a:pt x="3381487" y="5689599"/>
                  </a:lnTo>
                  <a:lnTo>
                    <a:pt x="3426608" y="5702299"/>
                  </a:lnTo>
                  <a:lnTo>
                    <a:pt x="3470926" y="5727699"/>
                  </a:lnTo>
                  <a:lnTo>
                    <a:pt x="3514440" y="5753099"/>
                  </a:lnTo>
                  <a:lnTo>
                    <a:pt x="3557149" y="5778499"/>
                  </a:lnTo>
                  <a:lnTo>
                    <a:pt x="3599053" y="5803899"/>
                  </a:lnTo>
                  <a:lnTo>
                    <a:pt x="3633547" y="5829299"/>
                  </a:lnTo>
                  <a:lnTo>
                    <a:pt x="3672220" y="5841999"/>
                  </a:lnTo>
                  <a:lnTo>
                    <a:pt x="3719300" y="5854699"/>
                  </a:lnTo>
                  <a:lnTo>
                    <a:pt x="3779033" y="5880111"/>
                  </a:lnTo>
                  <a:lnTo>
                    <a:pt x="3801617" y="5892799"/>
                  </a:lnTo>
                  <a:lnTo>
                    <a:pt x="3835607" y="5918199"/>
                  </a:lnTo>
                  <a:lnTo>
                    <a:pt x="3879313" y="5930899"/>
                  </a:lnTo>
                  <a:lnTo>
                    <a:pt x="3926269" y="5956299"/>
                  </a:lnTo>
                  <a:lnTo>
                    <a:pt x="3970005" y="5981699"/>
                  </a:lnTo>
                  <a:lnTo>
                    <a:pt x="4004055" y="6007099"/>
                  </a:lnTo>
                  <a:lnTo>
                    <a:pt x="4041218" y="6032499"/>
                  </a:lnTo>
                  <a:lnTo>
                    <a:pt x="4084014" y="6057899"/>
                  </a:lnTo>
                  <a:lnTo>
                    <a:pt x="4130563" y="6083299"/>
                  </a:lnTo>
                  <a:lnTo>
                    <a:pt x="4227402" y="6121399"/>
                  </a:lnTo>
                  <a:lnTo>
                    <a:pt x="4273931" y="6146799"/>
                  </a:lnTo>
                  <a:lnTo>
                    <a:pt x="4329870" y="6172199"/>
                  </a:lnTo>
                  <a:lnTo>
                    <a:pt x="4383922" y="6197599"/>
                  </a:lnTo>
                  <a:lnTo>
                    <a:pt x="4434220" y="6222999"/>
                  </a:lnTo>
                  <a:lnTo>
                    <a:pt x="4478899" y="6248399"/>
                  </a:lnTo>
                  <a:lnTo>
                    <a:pt x="4516092" y="6273799"/>
                  </a:lnTo>
                  <a:lnTo>
                    <a:pt x="4543933" y="6299199"/>
                  </a:lnTo>
                  <a:lnTo>
                    <a:pt x="4560441" y="6311899"/>
                  </a:lnTo>
                  <a:lnTo>
                    <a:pt x="4574841" y="6324599"/>
                  </a:lnTo>
                  <a:lnTo>
                    <a:pt x="4656973" y="6324599"/>
                  </a:lnTo>
                  <a:lnTo>
                    <a:pt x="4650724" y="6311899"/>
                  </a:lnTo>
                  <a:lnTo>
                    <a:pt x="4646587" y="6299199"/>
                  </a:lnTo>
                  <a:lnTo>
                    <a:pt x="4638768" y="6286499"/>
                  </a:lnTo>
                  <a:lnTo>
                    <a:pt x="4621468" y="6273799"/>
                  </a:lnTo>
                  <a:lnTo>
                    <a:pt x="4588891" y="6261099"/>
                  </a:lnTo>
                  <a:lnTo>
                    <a:pt x="4560776" y="6222999"/>
                  </a:lnTo>
                  <a:lnTo>
                    <a:pt x="4538259" y="6210299"/>
                  </a:lnTo>
                  <a:lnTo>
                    <a:pt x="4498848" y="6184899"/>
                  </a:lnTo>
                  <a:lnTo>
                    <a:pt x="4445089" y="6172199"/>
                  </a:lnTo>
                  <a:lnTo>
                    <a:pt x="4389199" y="6146799"/>
                  </a:lnTo>
                  <a:lnTo>
                    <a:pt x="4337524" y="6121399"/>
                  </a:lnTo>
                  <a:lnTo>
                    <a:pt x="4296410" y="6095999"/>
                  </a:lnTo>
                  <a:lnTo>
                    <a:pt x="4266203" y="6083299"/>
                  </a:lnTo>
                  <a:lnTo>
                    <a:pt x="4184015" y="6083299"/>
                  </a:lnTo>
                  <a:lnTo>
                    <a:pt x="4189985" y="6057899"/>
                  </a:lnTo>
                  <a:lnTo>
                    <a:pt x="4198064" y="6057899"/>
                  </a:lnTo>
                  <a:lnTo>
                    <a:pt x="4193498" y="6045199"/>
                  </a:lnTo>
                  <a:lnTo>
                    <a:pt x="4161536" y="6032499"/>
                  </a:lnTo>
                  <a:lnTo>
                    <a:pt x="4147466" y="6019799"/>
                  </a:lnTo>
                  <a:lnTo>
                    <a:pt x="4085562" y="5981699"/>
                  </a:lnTo>
                  <a:lnTo>
                    <a:pt x="4071492" y="5968999"/>
                  </a:lnTo>
                  <a:lnTo>
                    <a:pt x="4116451" y="5968999"/>
                  </a:lnTo>
                  <a:lnTo>
                    <a:pt x="4122070" y="5956299"/>
                  </a:lnTo>
                  <a:lnTo>
                    <a:pt x="4119260" y="5956299"/>
                  </a:lnTo>
                  <a:lnTo>
                    <a:pt x="4116451" y="5943599"/>
                  </a:lnTo>
                  <a:lnTo>
                    <a:pt x="4341368" y="5943599"/>
                  </a:lnTo>
                  <a:lnTo>
                    <a:pt x="4333640" y="5930899"/>
                  </a:lnTo>
                  <a:lnTo>
                    <a:pt x="4313269" y="5905499"/>
                  </a:lnTo>
                  <a:lnTo>
                    <a:pt x="4284468" y="5905499"/>
                  </a:lnTo>
                  <a:lnTo>
                    <a:pt x="4251452" y="5892799"/>
                  </a:lnTo>
                  <a:lnTo>
                    <a:pt x="4213147" y="5880099"/>
                  </a:lnTo>
                  <a:lnTo>
                    <a:pt x="4173369" y="5854699"/>
                  </a:lnTo>
                  <a:lnTo>
                    <a:pt x="4132302" y="5829299"/>
                  </a:lnTo>
                  <a:lnTo>
                    <a:pt x="4090128" y="5803899"/>
                  </a:lnTo>
                  <a:lnTo>
                    <a:pt x="4047029" y="5778499"/>
                  </a:lnTo>
                  <a:lnTo>
                    <a:pt x="4003190" y="5765799"/>
                  </a:lnTo>
                  <a:lnTo>
                    <a:pt x="3869054" y="5689599"/>
                  </a:lnTo>
                  <a:lnTo>
                    <a:pt x="3830557" y="5664199"/>
                  </a:lnTo>
                  <a:lnTo>
                    <a:pt x="3793121" y="5638799"/>
                  </a:lnTo>
                  <a:lnTo>
                    <a:pt x="3752441" y="5613399"/>
                  </a:lnTo>
                  <a:lnTo>
                    <a:pt x="3704215" y="5587999"/>
                  </a:lnTo>
                  <a:lnTo>
                    <a:pt x="3644138" y="5562599"/>
                  </a:lnTo>
                  <a:lnTo>
                    <a:pt x="3607749" y="5537199"/>
                  </a:lnTo>
                  <a:lnTo>
                    <a:pt x="3574875" y="5511799"/>
                  </a:lnTo>
                  <a:close/>
                </a:path>
                <a:path w="12192000" h="6845300">
                  <a:moveTo>
                    <a:pt x="6497012" y="6311899"/>
                  </a:moveTo>
                  <a:lnTo>
                    <a:pt x="6487001" y="6311899"/>
                  </a:lnTo>
                  <a:lnTo>
                    <a:pt x="6500876" y="6324599"/>
                  </a:lnTo>
                  <a:lnTo>
                    <a:pt x="6497012" y="6311899"/>
                  </a:lnTo>
                  <a:close/>
                </a:path>
                <a:path w="12192000" h="6845300">
                  <a:moveTo>
                    <a:pt x="7439658" y="6299199"/>
                  </a:moveTo>
                  <a:lnTo>
                    <a:pt x="7400671" y="6299199"/>
                  </a:lnTo>
                  <a:lnTo>
                    <a:pt x="7417530" y="6311899"/>
                  </a:lnTo>
                  <a:lnTo>
                    <a:pt x="7451248" y="6324599"/>
                  </a:lnTo>
                  <a:lnTo>
                    <a:pt x="7468108" y="6324599"/>
                  </a:lnTo>
                  <a:lnTo>
                    <a:pt x="7464244" y="6311899"/>
                  </a:lnTo>
                  <a:lnTo>
                    <a:pt x="7454058" y="6311899"/>
                  </a:lnTo>
                  <a:lnTo>
                    <a:pt x="7439658" y="6299199"/>
                  </a:lnTo>
                  <a:close/>
                </a:path>
                <a:path w="12192000" h="6845300">
                  <a:moveTo>
                    <a:pt x="6473126" y="6299199"/>
                  </a:moveTo>
                  <a:lnTo>
                    <a:pt x="6472426" y="6299199"/>
                  </a:lnTo>
                  <a:lnTo>
                    <a:pt x="6486826" y="6311899"/>
                  </a:lnTo>
                  <a:lnTo>
                    <a:pt x="6487001" y="6311899"/>
                  </a:lnTo>
                  <a:lnTo>
                    <a:pt x="6473126" y="6299199"/>
                  </a:lnTo>
                  <a:close/>
                </a:path>
                <a:path w="12192000" h="6845300">
                  <a:moveTo>
                    <a:pt x="7153275" y="6286499"/>
                  </a:moveTo>
                  <a:lnTo>
                    <a:pt x="7018274" y="6286499"/>
                  </a:lnTo>
                  <a:lnTo>
                    <a:pt x="7061495" y="6299199"/>
                  </a:lnTo>
                  <a:lnTo>
                    <a:pt x="7111063" y="6311899"/>
                  </a:lnTo>
                  <a:lnTo>
                    <a:pt x="7147986" y="6299199"/>
                  </a:lnTo>
                  <a:lnTo>
                    <a:pt x="7153275" y="6286499"/>
                  </a:lnTo>
                  <a:close/>
                </a:path>
                <a:path w="12192000" h="6845300">
                  <a:moveTo>
                    <a:pt x="7363088" y="6261099"/>
                  </a:moveTo>
                  <a:lnTo>
                    <a:pt x="7327263" y="6261099"/>
                  </a:lnTo>
                  <a:lnTo>
                    <a:pt x="7341663" y="6273799"/>
                  </a:lnTo>
                  <a:lnTo>
                    <a:pt x="7351849" y="6273799"/>
                  </a:lnTo>
                  <a:lnTo>
                    <a:pt x="7359576" y="6286499"/>
                  </a:lnTo>
                  <a:lnTo>
                    <a:pt x="7369762" y="6286499"/>
                  </a:lnTo>
                  <a:lnTo>
                    <a:pt x="7384162" y="6299199"/>
                  </a:lnTo>
                  <a:lnTo>
                    <a:pt x="7423150" y="6299199"/>
                  </a:lnTo>
                  <a:lnTo>
                    <a:pt x="7405939" y="6286499"/>
                  </a:lnTo>
                  <a:lnTo>
                    <a:pt x="7386621" y="6273799"/>
                  </a:lnTo>
                  <a:lnTo>
                    <a:pt x="7363088" y="6261099"/>
                  </a:lnTo>
                  <a:close/>
                </a:path>
                <a:path w="12192000" h="6845300">
                  <a:moveTo>
                    <a:pt x="8210423" y="5880099"/>
                  </a:moveTo>
                  <a:lnTo>
                    <a:pt x="7850505" y="5880099"/>
                  </a:lnTo>
                  <a:lnTo>
                    <a:pt x="7912697" y="5892799"/>
                  </a:lnTo>
                  <a:lnTo>
                    <a:pt x="7965519" y="5905499"/>
                  </a:lnTo>
                  <a:lnTo>
                    <a:pt x="8010842" y="5918199"/>
                  </a:lnTo>
                  <a:lnTo>
                    <a:pt x="8050534" y="5943599"/>
                  </a:lnTo>
                  <a:lnTo>
                    <a:pt x="8086466" y="5968999"/>
                  </a:lnTo>
                  <a:lnTo>
                    <a:pt x="8120507" y="5981699"/>
                  </a:lnTo>
                  <a:lnTo>
                    <a:pt x="8148202" y="6007099"/>
                  </a:lnTo>
                  <a:lnTo>
                    <a:pt x="8180219" y="6019799"/>
                  </a:lnTo>
                  <a:lnTo>
                    <a:pt x="8220880" y="6045199"/>
                  </a:lnTo>
                  <a:lnTo>
                    <a:pt x="8274508" y="6057899"/>
                  </a:lnTo>
                  <a:lnTo>
                    <a:pt x="8345424" y="6083299"/>
                  </a:lnTo>
                  <a:lnTo>
                    <a:pt x="8415041" y="6095999"/>
                  </a:lnTo>
                  <a:lnTo>
                    <a:pt x="8463549" y="6108699"/>
                  </a:lnTo>
                  <a:lnTo>
                    <a:pt x="8503604" y="6134099"/>
                  </a:lnTo>
                  <a:lnTo>
                    <a:pt x="8547862" y="6172199"/>
                  </a:lnTo>
                  <a:lnTo>
                    <a:pt x="8602344" y="6184899"/>
                  </a:lnTo>
                  <a:lnTo>
                    <a:pt x="8653690" y="6210299"/>
                  </a:lnTo>
                  <a:lnTo>
                    <a:pt x="8702532" y="6235699"/>
                  </a:lnTo>
                  <a:lnTo>
                    <a:pt x="8749500" y="6261099"/>
                  </a:lnTo>
                  <a:lnTo>
                    <a:pt x="8790949" y="6284123"/>
                  </a:lnTo>
                  <a:lnTo>
                    <a:pt x="8797067" y="6286499"/>
                  </a:lnTo>
                  <a:lnTo>
                    <a:pt x="8840343" y="6299199"/>
                  </a:lnTo>
                  <a:lnTo>
                    <a:pt x="8879875" y="6299199"/>
                  </a:lnTo>
                  <a:lnTo>
                    <a:pt x="8837292" y="6273799"/>
                  </a:lnTo>
                  <a:lnTo>
                    <a:pt x="8795385" y="6261099"/>
                  </a:lnTo>
                  <a:lnTo>
                    <a:pt x="8954898" y="6261099"/>
                  </a:lnTo>
                  <a:lnTo>
                    <a:pt x="8905674" y="6235699"/>
                  </a:lnTo>
                  <a:lnTo>
                    <a:pt x="8885301" y="6235699"/>
                  </a:lnTo>
                  <a:lnTo>
                    <a:pt x="8833855" y="6210299"/>
                  </a:lnTo>
                  <a:lnTo>
                    <a:pt x="8786708" y="6184899"/>
                  </a:lnTo>
                  <a:lnTo>
                    <a:pt x="8660384" y="6184899"/>
                  </a:lnTo>
                  <a:lnTo>
                    <a:pt x="8637905" y="6172199"/>
                  </a:lnTo>
                  <a:lnTo>
                    <a:pt x="8622099" y="6159499"/>
                  </a:lnTo>
                  <a:lnTo>
                    <a:pt x="8629475" y="6146799"/>
                  </a:lnTo>
                  <a:lnTo>
                    <a:pt x="8641066" y="6121399"/>
                  </a:lnTo>
                  <a:lnTo>
                    <a:pt x="8637905" y="6095999"/>
                  </a:lnTo>
                  <a:lnTo>
                    <a:pt x="8601241" y="6070599"/>
                  </a:lnTo>
                  <a:lnTo>
                    <a:pt x="8559837" y="6057899"/>
                  </a:lnTo>
                  <a:lnTo>
                    <a:pt x="8515275" y="6032499"/>
                  </a:lnTo>
                  <a:lnTo>
                    <a:pt x="8423005" y="5994399"/>
                  </a:lnTo>
                  <a:lnTo>
                    <a:pt x="8378461" y="5968999"/>
                  </a:lnTo>
                  <a:lnTo>
                    <a:pt x="8337087" y="5943599"/>
                  </a:lnTo>
                  <a:lnTo>
                    <a:pt x="8300466" y="5918199"/>
                  </a:lnTo>
                  <a:lnTo>
                    <a:pt x="8270609" y="5918199"/>
                  </a:lnTo>
                  <a:lnTo>
                    <a:pt x="8247062" y="5905499"/>
                  </a:lnTo>
                  <a:lnTo>
                    <a:pt x="8227706" y="5892799"/>
                  </a:lnTo>
                  <a:lnTo>
                    <a:pt x="8210423" y="5880099"/>
                  </a:lnTo>
                  <a:close/>
                </a:path>
                <a:path w="12192000" h="6845300">
                  <a:moveTo>
                    <a:pt x="9630679" y="6286499"/>
                  </a:moveTo>
                  <a:lnTo>
                    <a:pt x="9613526" y="6286499"/>
                  </a:lnTo>
                  <a:lnTo>
                    <a:pt x="9642067" y="6299199"/>
                  </a:lnTo>
                  <a:lnTo>
                    <a:pt x="9645460" y="6299199"/>
                  </a:lnTo>
                  <a:lnTo>
                    <a:pt x="9630679" y="6286499"/>
                  </a:lnTo>
                  <a:close/>
                </a:path>
                <a:path w="12192000" h="6845300">
                  <a:moveTo>
                    <a:pt x="9699133" y="6261099"/>
                  </a:moveTo>
                  <a:lnTo>
                    <a:pt x="9670837" y="6261099"/>
                  </a:lnTo>
                  <a:lnTo>
                    <a:pt x="9697926" y="6273799"/>
                  </a:lnTo>
                  <a:lnTo>
                    <a:pt x="9729229" y="6286499"/>
                  </a:lnTo>
                  <a:lnTo>
                    <a:pt x="9762617" y="6299199"/>
                  </a:lnTo>
                  <a:lnTo>
                    <a:pt x="9741874" y="6286499"/>
                  </a:lnTo>
                  <a:lnTo>
                    <a:pt x="9714785" y="6273799"/>
                  </a:lnTo>
                  <a:lnTo>
                    <a:pt x="9699133" y="6261099"/>
                  </a:lnTo>
                  <a:close/>
                </a:path>
                <a:path w="12192000" h="6845300">
                  <a:moveTo>
                    <a:pt x="6409150" y="6261099"/>
                  </a:moveTo>
                  <a:lnTo>
                    <a:pt x="6337425" y="6261099"/>
                  </a:lnTo>
                  <a:lnTo>
                    <a:pt x="6346205" y="6273799"/>
                  </a:lnTo>
                  <a:lnTo>
                    <a:pt x="6359201" y="6273799"/>
                  </a:lnTo>
                  <a:lnTo>
                    <a:pt x="6365875" y="6286499"/>
                  </a:lnTo>
                  <a:lnTo>
                    <a:pt x="6447472" y="6286499"/>
                  </a:lnTo>
                  <a:lnTo>
                    <a:pt x="6409150" y="6261099"/>
                  </a:lnTo>
                  <a:close/>
                </a:path>
                <a:path w="12192000" h="6845300">
                  <a:moveTo>
                    <a:pt x="6881805" y="6007099"/>
                  </a:moveTo>
                  <a:lnTo>
                    <a:pt x="6860794" y="6007099"/>
                  </a:lnTo>
                  <a:lnTo>
                    <a:pt x="6877653" y="6032499"/>
                  </a:lnTo>
                  <a:lnTo>
                    <a:pt x="6894512" y="6045199"/>
                  </a:lnTo>
                  <a:lnTo>
                    <a:pt x="6911371" y="6045199"/>
                  </a:lnTo>
                  <a:lnTo>
                    <a:pt x="6928231" y="6057899"/>
                  </a:lnTo>
                  <a:lnTo>
                    <a:pt x="6960124" y="6083299"/>
                  </a:lnTo>
                  <a:lnTo>
                    <a:pt x="6999552" y="6095999"/>
                  </a:lnTo>
                  <a:lnTo>
                    <a:pt x="7043289" y="6121399"/>
                  </a:lnTo>
                  <a:lnTo>
                    <a:pt x="7088112" y="6146799"/>
                  </a:lnTo>
                  <a:lnTo>
                    <a:pt x="7130796" y="6172199"/>
                  </a:lnTo>
                  <a:lnTo>
                    <a:pt x="7151518" y="6184899"/>
                  </a:lnTo>
                  <a:lnTo>
                    <a:pt x="7178563" y="6197599"/>
                  </a:lnTo>
                  <a:lnTo>
                    <a:pt x="7209823" y="6222999"/>
                  </a:lnTo>
                  <a:lnTo>
                    <a:pt x="7243191" y="6235699"/>
                  </a:lnTo>
                  <a:lnTo>
                    <a:pt x="7260052" y="6235699"/>
                  </a:lnTo>
                  <a:lnTo>
                    <a:pt x="7293822" y="6248399"/>
                  </a:lnTo>
                  <a:lnTo>
                    <a:pt x="7310755" y="6261099"/>
                  </a:lnTo>
                  <a:lnTo>
                    <a:pt x="7333233" y="6261099"/>
                  </a:lnTo>
                  <a:lnTo>
                    <a:pt x="7296409" y="6235699"/>
                  </a:lnTo>
                  <a:lnTo>
                    <a:pt x="7224075" y="6184899"/>
                  </a:lnTo>
                  <a:lnTo>
                    <a:pt x="7186711" y="6172199"/>
                  </a:lnTo>
                  <a:lnTo>
                    <a:pt x="7147313" y="6146799"/>
                  </a:lnTo>
                  <a:lnTo>
                    <a:pt x="7104953" y="6121399"/>
                  </a:lnTo>
                  <a:lnTo>
                    <a:pt x="7058706" y="6095999"/>
                  </a:lnTo>
                  <a:lnTo>
                    <a:pt x="7007642" y="6083299"/>
                  </a:lnTo>
                  <a:lnTo>
                    <a:pt x="6950836" y="6057899"/>
                  </a:lnTo>
                  <a:lnTo>
                    <a:pt x="6918448" y="6032499"/>
                  </a:lnTo>
                  <a:lnTo>
                    <a:pt x="6881805" y="6007099"/>
                  </a:lnTo>
                  <a:close/>
                </a:path>
                <a:path w="12192000" h="6845300">
                  <a:moveTo>
                    <a:pt x="5353685" y="6083299"/>
                  </a:moveTo>
                  <a:lnTo>
                    <a:pt x="5286248" y="6083299"/>
                  </a:lnTo>
                  <a:lnTo>
                    <a:pt x="5335343" y="6095999"/>
                  </a:lnTo>
                  <a:lnTo>
                    <a:pt x="5376891" y="6121399"/>
                  </a:lnTo>
                  <a:lnTo>
                    <a:pt x="5414135" y="6146799"/>
                  </a:lnTo>
                  <a:lnTo>
                    <a:pt x="5450319" y="6159499"/>
                  </a:lnTo>
                  <a:lnTo>
                    <a:pt x="5488686" y="6184899"/>
                  </a:lnTo>
                  <a:lnTo>
                    <a:pt x="5522404" y="6210299"/>
                  </a:lnTo>
                  <a:lnTo>
                    <a:pt x="5589841" y="6235699"/>
                  </a:lnTo>
                  <a:lnTo>
                    <a:pt x="5627571" y="6235699"/>
                  </a:lnTo>
                  <a:lnTo>
                    <a:pt x="5594463" y="6222999"/>
                  </a:lnTo>
                  <a:lnTo>
                    <a:pt x="5558113" y="6210299"/>
                  </a:lnTo>
                  <a:lnTo>
                    <a:pt x="5533644" y="6184899"/>
                  </a:lnTo>
                  <a:lnTo>
                    <a:pt x="5533644" y="6172199"/>
                  </a:lnTo>
                  <a:lnTo>
                    <a:pt x="5578602" y="6172199"/>
                  </a:lnTo>
                  <a:lnTo>
                    <a:pt x="5533630" y="6146799"/>
                  </a:lnTo>
                  <a:lnTo>
                    <a:pt x="5483246" y="6134099"/>
                  </a:lnTo>
                  <a:lnTo>
                    <a:pt x="5432855" y="6108699"/>
                  </a:lnTo>
                  <a:lnTo>
                    <a:pt x="5387866" y="6095999"/>
                  </a:lnTo>
                  <a:lnTo>
                    <a:pt x="5353685" y="6083299"/>
                  </a:lnTo>
                  <a:close/>
                </a:path>
                <a:path w="12192000" h="6845300">
                  <a:moveTo>
                    <a:pt x="7144883" y="6210299"/>
                  </a:moveTo>
                  <a:lnTo>
                    <a:pt x="6905752" y="6210299"/>
                  </a:lnTo>
                  <a:lnTo>
                    <a:pt x="6918045" y="6222999"/>
                  </a:lnTo>
                  <a:lnTo>
                    <a:pt x="6919801" y="6235699"/>
                  </a:lnTo>
                  <a:lnTo>
                    <a:pt x="7220711" y="6235699"/>
                  </a:lnTo>
                  <a:lnTo>
                    <a:pt x="7169087" y="6222999"/>
                  </a:lnTo>
                  <a:lnTo>
                    <a:pt x="7144883" y="6210299"/>
                  </a:lnTo>
                  <a:close/>
                </a:path>
                <a:path w="12192000" h="6845300">
                  <a:moveTo>
                    <a:pt x="4678807" y="5422899"/>
                  </a:moveTo>
                  <a:lnTo>
                    <a:pt x="3576574" y="5422899"/>
                  </a:lnTo>
                  <a:lnTo>
                    <a:pt x="3624064" y="5448299"/>
                  </a:lnTo>
                  <a:lnTo>
                    <a:pt x="3669411" y="5473699"/>
                  </a:lnTo>
                  <a:lnTo>
                    <a:pt x="3718948" y="5499099"/>
                  </a:lnTo>
                  <a:lnTo>
                    <a:pt x="3779012" y="5511799"/>
                  </a:lnTo>
                  <a:lnTo>
                    <a:pt x="3812452" y="5524499"/>
                  </a:lnTo>
                  <a:lnTo>
                    <a:pt x="3843750" y="5549899"/>
                  </a:lnTo>
                  <a:lnTo>
                    <a:pt x="3870809" y="5562599"/>
                  </a:lnTo>
                  <a:lnTo>
                    <a:pt x="3891534" y="5575299"/>
                  </a:lnTo>
                  <a:lnTo>
                    <a:pt x="3888372" y="5575299"/>
                  </a:lnTo>
                  <a:lnTo>
                    <a:pt x="3883104" y="5587999"/>
                  </a:lnTo>
                  <a:lnTo>
                    <a:pt x="3882050" y="5587999"/>
                  </a:lnTo>
                  <a:lnTo>
                    <a:pt x="3891534" y="5600699"/>
                  </a:lnTo>
                  <a:lnTo>
                    <a:pt x="3958971" y="5600699"/>
                  </a:lnTo>
                  <a:lnTo>
                    <a:pt x="3976254" y="5613399"/>
                  </a:lnTo>
                  <a:lnTo>
                    <a:pt x="3995610" y="5613399"/>
                  </a:lnTo>
                  <a:lnTo>
                    <a:pt x="4019157" y="5626099"/>
                  </a:lnTo>
                  <a:lnTo>
                    <a:pt x="4049014" y="5651499"/>
                  </a:lnTo>
                  <a:lnTo>
                    <a:pt x="4084559" y="5676899"/>
                  </a:lnTo>
                  <a:lnTo>
                    <a:pt x="4123383" y="5689599"/>
                  </a:lnTo>
                  <a:lnTo>
                    <a:pt x="4165016" y="5714999"/>
                  </a:lnTo>
                  <a:lnTo>
                    <a:pt x="4208991" y="5740399"/>
                  </a:lnTo>
                  <a:lnTo>
                    <a:pt x="4254839" y="5765799"/>
                  </a:lnTo>
                  <a:lnTo>
                    <a:pt x="4302093" y="5778499"/>
                  </a:lnTo>
                  <a:lnTo>
                    <a:pt x="4495833" y="5880111"/>
                  </a:lnTo>
                  <a:lnTo>
                    <a:pt x="4543042" y="5892799"/>
                  </a:lnTo>
                  <a:lnTo>
                    <a:pt x="4588891" y="5918199"/>
                  </a:lnTo>
                  <a:lnTo>
                    <a:pt x="4678839" y="5968999"/>
                  </a:lnTo>
                  <a:lnTo>
                    <a:pt x="4768817" y="6032499"/>
                  </a:lnTo>
                  <a:lnTo>
                    <a:pt x="4858766" y="6083299"/>
                  </a:lnTo>
                  <a:lnTo>
                    <a:pt x="4896421" y="6095999"/>
                  </a:lnTo>
                  <a:lnTo>
                    <a:pt x="4940363" y="6121399"/>
                  </a:lnTo>
                  <a:lnTo>
                    <a:pt x="4988496" y="6146799"/>
                  </a:lnTo>
                  <a:lnTo>
                    <a:pt x="5038725" y="6172199"/>
                  </a:lnTo>
                  <a:lnTo>
                    <a:pt x="5066839" y="6197599"/>
                  </a:lnTo>
                  <a:lnTo>
                    <a:pt x="5089356" y="6210299"/>
                  </a:lnTo>
                  <a:lnTo>
                    <a:pt x="5128768" y="6210299"/>
                  </a:lnTo>
                  <a:lnTo>
                    <a:pt x="5183209" y="6222999"/>
                  </a:lnTo>
                  <a:lnTo>
                    <a:pt x="5193395" y="6210299"/>
                  </a:lnTo>
                  <a:lnTo>
                    <a:pt x="5182506" y="6197599"/>
                  </a:lnTo>
                  <a:lnTo>
                    <a:pt x="5173726" y="6184899"/>
                  </a:lnTo>
                  <a:lnTo>
                    <a:pt x="5211425" y="6184899"/>
                  </a:lnTo>
                  <a:lnTo>
                    <a:pt x="5182155" y="6159499"/>
                  </a:lnTo>
                  <a:lnTo>
                    <a:pt x="5134036" y="6134099"/>
                  </a:lnTo>
                  <a:lnTo>
                    <a:pt x="5083810" y="6095999"/>
                  </a:lnTo>
                  <a:lnTo>
                    <a:pt x="5105937" y="6095999"/>
                  </a:lnTo>
                  <a:lnTo>
                    <a:pt x="5083810" y="6083299"/>
                  </a:lnTo>
                  <a:lnTo>
                    <a:pt x="5036317" y="6057899"/>
                  </a:lnTo>
                  <a:lnTo>
                    <a:pt x="4990957" y="6045199"/>
                  </a:lnTo>
                  <a:lnTo>
                    <a:pt x="4941381" y="6019799"/>
                  </a:lnTo>
                  <a:lnTo>
                    <a:pt x="4881245" y="5981699"/>
                  </a:lnTo>
                  <a:lnTo>
                    <a:pt x="4890781" y="5981699"/>
                  </a:lnTo>
                  <a:lnTo>
                    <a:pt x="4836287" y="5968999"/>
                  </a:lnTo>
                  <a:lnTo>
                    <a:pt x="4816969" y="5943599"/>
                  </a:lnTo>
                  <a:lnTo>
                    <a:pt x="4799758" y="5930899"/>
                  </a:lnTo>
                  <a:lnTo>
                    <a:pt x="4795192" y="5918199"/>
                  </a:lnTo>
                  <a:lnTo>
                    <a:pt x="5384593" y="5918199"/>
                  </a:lnTo>
                  <a:lnTo>
                    <a:pt x="5395481" y="5905499"/>
                  </a:lnTo>
                  <a:lnTo>
                    <a:pt x="5621135" y="5905499"/>
                  </a:lnTo>
                  <a:lnTo>
                    <a:pt x="5599177" y="5892799"/>
                  </a:lnTo>
                  <a:lnTo>
                    <a:pt x="5572353" y="5880099"/>
                  </a:lnTo>
                  <a:lnTo>
                    <a:pt x="5490792" y="5841999"/>
                  </a:lnTo>
                  <a:lnTo>
                    <a:pt x="5443601" y="5829299"/>
                  </a:lnTo>
                  <a:lnTo>
                    <a:pt x="5439737" y="5816599"/>
                  </a:lnTo>
                  <a:lnTo>
                    <a:pt x="5429551" y="5803899"/>
                  </a:lnTo>
                  <a:lnTo>
                    <a:pt x="5398643" y="5803899"/>
                  </a:lnTo>
                  <a:lnTo>
                    <a:pt x="5349175" y="5791199"/>
                  </a:lnTo>
                  <a:lnTo>
                    <a:pt x="5260989" y="5740399"/>
                  </a:lnTo>
                  <a:lnTo>
                    <a:pt x="5211503" y="5714999"/>
                  </a:lnTo>
                  <a:lnTo>
                    <a:pt x="5151247" y="5689599"/>
                  </a:lnTo>
                  <a:lnTo>
                    <a:pt x="5130522" y="5676899"/>
                  </a:lnTo>
                  <a:lnTo>
                    <a:pt x="5103463" y="5664199"/>
                  </a:lnTo>
                  <a:lnTo>
                    <a:pt x="5072165" y="5651499"/>
                  </a:lnTo>
                  <a:lnTo>
                    <a:pt x="5038725" y="5651499"/>
                  </a:lnTo>
                  <a:lnTo>
                    <a:pt x="5014136" y="5613399"/>
                  </a:lnTo>
                  <a:lnTo>
                    <a:pt x="4976891" y="5600699"/>
                  </a:lnTo>
                  <a:lnTo>
                    <a:pt x="4931193" y="5575299"/>
                  </a:lnTo>
                  <a:lnTo>
                    <a:pt x="4881245" y="5562599"/>
                  </a:lnTo>
                  <a:lnTo>
                    <a:pt x="4851038" y="5537199"/>
                  </a:lnTo>
                  <a:lnTo>
                    <a:pt x="4799056" y="5511799"/>
                  </a:lnTo>
                  <a:lnTo>
                    <a:pt x="4768850" y="5511799"/>
                  </a:lnTo>
                  <a:lnTo>
                    <a:pt x="4768850" y="5486399"/>
                  </a:lnTo>
                  <a:lnTo>
                    <a:pt x="4732653" y="5473699"/>
                  </a:lnTo>
                  <a:lnTo>
                    <a:pt x="4698539" y="5460999"/>
                  </a:lnTo>
                  <a:lnTo>
                    <a:pt x="4677070" y="5435599"/>
                  </a:lnTo>
                  <a:lnTo>
                    <a:pt x="4678807" y="5422899"/>
                  </a:lnTo>
                  <a:close/>
                </a:path>
                <a:path w="12192000" h="6845300">
                  <a:moveTo>
                    <a:pt x="6883273" y="6083299"/>
                  </a:moveTo>
                  <a:lnTo>
                    <a:pt x="6331825" y="6083299"/>
                  </a:lnTo>
                  <a:lnTo>
                    <a:pt x="6363128" y="6095999"/>
                  </a:lnTo>
                  <a:lnTo>
                    <a:pt x="6390217" y="6108699"/>
                  </a:lnTo>
                  <a:lnTo>
                    <a:pt x="6453953" y="6134099"/>
                  </a:lnTo>
                  <a:lnTo>
                    <a:pt x="6501280" y="6146799"/>
                  </a:lnTo>
                  <a:lnTo>
                    <a:pt x="6551850" y="6159499"/>
                  </a:lnTo>
                  <a:lnTo>
                    <a:pt x="6658356" y="6184899"/>
                  </a:lnTo>
                  <a:lnTo>
                    <a:pt x="6718139" y="6210299"/>
                  </a:lnTo>
                  <a:lnTo>
                    <a:pt x="6765242" y="6222999"/>
                  </a:lnTo>
                  <a:lnTo>
                    <a:pt x="6803892" y="6210299"/>
                  </a:lnTo>
                  <a:lnTo>
                    <a:pt x="7144883" y="6210299"/>
                  </a:lnTo>
                  <a:lnTo>
                    <a:pt x="7120680" y="6197599"/>
                  </a:lnTo>
                  <a:lnTo>
                    <a:pt x="7024940" y="6172199"/>
                  </a:lnTo>
                  <a:lnTo>
                    <a:pt x="6950836" y="6172199"/>
                  </a:lnTo>
                  <a:lnTo>
                    <a:pt x="6951188" y="6159499"/>
                  </a:lnTo>
                  <a:lnTo>
                    <a:pt x="6953646" y="6146799"/>
                  </a:lnTo>
                  <a:lnTo>
                    <a:pt x="6991931" y="6146799"/>
                  </a:lnTo>
                  <a:lnTo>
                    <a:pt x="6987365" y="6134099"/>
                  </a:lnTo>
                  <a:lnTo>
                    <a:pt x="6970154" y="6121399"/>
                  </a:lnTo>
                  <a:lnTo>
                    <a:pt x="6931056" y="6121399"/>
                  </a:lnTo>
                  <a:lnTo>
                    <a:pt x="6928584" y="6108699"/>
                  </a:lnTo>
                  <a:lnTo>
                    <a:pt x="6928231" y="6095999"/>
                  </a:lnTo>
                  <a:lnTo>
                    <a:pt x="6883273" y="6083299"/>
                  </a:lnTo>
                  <a:close/>
                </a:path>
                <a:path w="12192000" h="6845300">
                  <a:moveTo>
                    <a:pt x="5211425" y="6184899"/>
                  </a:moveTo>
                  <a:lnTo>
                    <a:pt x="5173726" y="6184899"/>
                  </a:lnTo>
                  <a:lnTo>
                    <a:pt x="5190936" y="6197599"/>
                  </a:lnTo>
                  <a:lnTo>
                    <a:pt x="5210254" y="6197599"/>
                  </a:lnTo>
                  <a:lnTo>
                    <a:pt x="5233787" y="6210299"/>
                  </a:lnTo>
                  <a:lnTo>
                    <a:pt x="5263642" y="6210299"/>
                  </a:lnTo>
                  <a:lnTo>
                    <a:pt x="5226059" y="6197599"/>
                  </a:lnTo>
                  <a:lnTo>
                    <a:pt x="5211425" y="6184899"/>
                  </a:lnTo>
                  <a:close/>
                </a:path>
                <a:path w="12192000" h="6845300">
                  <a:moveTo>
                    <a:pt x="7544101" y="6095999"/>
                  </a:moveTo>
                  <a:lnTo>
                    <a:pt x="7513193" y="6095999"/>
                  </a:lnTo>
                  <a:lnTo>
                    <a:pt x="7535672" y="6121399"/>
                  </a:lnTo>
                  <a:lnTo>
                    <a:pt x="7636881" y="6172199"/>
                  </a:lnTo>
                  <a:lnTo>
                    <a:pt x="7670673" y="6184899"/>
                  </a:lnTo>
                  <a:lnTo>
                    <a:pt x="7693152" y="6184899"/>
                  </a:lnTo>
                  <a:lnTo>
                    <a:pt x="7625603" y="6159499"/>
                  </a:lnTo>
                  <a:lnTo>
                    <a:pt x="7558151" y="6121399"/>
                  </a:lnTo>
                  <a:lnTo>
                    <a:pt x="7545857" y="6108699"/>
                  </a:lnTo>
                  <a:lnTo>
                    <a:pt x="7544101" y="6095999"/>
                  </a:lnTo>
                  <a:close/>
                </a:path>
                <a:path w="12192000" h="6845300">
                  <a:moveTo>
                    <a:pt x="7137961" y="5676899"/>
                  </a:moveTo>
                  <a:lnTo>
                    <a:pt x="6299303" y="5676899"/>
                  </a:lnTo>
                  <a:lnTo>
                    <a:pt x="6346269" y="5689599"/>
                  </a:lnTo>
                  <a:lnTo>
                    <a:pt x="6395108" y="5689599"/>
                  </a:lnTo>
                  <a:lnTo>
                    <a:pt x="6446438" y="5702299"/>
                  </a:lnTo>
                  <a:lnTo>
                    <a:pt x="6500876" y="5714999"/>
                  </a:lnTo>
                  <a:lnTo>
                    <a:pt x="6549027" y="5740399"/>
                  </a:lnTo>
                  <a:lnTo>
                    <a:pt x="6596773" y="5753099"/>
                  </a:lnTo>
                  <a:lnTo>
                    <a:pt x="6643727" y="5778499"/>
                  </a:lnTo>
                  <a:lnTo>
                    <a:pt x="6689499" y="5791199"/>
                  </a:lnTo>
                  <a:lnTo>
                    <a:pt x="6733700" y="5816599"/>
                  </a:lnTo>
                  <a:lnTo>
                    <a:pt x="6775942" y="5829299"/>
                  </a:lnTo>
                  <a:lnTo>
                    <a:pt x="6815835" y="5854699"/>
                  </a:lnTo>
                  <a:lnTo>
                    <a:pt x="6855748" y="5867399"/>
                  </a:lnTo>
                  <a:lnTo>
                    <a:pt x="6875315" y="5880111"/>
                  </a:lnTo>
                  <a:lnTo>
                    <a:pt x="6972757" y="5943599"/>
                  </a:lnTo>
                  <a:lnTo>
                    <a:pt x="7012654" y="5968999"/>
                  </a:lnTo>
                  <a:lnTo>
                    <a:pt x="7053900" y="5994399"/>
                  </a:lnTo>
                  <a:lnTo>
                    <a:pt x="7097035" y="6007099"/>
                  </a:lnTo>
                  <a:lnTo>
                    <a:pt x="7142601" y="6032499"/>
                  </a:lnTo>
                  <a:lnTo>
                    <a:pt x="7191140" y="6057899"/>
                  </a:lnTo>
                  <a:lnTo>
                    <a:pt x="7243191" y="6083299"/>
                  </a:lnTo>
                  <a:lnTo>
                    <a:pt x="7280397" y="6083299"/>
                  </a:lnTo>
                  <a:lnTo>
                    <a:pt x="7323210" y="6095999"/>
                  </a:lnTo>
                  <a:lnTo>
                    <a:pt x="7369762" y="6108699"/>
                  </a:lnTo>
                  <a:lnTo>
                    <a:pt x="7418187" y="6134099"/>
                  </a:lnTo>
                  <a:lnTo>
                    <a:pt x="7466619" y="6146799"/>
                  </a:lnTo>
                  <a:lnTo>
                    <a:pt x="7513193" y="6172199"/>
                  </a:lnTo>
                  <a:lnTo>
                    <a:pt x="7511065" y="6134099"/>
                  </a:lnTo>
                  <a:lnTo>
                    <a:pt x="7479410" y="6108699"/>
                  </a:lnTo>
                  <a:lnTo>
                    <a:pt x="7430896" y="6095999"/>
                  </a:lnTo>
                  <a:lnTo>
                    <a:pt x="7378192" y="6083299"/>
                  </a:lnTo>
                  <a:lnTo>
                    <a:pt x="7341643" y="6057899"/>
                  </a:lnTo>
                  <a:lnTo>
                    <a:pt x="7305071" y="6057899"/>
                  </a:lnTo>
                  <a:lnTo>
                    <a:pt x="7276929" y="6045199"/>
                  </a:lnTo>
                  <a:lnTo>
                    <a:pt x="7265670" y="6032499"/>
                  </a:lnTo>
                  <a:lnTo>
                    <a:pt x="7273417" y="6019799"/>
                  </a:lnTo>
                  <a:lnTo>
                    <a:pt x="7639299" y="6019799"/>
                  </a:lnTo>
                  <a:lnTo>
                    <a:pt x="7589095" y="6007099"/>
                  </a:lnTo>
                  <a:lnTo>
                    <a:pt x="7535672" y="5981699"/>
                  </a:lnTo>
                  <a:lnTo>
                    <a:pt x="7518459" y="5968999"/>
                  </a:lnTo>
                  <a:lnTo>
                    <a:pt x="7499127" y="5968999"/>
                  </a:lnTo>
                  <a:lnTo>
                    <a:pt x="7475557" y="5956299"/>
                  </a:lnTo>
                  <a:lnTo>
                    <a:pt x="7445629" y="5943599"/>
                  </a:lnTo>
                  <a:lnTo>
                    <a:pt x="7423150" y="5918199"/>
                  </a:lnTo>
                  <a:lnTo>
                    <a:pt x="7418935" y="5918199"/>
                  </a:lnTo>
                  <a:lnTo>
                    <a:pt x="7406290" y="5905499"/>
                  </a:lnTo>
                  <a:lnTo>
                    <a:pt x="7385216" y="5905499"/>
                  </a:lnTo>
                  <a:lnTo>
                    <a:pt x="7355713" y="5892799"/>
                  </a:lnTo>
                  <a:lnTo>
                    <a:pt x="7339204" y="5880099"/>
                  </a:lnTo>
                  <a:lnTo>
                    <a:pt x="7310755" y="5880099"/>
                  </a:lnTo>
                  <a:lnTo>
                    <a:pt x="7323028" y="5854699"/>
                  </a:lnTo>
                  <a:lnTo>
                    <a:pt x="7307881" y="5841999"/>
                  </a:lnTo>
                  <a:lnTo>
                    <a:pt x="7288520" y="5829299"/>
                  </a:lnTo>
                  <a:lnTo>
                    <a:pt x="7405939" y="5829299"/>
                  </a:lnTo>
                  <a:lnTo>
                    <a:pt x="7392241" y="5816599"/>
                  </a:lnTo>
                  <a:lnTo>
                    <a:pt x="7365898" y="5803899"/>
                  </a:lnTo>
                  <a:lnTo>
                    <a:pt x="7333233" y="5778499"/>
                  </a:lnTo>
                  <a:lnTo>
                    <a:pt x="7303305" y="5765799"/>
                  </a:lnTo>
                  <a:lnTo>
                    <a:pt x="7279735" y="5765799"/>
                  </a:lnTo>
                  <a:lnTo>
                    <a:pt x="7260403" y="5753099"/>
                  </a:lnTo>
                  <a:lnTo>
                    <a:pt x="7243191" y="5740399"/>
                  </a:lnTo>
                  <a:lnTo>
                    <a:pt x="7215316" y="5714999"/>
                  </a:lnTo>
                  <a:lnTo>
                    <a:pt x="7182039" y="5689599"/>
                  </a:lnTo>
                  <a:lnTo>
                    <a:pt x="7137961" y="5676899"/>
                  </a:lnTo>
                  <a:close/>
                </a:path>
                <a:path w="12192000" h="6845300">
                  <a:moveTo>
                    <a:pt x="7639299" y="6019799"/>
                  </a:moveTo>
                  <a:lnTo>
                    <a:pt x="7293832" y="6019799"/>
                  </a:lnTo>
                  <a:lnTo>
                    <a:pt x="7322677" y="6032499"/>
                  </a:lnTo>
                  <a:lnTo>
                    <a:pt x="7445629" y="6032499"/>
                  </a:lnTo>
                  <a:lnTo>
                    <a:pt x="7449494" y="6045199"/>
                  </a:lnTo>
                  <a:lnTo>
                    <a:pt x="7459694" y="6057899"/>
                  </a:lnTo>
                  <a:lnTo>
                    <a:pt x="7474132" y="6057899"/>
                  </a:lnTo>
                  <a:lnTo>
                    <a:pt x="7490714" y="6083299"/>
                  </a:lnTo>
                  <a:lnTo>
                    <a:pt x="7580630" y="6083299"/>
                  </a:lnTo>
                  <a:lnTo>
                    <a:pt x="7610486" y="6095999"/>
                  </a:lnTo>
                  <a:lnTo>
                    <a:pt x="7670673" y="6095999"/>
                  </a:lnTo>
                  <a:lnTo>
                    <a:pt x="7691747" y="6121399"/>
                  </a:lnTo>
                  <a:lnTo>
                    <a:pt x="7721250" y="6134099"/>
                  </a:lnTo>
                  <a:lnTo>
                    <a:pt x="7759184" y="6146799"/>
                  </a:lnTo>
                  <a:lnTo>
                    <a:pt x="7805547" y="6146799"/>
                  </a:lnTo>
                  <a:lnTo>
                    <a:pt x="7788687" y="6134099"/>
                  </a:lnTo>
                  <a:lnTo>
                    <a:pt x="7771828" y="6108699"/>
                  </a:lnTo>
                  <a:lnTo>
                    <a:pt x="7754969" y="6108699"/>
                  </a:lnTo>
                  <a:lnTo>
                    <a:pt x="7738109" y="6095999"/>
                  </a:lnTo>
                  <a:lnTo>
                    <a:pt x="7717056" y="6070599"/>
                  </a:lnTo>
                  <a:lnTo>
                    <a:pt x="7683036" y="6045199"/>
                  </a:lnTo>
                  <a:lnTo>
                    <a:pt x="7639299" y="6019799"/>
                  </a:lnTo>
                  <a:close/>
                </a:path>
                <a:path w="12192000" h="6845300">
                  <a:moveTo>
                    <a:pt x="5384593" y="5918199"/>
                  </a:moveTo>
                  <a:lnTo>
                    <a:pt x="4813808" y="5918199"/>
                  </a:lnTo>
                  <a:lnTo>
                    <a:pt x="4855120" y="5930899"/>
                  </a:lnTo>
                  <a:lnTo>
                    <a:pt x="4895369" y="5956299"/>
                  </a:lnTo>
                  <a:lnTo>
                    <a:pt x="4976907" y="5994399"/>
                  </a:lnTo>
                  <a:lnTo>
                    <a:pt x="5020309" y="6019799"/>
                  </a:lnTo>
                  <a:lnTo>
                    <a:pt x="5066875" y="6045199"/>
                  </a:lnTo>
                  <a:lnTo>
                    <a:pt x="5117661" y="6057899"/>
                  </a:lnTo>
                  <a:lnTo>
                    <a:pt x="5173726" y="6083299"/>
                  </a:lnTo>
                  <a:lnTo>
                    <a:pt x="5190585" y="6095999"/>
                  </a:lnTo>
                  <a:lnTo>
                    <a:pt x="5224303" y="6108699"/>
                  </a:lnTo>
                  <a:lnTo>
                    <a:pt x="5241163" y="6121399"/>
                  </a:lnTo>
                  <a:lnTo>
                    <a:pt x="5266154" y="6121399"/>
                  </a:lnTo>
                  <a:lnTo>
                    <a:pt x="5255260" y="6108699"/>
                  </a:lnTo>
                  <a:lnTo>
                    <a:pt x="5231697" y="6108699"/>
                  </a:lnTo>
                  <a:lnTo>
                    <a:pt x="5218684" y="6095999"/>
                  </a:lnTo>
                  <a:lnTo>
                    <a:pt x="5235545" y="6095999"/>
                  </a:lnTo>
                  <a:lnTo>
                    <a:pt x="5269315" y="6083299"/>
                  </a:lnTo>
                  <a:lnTo>
                    <a:pt x="5353685" y="6083299"/>
                  </a:lnTo>
                  <a:lnTo>
                    <a:pt x="5308727" y="6032499"/>
                  </a:lnTo>
                  <a:lnTo>
                    <a:pt x="5353685" y="6032499"/>
                  </a:lnTo>
                  <a:lnTo>
                    <a:pt x="5331206" y="6007099"/>
                  </a:lnTo>
                  <a:lnTo>
                    <a:pt x="5229955" y="5956299"/>
                  </a:lnTo>
                  <a:lnTo>
                    <a:pt x="5255267" y="5943599"/>
                  </a:lnTo>
                  <a:lnTo>
                    <a:pt x="5398643" y="5943599"/>
                  </a:lnTo>
                  <a:lnTo>
                    <a:pt x="5386349" y="5930899"/>
                  </a:lnTo>
                  <a:lnTo>
                    <a:pt x="5384593" y="5918199"/>
                  </a:lnTo>
                  <a:close/>
                </a:path>
                <a:path w="12192000" h="6845300">
                  <a:moveTo>
                    <a:pt x="7430527" y="6057899"/>
                  </a:moveTo>
                  <a:lnTo>
                    <a:pt x="7423150" y="6057899"/>
                  </a:lnTo>
                  <a:lnTo>
                    <a:pt x="7427718" y="6070599"/>
                  </a:lnTo>
                  <a:lnTo>
                    <a:pt x="7442834" y="6083299"/>
                  </a:lnTo>
                  <a:lnTo>
                    <a:pt x="7470620" y="6095999"/>
                  </a:lnTo>
                  <a:lnTo>
                    <a:pt x="7554989" y="6095999"/>
                  </a:lnTo>
                  <a:lnTo>
                    <a:pt x="7580630" y="6083299"/>
                  </a:lnTo>
                  <a:lnTo>
                    <a:pt x="7490714" y="6083299"/>
                  </a:lnTo>
                  <a:lnTo>
                    <a:pt x="7470620" y="6070599"/>
                  </a:lnTo>
                  <a:lnTo>
                    <a:pt x="7448454" y="6070599"/>
                  </a:lnTo>
                  <a:lnTo>
                    <a:pt x="7430527" y="6057899"/>
                  </a:lnTo>
                  <a:close/>
                </a:path>
                <a:path w="12192000" h="6845300">
                  <a:moveTo>
                    <a:pt x="4240212" y="6070599"/>
                  </a:moveTo>
                  <a:lnTo>
                    <a:pt x="4214221" y="6070599"/>
                  </a:lnTo>
                  <a:lnTo>
                    <a:pt x="4184015" y="6083299"/>
                  </a:lnTo>
                  <a:lnTo>
                    <a:pt x="4266203" y="6083299"/>
                  </a:lnTo>
                  <a:lnTo>
                    <a:pt x="4240212" y="6070599"/>
                  </a:lnTo>
                  <a:close/>
                </a:path>
                <a:path w="12192000" h="6845300">
                  <a:moveTo>
                    <a:pt x="4593457" y="6032499"/>
                  </a:moveTo>
                  <a:lnTo>
                    <a:pt x="4577651" y="6032499"/>
                  </a:lnTo>
                  <a:lnTo>
                    <a:pt x="4645088" y="6057899"/>
                  </a:lnTo>
                  <a:lnTo>
                    <a:pt x="4678807" y="6083299"/>
                  </a:lnTo>
                  <a:lnTo>
                    <a:pt x="4664406" y="6057899"/>
                  </a:lnTo>
                  <a:lnTo>
                    <a:pt x="4631039" y="6045199"/>
                  </a:lnTo>
                  <a:lnTo>
                    <a:pt x="4593457" y="6032499"/>
                  </a:lnTo>
                  <a:close/>
                </a:path>
                <a:path w="12192000" h="6845300">
                  <a:moveTo>
                    <a:pt x="5621135" y="5905499"/>
                  </a:moveTo>
                  <a:lnTo>
                    <a:pt x="5395481" y="5905499"/>
                  </a:lnTo>
                  <a:lnTo>
                    <a:pt x="5421122" y="5918199"/>
                  </a:lnTo>
                  <a:lnTo>
                    <a:pt x="5471703" y="5930899"/>
                  </a:lnTo>
                  <a:lnTo>
                    <a:pt x="5522019" y="5956299"/>
                  </a:lnTo>
                  <a:lnTo>
                    <a:pt x="5571806" y="5968999"/>
                  </a:lnTo>
                  <a:lnTo>
                    <a:pt x="5715337" y="6007099"/>
                  </a:lnTo>
                  <a:lnTo>
                    <a:pt x="5760355" y="6032499"/>
                  </a:lnTo>
                  <a:lnTo>
                    <a:pt x="5803519" y="6057899"/>
                  </a:lnTo>
                  <a:lnTo>
                    <a:pt x="5893562" y="6057899"/>
                  </a:lnTo>
                  <a:lnTo>
                    <a:pt x="5896723" y="6045199"/>
                  </a:lnTo>
                  <a:lnTo>
                    <a:pt x="5901991" y="6032499"/>
                  </a:lnTo>
                  <a:lnTo>
                    <a:pt x="5903045" y="6019799"/>
                  </a:lnTo>
                  <a:lnTo>
                    <a:pt x="5893562" y="6007099"/>
                  </a:lnTo>
                  <a:lnTo>
                    <a:pt x="5871083" y="6007099"/>
                  </a:lnTo>
                  <a:lnTo>
                    <a:pt x="5801465" y="5994399"/>
                  </a:lnTo>
                  <a:lnTo>
                    <a:pt x="5752957" y="5981699"/>
                  </a:lnTo>
                  <a:lnTo>
                    <a:pt x="5712902" y="5956299"/>
                  </a:lnTo>
                  <a:lnTo>
                    <a:pt x="5668645" y="5943599"/>
                  </a:lnTo>
                  <a:lnTo>
                    <a:pt x="5643094" y="5918199"/>
                  </a:lnTo>
                  <a:lnTo>
                    <a:pt x="5621135" y="5905499"/>
                  </a:lnTo>
                  <a:close/>
                </a:path>
                <a:path w="12192000" h="6845300">
                  <a:moveTo>
                    <a:pt x="4698507" y="5994399"/>
                  </a:moveTo>
                  <a:lnTo>
                    <a:pt x="4598374" y="5994399"/>
                  </a:lnTo>
                  <a:lnTo>
                    <a:pt x="4611370" y="6007099"/>
                  </a:lnTo>
                  <a:lnTo>
                    <a:pt x="4654222" y="6019799"/>
                  </a:lnTo>
                  <a:lnTo>
                    <a:pt x="4684442" y="6032499"/>
                  </a:lnTo>
                  <a:lnTo>
                    <a:pt x="4723892" y="6032499"/>
                  </a:lnTo>
                  <a:lnTo>
                    <a:pt x="4729491" y="6019799"/>
                  </a:lnTo>
                  <a:lnTo>
                    <a:pt x="4718208" y="6007099"/>
                  </a:lnTo>
                  <a:lnTo>
                    <a:pt x="4698507" y="5994399"/>
                  </a:lnTo>
                  <a:close/>
                </a:path>
                <a:path w="12192000" h="6845300">
                  <a:moveTo>
                    <a:pt x="4372387" y="5943599"/>
                  </a:moveTo>
                  <a:lnTo>
                    <a:pt x="4116451" y="5943599"/>
                  </a:lnTo>
                  <a:lnTo>
                    <a:pt x="4179044" y="5956299"/>
                  </a:lnTo>
                  <a:lnTo>
                    <a:pt x="4228957" y="5981699"/>
                  </a:lnTo>
                  <a:lnTo>
                    <a:pt x="4261987" y="6007099"/>
                  </a:lnTo>
                  <a:lnTo>
                    <a:pt x="4591700" y="6007099"/>
                  </a:lnTo>
                  <a:lnTo>
                    <a:pt x="4598374" y="5994399"/>
                  </a:lnTo>
                  <a:lnTo>
                    <a:pt x="4698507" y="5994399"/>
                  </a:lnTo>
                  <a:lnTo>
                    <a:pt x="4678807" y="5981699"/>
                  </a:lnTo>
                  <a:lnTo>
                    <a:pt x="4521327" y="5981699"/>
                  </a:lnTo>
                  <a:lnTo>
                    <a:pt x="4484447" y="5968999"/>
                  </a:lnTo>
                  <a:lnTo>
                    <a:pt x="4386453" y="5968999"/>
                  </a:lnTo>
                  <a:lnTo>
                    <a:pt x="4382587" y="5956299"/>
                  </a:lnTo>
                  <a:lnTo>
                    <a:pt x="4372387" y="5943599"/>
                  </a:lnTo>
                  <a:close/>
                </a:path>
                <a:path w="12192000" h="6845300">
                  <a:moveTo>
                    <a:pt x="5758561" y="5943599"/>
                  </a:moveTo>
                  <a:lnTo>
                    <a:pt x="5736082" y="5943599"/>
                  </a:lnTo>
                  <a:lnTo>
                    <a:pt x="5871083" y="6007099"/>
                  </a:lnTo>
                  <a:lnTo>
                    <a:pt x="5893562" y="6007099"/>
                  </a:lnTo>
                  <a:lnTo>
                    <a:pt x="5758561" y="5943599"/>
                  </a:lnTo>
                  <a:close/>
                </a:path>
                <a:path w="12192000" h="6845300">
                  <a:moveTo>
                    <a:pt x="4453890" y="5880099"/>
                  </a:moveTo>
                  <a:lnTo>
                    <a:pt x="4386453" y="5880099"/>
                  </a:lnTo>
                  <a:lnTo>
                    <a:pt x="4521327" y="5943599"/>
                  </a:lnTo>
                  <a:lnTo>
                    <a:pt x="4546687" y="5956299"/>
                  </a:lnTo>
                  <a:lnTo>
                    <a:pt x="4555140" y="5968999"/>
                  </a:lnTo>
                  <a:lnTo>
                    <a:pt x="4546687" y="5981699"/>
                  </a:lnTo>
                  <a:lnTo>
                    <a:pt x="4678807" y="5981699"/>
                  </a:lnTo>
                  <a:lnTo>
                    <a:pt x="4628929" y="5968999"/>
                  </a:lnTo>
                  <a:lnTo>
                    <a:pt x="4583255" y="5956299"/>
                  </a:lnTo>
                  <a:lnTo>
                    <a:pt x="4545986" y="5930899"/>
                  </a:lnTo>
                  <a:lnTo>
                    <a:pt x="4521327" y="5918199"/>
                  </a:lnTo>
                  <a:lnTo>
                    <a:pt x="4487608" y="5892799"/>
                  </a:lnTo>
                  <a:lnTo>
                    <a:pt x="4453890" y="5880099"/>
                  </a:lnTo>
                  <a:close/>
                </a:path>
                <a:path w="12192000" h="6845300">
                  <a:moveTo>
                    <a:pt x="4410688" y="5943599"/>
                  </a:moveTo>
                  <a:lnTo>
                    <a:pt x="4386453" y="5968999"/>
                  </a:lnTo>
                  <a:lnTo>
                    <a:pt x="4484447" y="5968999"/>
                  </a:lnTo>
                  <a:lnTo>
                    <a:pt x="4445460" y="5956299"/>
                  </a:lnTo>
                  <a:lnTo>
                    <a:pt x="4410688" y="5943599"/>
                  </a:lnTo>
                  <a:close/>
                </a:path>
                <a:path w="12192000" h="6845300">
                  <a:moveTo>
                    <a:pt x="5458757" y="5956299"/>
                  </a:moveTo>
                  <a:lnTo>
                    <a:pt x="5403911" y="5956299"/>
                  </a:lnTo>
                  <a:lnTo>
                    <a:pt x="5443601" y="5968999"/>
                  </a:lnTo>
                  <a:lnTo>
                    <a:pt x="5458757" y="5956299"/>
                  </a:lnTo>
                  <a:close/>
                </a:path>
                <a:path w="12192000" h="6845300">
                  <a:moveTo>
                    <a:pt x="5421491" y="5943599"/>
                  </a:moveTo>
                  <a:lnTo>
                    <a:pt x="5358251" y="5943599"/>
                  </a:lnTo>
                  <a:lnTo>
                    <a:pt x="5378973" y="5956299"/>
                  </a:lnTo>
                  <a:lnTo>
                    <a:pt x="5446458" y="5956299"/>
                  </a:lnTo>
                  <a:lnTo>
                    <a:pt x="5421491" y="5943599"/>
                  </a:lnTo>
                  <a:close/>
                </a:path>
                <a:path w="12192000" h="6845300">
                  <a:moveTo>
                    <a:pt x="7850517" y="5880111"/>
                  </a:moveTo>
                  <a:lnTo>
                    <a:pt x="7864222" y="5892799"/>
                  </a:lnTo>
                  <a:lnTo>
                    <a:pt x="7892716" y="5905499"/>
                  </a:lnTo>
                  <a:lnTo>
                    <a:pt x="7916995" y="5918199"/>
                  </a:lnTo>
                  <a:lnTo>
                    <a:pt x="7918069" y="5918199"/>
                  </a:lnTo>
                  <a:lnTo>
                    <a:pt x="7873985" y="5892799"/>
                  </a:lnTo>
                  <a:lnTo>
                    <a:pt x="7850517" y="5880111"/>
                  </a:lnTo>
                  <a:close/>
                </a:path>
                <a:path w="12192000" h="6845300">
                  <a:moveTo>
                    <a:pt x="12192000" y="5067300"/>
                  </a:moveTo>
                  <a:lnTo>
                    <a:pt x="6096000" y="5067300"/>
                  </a:lnTo>
                  <a:lnTo>
                    <a:pt x="6143860" y="5080000"/>
                  </a:lnTo>
                  <a:lnTo>
                    <a:pt x="6191082" y="5105400"/>
                  </a:lnTo>
                  <a:lnTo>
                    <a:pt x="6237714" y="5118100"/>
                  </a:lnTo>
                  <a:lnTo>
                    <a:pt x="6329404" y="5168900"/>
                  </a:lnTo>
                  <a:lnTo>
                    <a:pt x="6374562" y="5181600"/>
                  </a:lnTo>
                  <a:lnTo>
                    <a:pt x="6507871" y="5257799"/>
                  </a:lnTo>
                  <a:lnTo>
                    <a:pt x="6551750" y="5270499"/>
                  </a:lnTo>
                  <a:lnTo>
                    <a:pt x="6638968" y="5321299"/>
                  </a:lnTo>
                  <a:lnTo>
                    <a:pt x="6682405" y="5334000"/>
                  </a:lnTo>
                  <a:lnTo>
                    <a:pt x="6725793" y="5359399"/>
                  </a:lnTo>
                  <a:lnTo>
                    <a:pt x="6766588" y="5372099"/>
                  </a:lnTo>
                  <a:lnTo>
                    <a:pt x="6808026" y="5397499"/>
                  </a:lnTo>
                  <a:lnTo>
                    <a:pt x="6850146" y="5410199"/>
                  </a:lnTo>
                  <a:lnTo>
                    <a:pt x="6892987" y="5435599"/>
                  </a:lnTo>
                  <a:lnTo>
                    <a:pt x="6936589" y="5448299"/>
                  </a:lnTo>
                  <a:lnTo>
                    <a:pt x="6980991" y="5473699"/>
                  </a:lnTo>
                  <a:lnTo>
                    <a:pt x="7026234" y="5499099"/>
                  </a:lnTo>
                  <a:lnTo>
                    <a:pt x="7072355" y="5511799"/>
                  </a:lnTo>
                  <a:lnTo>
                    <a:pt x="7119396" y="5537199"/>
                  </a:lnTo>
                  <a:lnTo>
                    <a:pt x="7167395" y="5562599"/>
                  </a:lnTo>
                  <a:lnTo>
                    <a:pt x="7216392" y="5575299"/>
                  </a:lnTo>
                  <a:lnTo>
                    <a:pt x="7266426" y="5600699"/>
                  </a:lnTo>
                  <a:lnTo>
                    <a:pt x="7317538" y="5626099"/>
                  </a:lnTo>
                  <a:lnTo>
                    <a:pt x="7369766" y="5651499"/>
                  </a:lnTo>
                  <a:lnTo>
                    <a:pt x="7423150" y="5676899"/>
                  </a:lnTo>
                  <a:lnTo>
                    <a:pt x="7456888" y="5689599"/>
                  </a:lnTo>
                  <a:lnTo>
                    <a:pt x="7524412" y="5702299"/>
                  </a:lnTo>
                  <a:lnTo>
                    <a:pt x="7558151" y="5714999"/>
                  </a:lnTo>
                  <a:lnTo>
                    <a:pt x="7594816" y="5740399"/>
                  </a:lnTo>
                  <a:lnTo>
                    <a:pt x="7636498" y="5765799"/>
                  </a:lnTo>
                  <a:lnTo>
                    <a:pt x="7681876" y="5791199"/>
                  </a:lnTo>
                  <a:lnTo>
                    <a:pt x="7729632" y="5816599"/>
                  </a:lnTo>
                  <a:lnTo>
                    <a:pt x="7827006" y="5867399"/>
                  </a:lnTo>
                  <a:lnTo>
                    <a:pt x="7850517" y="5880111"/>
                  </a:lnTo>
                  <a:lnTo>
                    <a:pt x="8210423" y="5880099"/>
                  </a:lnTo>
                  <a:lnTo>
                    <a:pt x="8151519" y="5867399"/>
                  </a:lnTo>
                  <a:lnTo>
                    <a:pt x="8106348" y="5841999"/>
                  </a:lnTo>
                  <a:lnTo>
                    <a:pt x="8069913" y="5829299"/>
                  </a:lnTo>
                  <a:lnTo>
                    <a:pt x="8037213" y="5803899"/>
                  </a:lnTo>
                  <a:lnTo>
                    <a:pt x="8003251" y="5778499"/>
                  </a:lnTo>
                  <a:lnTo>
                    <a:pt x="7963027" y="5765799"/>
                  </a:lnTo>
                  <a:lnTo>
                    <a:pt x="7910223" y="5740399"/>
                  </a:lnTo>
                  <a:lnTo>
                    <a:pt x="7865690" y="5714999"/>
                  </a:lnTo>
                  <a:lnTo>
                    <a:pt x="7826673" y="5689599"/>
                  </a:lnTo>
                  <a:lnTo>
                    <a:pt x="7790418" y="5664199"/>
                  </a:lnTo>
                  <a:lnTo>
                    <a:pt x="7754169" y="5651499"/>
                  </a:lnTo>
                  <a:lnTo>
                    <a:pt x="7715172" y="5626099"/>
                  </a:lnTo>
                  <a:lnTo>
                    <a:pt x="7670673" y="5600699"/>
                  </a:lnTo>
                  <a:lnTo>
                    <a:pt x="7620373" y="5587999"/>
                  </a:lnTo>
                  <a:lnTo>
                    <a:pt x="7572216" y="5562599"/>
                  </a:lnTo>
                  <a:lnTo>
                    <a:pt x="7528298" y="5537199"/>
                  </a:lnTo>
                  <a:lnTo>
                    <a:pt x="7490714" y="5511799"/>
                  </a:lnTo>
                  <a:lnTo>
                    <a:pt x="7444942" y="5486399"/>
                  </a:lnTo>
                  <a:lnTo>
                    <a:pt x="7397876" y="5473699"/>
                  </a:lnTo>
                  <a:lnTo>
                    <a:pt x="7204060" y="5372099"/>
                  </a:lnTo>
                  <a:lnTo>
                    <a:pt x="7156069" y="5359399"/>
                  </a:lnTo>
                  <a:lnTo>
                    <a:pt x="7109003" y="5334000"/>
                  </a:lnTo>
                  <a:lnTo>
                    <a:pt x="7063232" y="5308599"/>
                  </a:lnTo>
                  <a:lnTo>
                    <a:pt x="7042860" y="5295899"/>
                  </a:lnTo>
                  <a:lnTo>
                    <a:pt x="6993687" y="5283199"/>
                  </a:lnTo>
                  <a:lnTo>
                    <a:pt x="6973316" y="5270499"/>
                  </a:lnTo>
                  <a:lnTo>
                    <a:pt x="12192000" y="5270499"/>
                  </a:lnTo>
                  <a:lnTo>
                    <a:pt x="12192000" y="5105400"/>
                  </a:lnTo>
                  <a:lnTo>
                    <a:pt x="12179004" y="5105400"/>
                  </a:lnTo>
                  <a:lnTo>
                    <a:pt x="12172330" y="5092700"/>
                  </a:lnTo>
                  <a:lnTo>
                    <a:pt x="12169872" y="5092700"/>
                  </a:lnTo>
                  <a:lnTo>
                    <a:pt x="12169521" y="5080000"/>
                  </a:lnTo>
                  <a:lnTo>
                    <a:pt x="12192000" y="5080000"/>
                  </a:lnTo>
                  <a:lnTo>
                    <a:pt x="12192000" y="5067300"/>
                  </a:lnTo>
                  <a:close/>
                </a:path>
                <a:path w="12192000" h="6845300">
                  <a:moveTo>
                    <a:pt x="4206494" y="5778499"/>
                  </a:moveTo>
                  <a:lnTo>
                    <a:pt x="4240916" y="5816599"/>
                  </a:lnTo>
                  <a:lnTo>
                    <a:pt x="4279566" y="5841999"/>
                  </a:lnTo>
                  <a:lnTo>
                    <a:pt x="4326669" y="5854699"/>
                  </a:lnTo>
                  <a:lnTo>
                    <a:pt x="4386453" y="5880099"/>
                  </a:lnTo>
                  <a:lnTo>
                    <a:pt x="4313285" y="5841999"/>
                  </a:lnTo>
                  <a:lnTo>
                    <a:pt x="4206494" y="5778499"/>
                  </a:lnTo>
                  <a:close/>
                </a:path>
                <a:path w="12192000" h="6845300">
                  <a:moveTo>
                    <a:pt x="7400671" y="5829299"/>
                  </a:moveTo>
                  <a:lnTo>
                    <a:pt x="7315267" y="5829299"/>
                  </a:lnTo>
                  <a:lnTo>
                    <a:pt x="7352887" y="5841999"/>
                  </a:lnTo>
                  <a:lnTo>
                    <a:pt x="7386268" y="5841999"/>
                  </a:lnTo>
                  <a:lnTo>
                    <a:pt x="7400671" y="5829299"/>
                  </a:lnTo>
                  <a:close/>
                </a:path>
                <a:path w="12192000" h="6845300">
                  <a:moveTo>
                    <a:pt x="3419221" y="5422899"/>
                  </a:moveTo>
                  <a:lnTo>
                    <a:pt x="2742235" y="5422899"/>
                  </a:lnTo>
                  <a:lnTo>
                    <a:pt x="2791408" y="5448299"/>
                  </a:lnTo>
                  <a:lnTo>
                    <a:pt x="2811780" y="5473699"/>
                  </a:lnTo>
                  <a:lnTo>
                    <a:pt x="2857571" y="5486399"/>
                  </a:lnTo>
                  <a:lnTo>
                    <a:pt x="2899813" y="5511799"/>
                  </a:lnTo>
                  <a:lnTo>
                    <a:pt x="2940475" y="5524499"/>
                  </a:lnTo>
                  <a:lnTo>
                    <a:pt x="2981529" y="5549899"/>
                  </a:lnTo>
                  <a:lnTo>
                    <a:pt x="3024943" y="5562599"/>
                  </a:lnTo>
                  <a:lnTo>
                    <a:pt x="3072690" y="5587999"/>
                  </a:lnTo>
                  <a:lnTo>
                    <a:pt x="3126740" y="5600699"/>
                  </a:lnTo>
                  <a:lnTo>
                    <a:pt x="3086679" y="5587999"/>
                  </a:lnTo>
                  <a:lnTo>
                    <a:pt x="3042380" y="5562599"/>
                  </a:lnTo>
                  <a:lnTo>
                    <a:pt x="3006510" y="5537199"/>
                  </a:lnTo>
                  <a:lnTo>
                    <a:pt x="2991739" y="5511799"/>
                  </a:lnTo>
                  <a:lnTo>
                    <a:pt x="3574875" y="5511799"/>
                  </a:lnTo>
                  <a:lnTo>
                    <a:pt x="3558438" y="5499099"/>
                  </a:lnTo>
                  <a:lnTo>
                    <a:pt x="3504829" y="5473699"/>
                  </a:lnTo>
                  <a:lnTo>
                    <a:pt x="3455548" y="5448299"/>
                  </a:lnTo>
                  <a:lnTo>
                    <a:pt x="3419221" y="5422899"/>
                  </a:lnTo>
                  <a:close/>
                </a:path>
                <a:path w="12192000" h="6845300">
                  <a:moveTo>
                    <a:pt x="12192000" y="5524499"/>
                  </a:moveTo>
                  <a:lnTo>
                    <a:pt x="12158279" y="5524499"/>
                  </a:lnTo>
                  <a:lnTo>
                    <a:pt x="12192000" y="5537199"/>
                  </a:lnTo>
                  <a:lnTo>
                    <a:pt x="12192000" y="5524499"/>
                  </a:lnTo>
                  <a:close/>
                </a:path>
                <a:path w="12192000" h="6845300">
                  <a:moveTo>
                    <a:pt x="6896637" y="5448299"/>
                  </a:moveTo>
                  <a:lnTo>
                    <a:pt x="6769473" y="5448299"/>
                  </a:lnTo>
                  <a:lnTo>
                    <a:pt x="6798976" y="5460999"/>
                  </a:lnTo>
                  <a:lnTo>
                    <a:pt x="6836910" y="5473699"/>
                  </a:lnTo>
                  <a:lnTo>
                    <a:pt x="6883273" y="5486399"/>
                  </a:lnTo>
                  <a:lnTo>
                    <a:pt x="6928231" y="5486399"/>
                  </a:lnTo>
                  <a:lnTo>
                    <a:pt x="6943036" y="5473699"/>
                  </a:lnTo>
                  <a:lnTo>
                    <a:pt x="6928278" y="5460999"/>
                  </a:lnTo>
                  <a:lnTo>
                    <a:pt x="6896637" y="5448299"/>
                  </a:lnTo>
                  <a:close/>
                </a:path>
                <a:path w="12192000" h="6845300">
                  <a:moveTo>
                    <a:pt x="6208522" y="5270499"/>
                  </a:moveTo>
                  <a:lnTo>
                    <a:pt x="6245752" y="5283199"/>
                  </a:lnTo>
                  <a:lnTo>
                    <a:pt x="6328644" y="5321299"/>
                  </a:lnTo>
                  <a:lnTo>
                    <a:pt x="6365875" y="5334000"/>
                  </a:lnTo>
                  <a:lnTo>
                    <a:pt x="6396154" y="5346699"/>
                  </a:lnTo>
                  <a:lnTo>
                    <a:pt x="6447145" y="5384036"/>
                  </a:lnTo>
                  <a:lnTo>
                    <a:pt x="6478397" y="5397499"/>
                  </a:lnTo>
                  <a:lnTo>
                    <a:pt x="3464179" y="5397499"/>
                  </a:lnTo>
                  <a:lnTo>
                    <a:pt x="3484550" y="5410199"/>
                  </a:lnTo>
                  <a:lnTo>
                    <a:pt x="3533723" y="5435599"/>
                  </a:lnTo>
                  <a:lnTo>
                    <a:pt x="3554095" y="5448299"/>
                  </a:lnTo>
                  <a:lnTo>
                    <a:pt x="3554446" y="5435599"/>
                  </a:lnTo>
                  <a:lnTo>
                    <a:pt x="3556904" y="5422899"/>
                  </a:lnTo>
                  <a:lnTo>
                    <a:pt x="6563568" y="5422899"/>
                  </a:lnTo>
                  <a:lnTo>
                    <a:pt x="6388481" y="5334000"/>
                  </a:lnTo>
                  <a:lnTo>
                    <a:pt x="6366631" y="5321299"/>
                  </a:lnTo>
                  <a:lnTo>
                    <a:pt x="6332172" y="5295899"/>
                  </a:lnTo>
                  <a:lnTo>
                    <a:pt x="6280878" y="5283199"/>
                  </a:lnTo>
                  <a:lnTo>
                    <a:pt x="6208522" y="5270499"/>
                  </a:lnTo>
                  <a:close/>
                </a:path>
                <a:path w="12192000" h="6845300">
                  <a:moveTo>
                    <a:pt x="6723738" y="5372099"/>
                  </a:moveTo>
                  <a:lnTo>
                    <a:pt x="6613398" y="5372099"/>
                  </a:lnTo>
                  <a:lnTo>
                    <a:pt x="6613398" y="5377823"/>
                  </a:lnTo>
                  <a:lnTo>
                    <a:pt x="6640796" y="5384799"/>
                  </a:lnTo>
                  <a:lnTo>
                    <a:pt x="6686470" y="5397499"/>
                  </a:lnTo>
                  <a:lnTo>
                    <a:pt x="6723739" y="5410199"/>
                  </a:lnTo>
                  <a:lnTo>
                    <a:pt x="6748399" y="5448299"/>
                  </a:lnTo>
                  <a:lnTo>
                    <a:pt x="6860794" y="5448299"/>
                  </a:lnTo>
                  <a:lnTo>
                    <a:pt x="6816797" y="5422899"/>
                  </a:lnTo>
                  <a:lnTo>
                    <a:pt x="6770977" y="5397499"/>
                  </a:lnTo>
                  <a:lnTo>
                    <a:pt x="6723738" y="5372099"/>
                  </a:lnTo>
                  <a:close/>
                </a:path>
                <a:path w="12192000" h="6845300">
                  <a:moveTo>
                    <a:pt x="5308727" y="1384299"/>
                  </a:moveTo>
                  <a:lnTo>
                    <a:pt x="5263642" y="1384299"/>
                  </a:lnTo>
                  <a:lnTo>
                    <a:pt x="5248910" y="1396999"/>
                  </a:lnTo>
                  <a:lnTo>
                    <a:pt x="5263705" y="1409699"/>
                  </a:lnTo>
                  <a:lnTo>
                    <a:pt x="5295360" y="1422399"/>
                  </a:lnTo>
                  <a:lnTo>
                    <a:pt x="5331206" y="1435099"/>
                  </a:lnTo>
                  <a:lnTo>
                    <a:pt x="5375202" y="1447799"/>
                  </a:lnTo>
                  <a:lnTo>
                    <a:pt x="5421022" y="1473199"/>
                  </a:lnTo>
                  <a:lnTo>
                    <a:pt x="5468261" y="1498599"/>
                  </a:lnTo>
                  <a:lnTo>
                    <a:pt x="5663296" y="1600199"/>
                  </a:lnTo>
                  <a:lnTo>
                    <a:pt x="5711548" y="1612899"/>
                  </a:lnTo>
                  <a:lnTo>
                    <a:pt x="5758787" y="1638299"/>
                  </a:lnTo>
                  <a:lnTo>
                    <a:pt x="5804607" y="1663699"/>
                  </a:lnTo>
                  <a:lnTo>
                    <a:pt x="5848604" y="1676399"/>
                  </a:lnTo>
                  <a:lnTo>
                    <a:pt x="5888784" y="1701799"/>
                  </a:lnTo>
                  <a:lnTo>
                    <a:pt x="5937720" y="1727199"/>
                  </a:lnTo>
                  <a:lnTo>
                    <a:pt x="5989161" y="1739899"/>
                  </a:lnTo>
                  <a:lnTo>
                    <a:pt x="6036855" y="1765299"/>
                  </a:lnTo>
                  <a:lnTo>
                    <a:pt x="6074552" y="1790699"/>
                  </a:lnTo>
                  <a:lnTo>
                    <a:pt x="6096000" y="1816099"/>
                  </a:lnTo>
                  <a:lnTo>
                    <a:pt x="0" y="1816099"/>
                  </a:lnTo>
                  <a:lnTo>
                    <a:pt x="0" y="4521200"/>
                  </a:lnTo>
                  <a:lnTo>
                    <a:pt x="742315" y="4521200"/>
                  </a:lnTo>
                  <a:lnTo>
                    <a:pt x="787304" y="4546600"/>
                  </a:lnTo>
                  <a:lnTo>
                    <a:pt x="832294" y="4559300"/>
                  </a:lnTo>
                  <a:lnTo>
                    <a:pt x="922274" y="4610100"/>
                  </a:lnTo>
                  <a:lnTo>
                    <a:pt x="967263" y="4622800"/>
                  </a:lnTo>
                  <a:lnTo>
                    <a:pt x="1057243" y="4660900"/>
                  </a:lnTo>
                  <a:lnTo>
                    <a:pt x="1102233" y="4686300"/>
                  </a:lnTo>
                  <a:lnTo>
                    <a:pt x="1147222" y="4699000"/>
                  </a:lnTo>
                  <a:lnTo>
                    <a:pt x="1237202" y="4749800"/>
                  </a:lnTo>
                  <a:lnTo>
                    <a:pt x="1282192" y="4762500"/>
                  </a:lnTo>
                  <a:lnTo>
                    <a:pt x="1299051" y="4775200"/>
                  </a:lnTo>
                  <a:lnTo>
                    <a:pt x="1332769" y="4775200"/>
                  </a:lnTo>
                  <a:lnTo>
                    <a:pt x="1349629" y="4787900"/>
                  </a:lnTo>
                  <a:lnTo>
                    <a:pt x="1501487" y="4864100"/>
                  </a:lnTo>
                  <a:lnTo>
                    <a:pt x="1552067" y="4876800"/>
                  </a:lnTo>
                  <a:lnTo>
                    <a:pt x="1568648" y="4889500"/>
                  </a:lnTo>
                  <a:lnTo>
                    <a:pt x="1583086" y="4902200"/>
                  </a:lnTo>
                  <a:lnTo>
                    <a:pt x="1664589" y="4902200"/>
                  </a:lnTo>
                  <a:lnTo>
                    <a:pt x="1755584" y="4953000"/>
                  </a:lnTo>
                  <a:lnTo>
                    <a:pt x="1800204" y="4965700"/>
                  </a:lnTo>
                  <a:lnTo>
                    <a:pt x="1931735" y="5041900"/>
                  </a:lnTo>
                  <a:lnTo>
                    <a:pt x="1975132" y="5054600"/>
                  </a:lnTo>
                  <a:lnTo>
                    <a:pt x="2193191" y="5181600"/>
                  </a:lnTo>
                  <a:lnTo>
                    <a:pt x="2237708" y="5194300"/>
                  </a:lnTo>
                  <a:lnTo>
                    <a:pt x="2282757" y="5219700"/>
                  </a:lnTo>
                  <a:lnTo>
                    <a:pt x="2374844" y="5270499"/>
                  </a:lnTo>
                  <a:lnTo>
                    <a:pt x="2422079" y="5283199"/>
                  </a:lnTo>
                  <a:lnTo>
                    <a:pt x="2470240" y="5308599"/>
                  </a:lnTo>
                  <a:lnTo>
                    <a:pt x="2519426" y="5334000"/>
                  </a:lnTo>
                  <a:lnTo>
                    <a:pt x="2527153" y="5346699"/>
                  </a:lnTo>
                  <a:lnTo>
                    <a:pt x="2547524" y="5372099"/>
                  </a:lnTo>
                  <a:lnTo>
                    <a:pt x="2576325" y="5384799"/>
                  </a:lnTo>
                  <a:lnTo>
                    <a:pt x="2609342" y="5397499"/>
                  </a:lnTo>
                  <a:lnTo>
                    <a:pt x="2623744" y="5410199"/>
                  </a:lnTo>
                  <a:lnTo>
                    <a:pt x="2640266" y="5410199"/>
                  </a:lnTo>
                  <a:lnTo>
                    <a:pt x="2669456" y="5422899"/>
                  </a:lnTo>
                  <a:lnTo>
                    <a:pt x="3398775" y="5422899"/>
                  </a:lnTo>
                  <a:lnTo>
                    <a:pt x="3349551" y="5397499"/>
                  </a:lnTo>
                  <a:lnTo>
                    <a:pt x="3329178" y="5372099"/>
                  </a:lnTo>
                  <a:lnTo>
                    <a:pt x="3312669" y="5359399"/>
                  </a:lnTo>
                  <a:lnTo>
                    <a:pt x="3298269" y="5359399"/>
                  </a:lnTo>
                  <a:lnTo>
                    <a:pt x="3288083" y="5346699"/>
                  </a:lnTo>
                  <a:lnTo>
                    <a:pt x="3284220" y="5334000"/>
                  </a:lnTo>
                  <a:lnTo>
                    <a:pt x="3270873" y="5334000"/>
                  </a:lnTo>
                  <a:lnTo>
                    <a:pt x="3261741" y="5321299"/>
                  </a:lnTo>
                  <a:lnTo>
                    <a:pt x="3239262" y="5308599"/>
                  </a:lnTo>
                  <a:lnTo>
                    <a:pt x="6288137" y="5308599"/>
                  </a:lnTo>
                  <a:lnTo>
                    <a:pt x="6271172" y="5295899"/>
                  </a:lnTo>
                  <a:lnTo>
                    <a:pt x="6231001" y="5283199"/>
                  </a:lnTo>
                  <a:lnTo>
                    <a:pt x="6197560" y="5270499"/>
                  </a:lnTo>
                  <a:lnTo>
                    <a:pt x="6166262" y="5270499"/>
                  </a:lnTo>
                  <a:lnTo>
                    <a:pt x="6139203" y="5257799"/>
                  </a:lnTo>
                  <a:lnTo>
                    <a:pt x="6118479" y="5245099"/>
                  </a:lnTo>
                  <a:lnTo>
                    <a:pt x="6117776" y="5232399"/>
                  </a:lnTo>
                  <a:lnTo>
                    <a:pt x="6112859" y="5232399"/>
                  </a:lnTo>
                  <a:lnTo>
                    <a:pt x="6099512" y="5219700"/>
                  </a:lnTo>
                  <a:lnTo>
                    <a:pt x="6028563" y="5219700"/>
                  </a:lnTo>
                  <a:lnTo>
                    <a:pt x="5978263" y="5194300"/>
                  </a:lnTo>
                  <a:lnTo>
                    <a:pt x="5930106" y="5168900"/>
                  </a:lnTo>
                  <a:lnTo>
                    <a:pt x="5886188" y="5143500"/>
                  </a:lnTo>
                  <a:lnTo>
                    <a:pt x="5848604" y="5130800"/>
                  </a:lnTo>
                  <a:lnTo>
                    <a:pt x="6202838" y="5130800"/>
                  </a:lnTo>
                  <a:lnTo>
                    <a:pt x="6155144" y="5105400"/>
                  </a:lnTo>
                  <a:lnTo>
                    <a:pt x="6117447" y="5080000"/>
                  </a:lnTo>
                  <a:lnTo>
                    <a:pt x="6096000" y="5067300"/>
                  </a:lnTo>
                  <a:lnTo>
                    <a:pt x="12192000" y="5067300"/>
                  </a:lnTo>
                  <a:lnTo>
                    <a:pt x="12192000" y="4343400"/>
                  </a:lnTo>
                  <a:lnTo>
                    <a:pt x="67483" y="4343400"/>
                  </a:lnTo>
                  <a:lnTo>
                    <a:pt x="50612" y="4330700"/>
                  </a:lnTo>
                  <a:lnTo>
                    <a:pt x="16870" y="4318000"/>
                  </a:lnTo>
                  <a:lnTo>
                    <a:pt x="12192000" y="4318000"/>
                  </a:lnTo>
                  <a:lnTo>
                    <a:pt x="12192000" y="2692399"/>
                  </a:lnTo>
                  <a:lnTo>
                    <a:pt x="12158630" y="2679699"/>
                  </a:lnTo>
                  <a:lnTo>
                    <a:pt x="12127357" y="2654299"/>
                  </a:lnTo>
                  <a:lnTo>
                    <a:pt x="12100274" y="2641599"/>
                  </a:lnTo>
                  <a:lnTo>
                    <a:pt x="12079478" y="2628899"/>
                  </a:lnTo>
                  <a:lnTo>
                    <a:pt x="12192000" y="2628899"/>
                  </a:lnTo>
                  <a:lnTo>
                    <a:pt x="12192000" y="2489199"/>
                  </a:lnTo>
                  <a:lnTo>
                    <a:pt x="12079478" y="2489199"/>
                  </a:lnTo>
                  <a:lnTo>
                    <a:pt x="12030924" y="2463799"/>
                  </a:lnTo>
                  <a:lnTo>
                    <a:pt x="11983288" y="2438399"/>
                  </a:lnTo>
                  <a:lnTo>
                    <a:pt x="11584686" y="2438399"/>
                  </a:lnTo>
                  <a:lnTo>
                    <a:pt x="11539399" y="2425699"/>
                  </a:lnTo>
                  <a:lnTo>
                    <a:pt x="11536854" y="2425699"/>
                  </a:lnTo>
                  <a:lnTo>
                    <a:pt x="11531346" y="2423465"/>
                  </a:lnTo>
                  <a:lnTo>
                    <a:pt x="11493635" y="2412999"/>
                  </a:lnTo>
                  <a:lnTo>
                    <a:pt x="11401158" y="2362199"/>
                  </a:lnTo>
                  <a:lnTo>
                    <a:pt x="11354684" y="2349499"/>
                  </a:lnTo>
                  <a:lnTo>
                    <a:pt x="11308212" y="2324099"/>
                  </a:lnTo>
                  <a:lnTo>
                    <a:pt x="11261861" y="2311399"/>
                  </a:lnTo>
                  <a:lnTo>
                    <a:pt x="11124739" y="2235199"/>
                  </a:lnTo>
                  <a:lnTo>
                    <a:pt x="11080073" y="2222499"/>
                  </a:lnTo>
                  <a:lnTo>
                    <a:pt x="11036127" y="2197099"/>
                  </a:lnTo>
                  <a:lnTo>
                    <a:pt x="10993021" y="2171699"/>
                  </a:lnTo>
                  <a:lnTo>
                    <a:pt x="10950875" y="2146299"/>
                  </a:lnTo>
                  <a:lnTo>
                    <a:pt x="10909808" y="2133599"/>
                  </a:lnTo>
                  <a:lnTo>
                    <a:pt x="10892948" y="2133599"/>
                  </a:lnTo>
                  <a:lnTo>
                    <a:pt x="10876089" y="2120899"/>
                  </a:lnTo>
                  <a:lnTo>
                    <a:pt x="10859230" y="2120899"/>
                  </a:lnTo>
                  <a:lnTo>
                    <a:pt x="10842371" y="2108199"/>
                  </a:lnTo>
                  <a:lnTo>
                    <a:pt x="10690512" y="2031999"/>
                  </a:lnTo>
                  <a:lnTo>
                    <a:pt x="10639933" y="2019299"/>
                  </a:lnTo>
                  <a:lnTo>
                    <a:pt x="10623351" y="2006599"/>
                  </a:lnTo>
                  <a:lnTo>
                    <a:pt x="10608913" y="1993899"/>
                  </a:lnTo>
                  <a:lnTo>
                    <a:pt x="10527411" y="1993899"/>
                  </a:lnTo>
                  <a:lnTo>
                    <a:pt x="10347629" y="1892299"/>
                  </a:lnTo>
                  <a:lnTo>
                    <a:pt x="10303818" y="1866899"/>
                  </a:lnTo>
                  <a:lnTo>
                    <a:pt x="10260264" y="1854199"/>
                  </a:lnTo>
                  <a:lnTo>
                    <a:pt x="10108398" y="1765299"/>
                  </a:lnTo>
                  <a:lnTo>
                    <a:pt x="6329346" y="1765299"/>
                  </a:lnTo>
                  <a:lnTo>
                    <a:pt x="6314946" y="1752599"/>
                  </a:lnTo>
                  <a:lnTo>
                    <a:pt x="6298438" y="1739899"/>
                  </a:lnTo>
                  <a:lnTo>
                    <a:pt x="6231001" y="1739899"/>
                  </a:lnTo>
                  <a:lnTo>
                    <a:pt x="6168056" y="1727199"/>
                  </a:lnTo>
                  <a:lnTo>
                    <a:pt x="6115685" y="1714499"/>
                  </a:lnTo>
                  <a:lnTo>
                    <a:pt x="6075981" y="1689099"/>
                  </a:lnTo>
                  <a:lnTo>
                    <a:pt x="6051042" y="1650999"/>
                  </a:lnTo>
                  <a:lnTo>
                    <a:pt x="5944139" y="1650999"/>
                  </a:lnTo>
                  <a:lnTo>
                    <a:pt x="5910421" y="1638299"/>
                  </a:lnTo>
                  <a:lnTo>
                    <a:pt x="5893562" y="1638299"/>
                  </a:lnTo>
                  <a:lnTo>
                    <a:pt x="5846590" y="1612899"/>
                  </a:lnTo>
                  <a:lnTo>
                    <a:pt x="5801596" y="1587499"/>
                  </a:lnTo>
                  <a:lnTo>
                    <a:pt x="5670567" y="1511299"/>
                  </a:lnTo>
                  <a:lnTo>
                    <a:pt x="5625573" y="1498599"/>
                  </a:lnTo>
                  <a:lnTo>
                    <a:pt x="5551203" y="1498599"/>
                  </a:lnTo>
                  <a:lnTo>
                    <a:pt x="5505529" y="1485899"/>
                  </a:lnTo>
                  <a:lnTo>
                    <a:pt x="5468260" y="1460499"/>
                  </a:lnTo>
                  <a:lnTo>
                    <a:pt x="5443601" y="1435099"/>
                  </a:lnTo>
                  <a:lnTo>
                    <a:pt x="5422526" y="1422399"/>
                  </a:lnTo>
                  <a:lnTo>
                    <a:pt x="5393023" y="1409699"/>
                  </a:lnTo>
                  <a:lnTo>
                    <a:pt x="5355089" y="1396999"/>
                  </a:lnTo>
                  <a:lnTo>
                    <a:pt x="5308727" y="1384299"/>
                  </a:lnTo>
                  <a:close/>
                </a:path>
                <a:path w="12192000" h="6845300">
                  <a:moveTo>
                    <a:pt x="7379976" y="5417602"/>
                  </a:moveTo>
                  <a:lnTo>
                    <a:pt x="7381001" y="5422899"/>
                  </a:lnTo>
                  <a:lnTo>
                    <a:pt x="7389431" y="5422899"/>
                  </a:lnTo>
                  <a:lnTo>
                    <a:pt x="7387357" y="5419491"/>
                  </a:lnTo>
                  <a:lnTo>
                    <a:pt x="7379976" y="5417602"/>
                  </a:lnTo>
                  <a:close/>
                </a:path>
                <a:path w="12192000" h="6845300">
                  <a:moveTo>
                    <a:pt x="12192000" y="5270499"/>
                  </a:moveTo>
                  <a:lnTo>
                    <a:pt x="7040753" y="5270499"/>
                  </a:lnTo>
                  <a:lnTo>
                    <a:pt x="7082987" y="5283199"/>
                  </a:lnTo>
                  <a:lnTo>
                    <a:pt x="7168485" y="5334000"/>
                  </a:lnTo>
                  <a:lnTo>
                    <a:pt x="7212282" y="5346699"/>
                  </a:lnTo>
                  <a:lnTo>
                    <a:pt x="7257132" y="5372099"/>
                  </a:lnTo>
                  <a:lnTo>
                    <a:pt x="7303303" y="5384799"/>
                  </a:lnTo>
                  <a:lnTo>
                    <a:pt x="7351060" y="5410199"/>
                  </a:lnTo>
                  <a:lnTo>
                    <a:pt x="7379976" y="5417602"/>
                  </a:lnTo>
                  <a:lnTo>
                    <a:pt x="7378543" y="5410199"/>
                  </a:lnTo>
                  <a:lnTo>
                    <a:pt x="7378192" y="5397499"/>
                  </a:lnTo>
                  <a:lnTo>
                    <a:pt x="12192000" y="5397499"/>
                  </a:lnTo>
                  <a:lnTo>
                    <a:pt x="12192000" y="5270499"/>
                  </a:lnTo>
                  <a:close/>
                </a:path>
                <a:path w="12192000" h="6845300">
                  <a:moveTo>
                    <a:pt x="6288137" y="5308599"/>
                  </a:moveTo>
                  <a:lnTo>
                    <a:pt x="3252608" y="5308599"/>
                  </a:lnTo>
                  <a:lnTo>
                    <a:pt x="3261741" y="5321299"/>
                  </a:lnTo>
                  <a:lnTo>
                    <a:pt x="3306699" y="5346699"/>
                  </a:lnTo>
                  <a:lnTo>
                    <a:pt x="3374136" y="5372099"/>
                  </a:lnTo>
                  <a:lnTo>
                    <a:pt x="3400903" y="5384799"/>
                  </a:lnTo>
                  <a:lnTo>
                    <a:pt x="3437483" y="5397499"/>
                  </a:lnTo>
                  <a:lnTo>
                    <a:pt x="6478397" y="5397499"/>
                  </a:lnTo>
                  <a:lnTo>
                    <a:pt x="6448188" y="5384799"/>
                  </a:lnTo>
                  <a:lnTo>
                    <a:pt x="6447145" y="5384036"/>
                  </a:lnTo>
                  <a:lnTo>
                    <a:pt x="6419440" y="5372099"/>
                  </a:lnTo>
                  <a:lnTo>
                    <a:pt x="6374238" y="5359399"/>
                  </a:lnTo>
                  <a:lnTo>
                    <a:pt x="6337792" y="5334000"/>
                  </a:lnTo>
                  <a:lnTo>
                    <a:pt x="6305103" y="5321299"/>
                  </a:lnTo>
                  <a:lnTo>
                    <a:pt x="6288137" y="5308599"/>
                  </a:lnTo>
                  <a:close/>
                </a:path>
                <a:path w="12192000" h="6845300">
                  <a:moveTo>
                    <a:pt x="6202838" y="5130800"/>
                  </a:moveTo>
                  <a:lnTo>
                    <a:pt x="5910421" y="5130800"/>
                  </a:lnTo>
                  <a:lnTo>
                    <a:pt x="5944139" y="5143500"/>
                  </a:lnTo>
                  <a:lnTo>
                    <a:pt x="5960999" y="5156200"/>
                  </a:lnTo>
                  <a:lnTo>
                    <a:pt x="6023943" y="5168900"/>
                  </a:lnTo>
                  <a:lnTo>
                    <a:pt x="6076315" y="5181600"/>
                  </a:lnTo>
                  <a:lnTo>
                    <a:pt x="6116018" y="5207000"/>
                  </a:lnTo>
                  <a:lnTo>
                    <a:pt x="6140958" y="5219700"/>
                  </a:lnTo>
                  <a:lnTo>
                    <a:pt x="6247860" y="5219700"/>
                  </a:lnTo>
                  <a:lnTo>
                    <a:pt x="6281578" y="5245099"/>
                  </a:lnTo>
                  <a:lnTo>
                    <a:pt x="6298438" y="5245099"/>
                  </a:lnTo>
                  <a:lnTo>
                    <a:pt x="6345409" y="5257799"/>
                  </a:lnTo>
                  <a:lnTo>
                    <a:pt x="6390403" y="5283199"/>
                  </a:lnTo>
                  <a:lnTo>
                    <a:pt x="6521432" y="5359399"/>
                  </a:lnTo>
                  <a:lnTo>
                    <a:pt x="6566426" y="5384799"/>
                  </a:lnTo>
                  <a:lnTo>
                    <a:pt x="6613398" y="5397499"/>
                  </a:lnTo>
                  <a:lnTo>
                    <a:pt x="6613398" y="5377823"/>
                  </a:lnTo>
                  <a:lnTo>
                    <a:pt x="6590919" y="5372099"/>
                  </a:lnTo>
                  <a:lnTo>
                    <a:pt x="6723738" y="5372099"/>
                  </a:lnTo>
                  <a:lnTo>
                    <a:pt x="6577563" y="5295899"/>
                  </a:lnTo>
                  <a:lnTo>
                    <a:pt x="6528703" y="5283199"/>
                  </a:lnTo>
                  <a:lnTo>
                    <a:pt x="6480451" y="5257799"/>
                  </a:lnTo>
                  <a:lnTo>
                    <a:pt x="6433212" y="5232399"/>
                  </a:lnTo>
                  <a:lnTo>
                    <a:pt x="6387392" y="5219700"/>
                  </a:lnTo>
                  <a:lnTo>
                    <a:pt x="6343396" y="5194300"/>
                  </a:lnTo>
                  <a:lnTo>
                    <a:pt x="6303215" y="5168900"/>
                  </a:lnTo>
                  <a:lnTo>
                    <a:pt x="6254279" y="5156200"/>
                  </a:lnTo>
                  <a:lnTo>
                    <a:pt x="6202838" y="5130800"/>
                  </a:lnTo>
                  <a:close/>
                </a:path>
                <a:path w="12192000" h="6845300">
                  <a:moveTo>
                    <a:pt x="1440706" y="4953000"/>
                  </a:moveTo>
                  <a:lnTo>
                    <a:pt x="1439672" y="4953000"/>
                  </a:lnTo>
                  <a:lnTo>
                    <a:pt x="1473392" y="4965700"/>
                  </a:lnTo>
                  <a:lnTo>
                    <a:pt x="1574673" y="5016500"/>
                  </a:lnTo>
                  <a:lnTo>
                    <a:pt x="1614526" y="5041900"/>
                  </a:lnTo>
                  <a:lnTo>
                    <a:pt x="1656749" y="5054600"/>
                  </a:lnTo>
                  <a:lnTo>
                    <a:pt x="1700946" y="5080000"/>
                  </a:lnTo>
                  <a:lnTo>
                    <a:pt x="1746717" y="5092700"/>
                  </a:lnTo>
                  <a:lnTo>
                    <a:pt x="1793666" y="5118100"/>
                  </a:lnTo>
                  <a:lnTo>
                    <a:pt x="1889506" y="5168900"/>
                  </a:lnTo>
                  <a:lnTo>
                    <a:pt x="1911985" y="5168900"/>
                  </a:lnTo>
                  <a:lnTo>
                    <a:pt x="1932376" y="5194300"/>
                  </a:lnTo>
                  <a:lnTo>
                    <a:pt x="1981636" y="5207000"/>
                  </a:lnTo>
                  <a:lnTo>
                    <a:pt x="2002027" y="5219700"/>
                  </a:lnTo>
                  <a:lnTo>
                    <a:pt x="2019238" y="5219700"/>
                  </a:lnTo>
                  <a:lnTo>
                    <a:pt x="2038556" y="5232399"/>
                  </a:lnTo>
                  <a:lnTo>
                    <a:pt x="2062089" y="5245099"/>
                  </a:lnTo>
                  <a:lnTo>
                    <a:pt x="2091944" y="5245099"/>
                  </a:lnTo>
                  <a:lnTo>
                    <a:pt x="2122574" y="5257799"/>
                  </a:lnTo>
                  <a:lnTo>
                    <a:pt x="2151062" y="5270499"/>
                  </a:lnTo>
                  <a:lnTo>
                    <a:pt x="2183741" y="5295899"/>
                  </a:lnTo>
                  <a:lnTo>
                    <a:pt x="2226945" y="5308599"/>
                  </a:lnTo>
                  <a:lnTo>
                    <a:pt x="2218864" y="5295899"/>
                  </a:lnTo>
                  <a:lnTo>
                    <a:pt x="2196020" y="5270499"/>
                  </a:lnTo>
                  <a:lnTo>
                    <a:pt x="2160508" y="5257799"/>
                  </a:lnTo>
                  <a:lnTo>
                    <a:pt x="2114423" y="5245099"/>
                  </a:lnTo>
                  <a:lnTo>
                    <a:pt x="2069455" y="5207000"/>
                  </a:lnTo>
                  <a:lnTo>
                    <a:pt x="2024474" y="5194300"/>
                  </a:lnTo>
                  <a:lnTo>
                    <a:pt x="1979485" y="5168900"/>
                  </a:lnTo>
                  <a:lnTo>
                    <a:pt x="1844548" y="5130800"/>
                  </a:lnTo>
                  <a:lnTo>
                    <a:pt x="1797576" y="5105400"/>
                  </a:lnTo>
                  <a:lnTo>
                    <a:pt x="1752582" y="5092700"/>
                  </a:lnTo>
                  <a:lnTo>
                    <a:pt x="1708774" y="5067300"/>
                  </a:lnTo>
                  <a:lnTo>
                    <a:pt x="1665361" y="5054600"/>
                  </a:lnTo>
                  <a:lnTo>
                    <a:pt x="1621553" y="5029200"/>
                  </a:lnTo>
                  <a:lnTo>
                    <a:pt x="1576559" y="5016500"/>
                  </a:lnTo>
                  <a:lnTo>
                    <a:pt x="1529588" y="4991100"/>
                  </a:lnTo>
                  <a:lnTo>
                    <a:pt x="1486774" y="4965700"/>
                  </a:lnTo>
                  <a:lnTo>
                    <a:pt x="1440706" y="4953000"/>
                  </a:lnTo>
                  <a:close/>
                </a:path>
                <a:path w="12192000" h="6845300">
                  <a:moveTo>
                    <a:pt x="1732026" y="5168900"/>
                  </a:moveTo>
                  <a:lnTo>
                    <a:pt x="1709547" y="5168900"/>
                  </a:lnTo>
                  <a:lnTo>
                    <a:pt x="1739773" y="5194300"/>
                  </a:lnTo>
                  <a:lnTo>
                    <a:pt x="1791843" y="5219700"/>
                  </a:lnTo>
                  <a:lnTo>
                    <a:pt x="1822069" y="5245099"/>
                  </a:lnTo>
                  <a:lnTo>
                    <a:pt x="1798516" y="5219700"/>
                  </a:lnTo>
                  <a:lnTo>
                    <a:pt x="1768617" y="5207000"/>
                  </a:lnTo>
                  <a:lnTo>
                    <a:pt x="1742934" y="5194300"/>
                  </a:lnTo>
                  <a:lnTo>
                    <a:pt x="1732026" y="5168900"/>
                  </a:lnTo>
                  <a:close/>
                </a:path>
                <a:path w="12192000" h="6845300">
                  <a:moveTo>
                    <a:pt x="6202146" y="5219700"/>
                  </a:moveTo>
                  <a:lnTo>
                    <a:pt x="6157819" y="5219700"/>
                  </a:lnTo>
                  <a:lnTo>
                    <a:pt x="6191589" y="5245099"/>
                  </a:lnTo>
                  <a:lnTo>
                    <a:pt x="6217652" y="5245099"/>
                  </a:lnTo>
                  <a:lnTo>
                    <a:pt x="6214125" y="5232399"/>
                  </a:lnTo>
                  <a:lnTo>
                    <a:pt x="6202146" y="5219700"/>
                  </a:lnTo>
                  <a:close/>
                </a:path>
                <a:path w="12192000" h="6845300">
                  <a:moveTo>
                    <a:pt x="6073521" y="5194300"/>
                  </a:moveTo>
                  <a:lnTo>
                    <a:pt x="6034182" y="5194300"/>
                  </a:lnTo>
                  <a:lnTo>
                    <a:pt x="6029265" y="5207000"/>
                  </a:lnTo>
                  <a:lnTo>
                    <a:pt x="6028563" y="5219700"/>
                  </a:lnTo>
                  <a:lnTo>
                    <a:pt x="6099512" y="5219700"/>
                  </a:lnTo>
                  <a:lnTo>
                    <a:pt x="6073521" y="5194300"/>
                  </a:lnTo>
                  <a:close/>
                </a:path>
                <a:path w="12192000" h="6845300">
                  <a:moveTo>
                    <a:pt x="629843" y="4521200"/>
                  </a:moveTo>
                  <a:lnTo>
                    <a:pt x="292430" y="4521200"/>
                  </a:lnTo>
                  <a:lnTo>
                    <a:pt x="340632" y="4546600"/>
                  </a:lnTo>
                  <a:lnTo>
                    <a:pt x="388834" y="4559300"/>
                  </a:lnTo>
                  <a:lnTo>
                    <a:pt x="581641" y="4660900"/>
                  </a:lnTo>
                  <a:lnTo>
                    <a:pt x="629843" y="4673600"/>
                  </a:lnTo>
                  <a:lnTo>
                    <a:pt x="765991" y="4749800"/>
                  </a:lnTo>
                  <a:lnTo>
                    <a:pt x="811782" y="4762500"/>
                  </a:lnTo>
                  <a:lnTo>
                    <a:pt x="903714" y="4813300"/>
                  </a:lnTo>
                  <a:lnTo>
                    <a:pt x="949769" y="4826000"/>
                  </a:lnTo>
                  <a:lnTo>
                    <a:pt x="995823" y="4851400"/>
                  </a:lnTo>
                  <a:lnTo>
                    <a:pt x="1087758" y="4889500"/>
                  </a:lnTo>
                  <a:lnTo>
                    <a:pt x="1179169" y="4940300"/>
                  </a:lnTo>
                  <a:lnTo>
                    <a:pt x="1224569" y="4953000"/>
                  </a:lnTo>
                  <a:lnTo>
                    <a:pt x="1314541" y="5003800"/>
                  </a:lnTo>
                  <a:lnTo>
                    <a:pt x="1359024" y="5016500"/>
                  </a:lnTo>
                  <a:lnTo>
                    <a:pt x="1446768" y="5067300"/>
                  </a:lnTo>
                  <a:lnTo>
                    <a:pt x="1489942" y="5080000"/>
                  </a:lnTo>
                  <a:lnTo>
                    <a:pt x="1574673" y="5130800"/>
                  </a:lnTo>
                  <a:lnTo>
                    <a:pt x="1605230" y="5143500"/>
                  </a:lnTo>
                  <a:lnTo>
                    <a:pt x="1633680" y="5156200"/>
                  </a:lnTo>
                  <a:lnTo>
                    <a:pt x="1666345" y="5168900"/>
                  </a:lnTo>
                  <a:lnTo>
                    <a:pt x="1701117" y="5168900"/>
                  </a:lnTo>
                  <a:lnTo>
                    <a:pt x="1690931" y="5156200"/>
                  </a:lnTo>
                  <a:lnTo>
                    <a:pt x="1687068" y="5156200"/>
                  </a:lnTo>
                  <a:lnTo>
                    <a:pt x="1667047" y="5143500"/>
                  </a:lnTo>
                  <a:lnTo>
                    <a:pt x="1644919" y="5130800"/>
                  </a:lnTo>
                  <a:lnTo>
                    <a:pt x="1627006" y="5118100"/>
                  </a:lnTo>
                  <a:lnTo>
                    <a:pt x="1619631" y="5105400"/>
                  </a:lnTo>
                  <a:lnTo>
                    <a:pt x="1631924" y="5105400"/>
                  </a:lnTo>
                  <a:lnTo>
                    <a:pt x="1616821" y="5092700"/>
                  </a:lnTo>
                  <a:lnTo>
                    <a:pt x="1597503" y="5092700"/>
                  </a:lnTo>
                  <a:lnTo>
                    <a:pt x="1597152" y="5080000"/>
                  </a:lnTo>
                  <a:lnTo>
                    <a:pt x="1634734" y="5080000"/>
                  </a:lnTo>
                  <a:lnTo>
                    <a:pt x="1616821" y="5067300"/>
                  </a:lnTo>
                  <a:lnTo>
                    <a:pt x="1574673" y="5067300"/>
                  </a:lnTo>
                  <a:lnTo>
                    <a:pt x="1554579" y="5054600"/>
                  </a:lnTo>
                  <a:lnTo>
                    <a:pt x="1532413" y="5041900"/>
                  </a:lnTo>
                  <a:lnTo>
                    <a:pt x="1514486" y="5029200"/>
                  </a:lnTo>
                  <a:lnTo>
                    <a:pt x="1507109" y="5016500"/>
                  </a:lnTo>
                  <a:lnTo>
                    <a:pt x="1489898" y="5003800"/>
                  </a:lnTo>
                  <a:lnTo>
                    <a:pt x="1470580" y="4991100"/>
                  </a:lnTo>
                  <a:lnTo>
                    <a:pt x="1447047" y="4978400"/>
                  </a:lnTo>
                  <a:lnTo>
                    <a:pt x="1417193" y="4965700"/>
                  </a:lnTo>
                  <a:lnTo>
                    <a:pt x="1420705" y="4953000"/>
                  </a:lnTo>
                  <a:lnTo>
                    <a:pt x="1440706" y="4953000"/>
                  </a:lnTo>
                  <a:lnTo>
                    <a:pt x="1393552" y="4927600"/>
                  </a:lnTo>
                  <a:lnTo>
                    <a:pt x="1347484" y="4902200"/>
                  </a:lnTo>
                  <a:lnTo>
                    <a:pt x="1304671" y="4876800"/>
                  </a:lnTo>
                  <a:lnTo>
                    <a:pt x="1237194" y="4851400"/>
                  </a:lnTo>
                  <a:lnTo>
                    <a:pt x="1203452" y="4826000"/>
                  </a:lnTo>
                  <a:lnTo>
                    <a:pt x="1169708" y="4813300"/>
                  </a:lnTo>
                  <a:lnTo>
                    <a:pt x="1149324" y="4800600"/>
                  </a:lnTo>
                  <a:lnTo>
                    <a:pt x="1100119" y="4775200"/>
                  </a:lnTo>
                  <a:lnTo>
                    <a:pt x="1079728" y="4762500"/>
                  </a:lnTo>
                  <a:lnTo>
                    <a:pt x="1128239" y="4762500"/>
                  </a:lnTo>
                  <a:lnTo>
                    <a:pt x="1124724" y="4749800"/>
                  </a:lnTo>
                  <a:lnTo>
                    <a:pt x="1094845" y="4737100"/>
                  </a:lnTo>
                  <a:lnTo>
                    <a:pt x="1071295" y="4737100"/>
                  </a:lnTo>
                  <a:lnTo>
                    <a:pt x="1051965" y="4711700"/>
                  </a:lnTo>
                  <a:lnTo>
                    <a:pt x="1034745" y="4699000"/>
                  </a:lnTo>
                  <a:lnTo>
                    <a:pt x="978509" y="4699000"/>
                  </a:lnTo>
                  <a:lnTo>
                    <a:pt x="952499" y="4686300"/>
                  </a:lnTo>
                  <a:lnTo>
                    <a:pt x="922274" y="4673600"/>
                  </a:lnTo>
                  <a:lnTo>
                    <a:pt x="922274" y="4660900"/>
                  </a:lnTo>
                  <a:lnTo>
                    <a:pt x="891692" y="4635500"/>
                  </a:lnTo>
                  <a:lnTo>
                    <a:pt x="863222" y="4622800"/>
                  </a:lnTo>
                  <a:lnTo>
                    <a:pt x="830537" y="4610100"/>
                  </a:lnTo>
                  <a:lnTo>
                    <a:pt x="787311" y="4610100"/>
                  </a:lnTo>
                  <a:lnTo>
                    <a:pt x="753214" y="4584700"/>
                  </a:lnTo>
                  <a:lnTo>
                    <a:pt x="717011" y="4559300"/>
                  </a:lnTo>
                  <a:lnTo>
                    <a:pt x="676591" y="4546600"/>
                  </a:lnTo>
                  <a:lnTo>
                    <a:pt x="629843" y="4521200"/>
                  </a:lnTo>
                  <a:close/>
                </a:path>
                <a:path w="12192000" h="6845300">
                  <a:moveTo>
                    <a:pt x="1537335" y="5016500"/>
                  </a:moveTo>
                  <a:lnTo>
                    <a:pt x="1507109" y="5016500"/>
                  </a:lnTo>
                  <a:lnTo>
                    <a:pt x="1527500" y="5029200"/>
                  </a:lnTo>
                  <a:lnTo>
                    <a:pt x="1576760" y="5054600"/>
                  </a:lnTo>
                  <a:lnTo>
                    <a:pt x="1597152" y="5067300"/>
                  </a:lnTo>
                  <a:lnTo>
                    <a:pt x="1619631" y="5067300"/>
                  </a:lnTo>
                  <a:lnTo>
                    <a:pt x="1589405" y="5041900"/>
                  </a:lnTo>
                  <a:lnTo>
                    <a:pt x="1537335" y="5016500"/>
                  </a:lnTo>
                  <a:close/>
                </a:path>
                <a:path w="12192000" h="6845300">
                  <a:moveTo>
                    <a:pt x="1147216" y="4762500"/>
                  </a:moveTo>
                  <a:lnTo>
                    <a:pt x="1079728" y="4762500"/>
                  </a:lnTo>
                  <a:lnTo>
                    <a:pt x="1109959" y="4775200"/>
                  </a:lnTo>
                  <a:lnTo>
                    <a:pt x="1161981" y="4800600"/>
                  </a:lnTo>
                  <a:lnTo>
                    <a:pt x="1192212" y="4813300"/>
                  </a:lnTo>
                  <a:lnTo>
                    <a:pt x="1237195" y="4813300"/>
                  </a:lnTo>
                  <a:lnTo>
                    <a:pt x="1147216" y="4762500"/>
                  </a:lnTo>
                  <a:close/>
                </a:path>
                <a:path w="12192000" h="6845300">
                  <a:moveTo>
                    <a:pt x="12192000" y="4318000"/>
                  </a:moveTo>
                  <a:lnTo>
                    <a:pt x="33741" y="4318000"/>
                  </a:lnTo>
                  <a:lnTo>
                    <a:pt x="67483" y="4343400"/>
                  </a:lnTo>
                  <a:lnTo>
                    <a:pt x="12192000" y="4343400"/>
                  </a:lnTo>
                  <a:lnTo>
                    <a:pt x="12192000" y="4318000"/>
                  </a:lnTo>
                  <a:close/>
                </a:path>
                <a:path w="12192000" h="6845300">
                  <a:moveTo>
                    <a:pt x="12192000" y="2628899"/>
                  </a:moveTo>
                  <a:lnTo>
                    <a:pt x="12079478" y="2628899"/>
                  </a:lnTo>
                  <a:lnTo>
                    <a:pt x="12112918" y="2641599"/>
                  </a:lnTo>
                  <a:lnTo>
                    <a:pt x="12144216" y="2641599"/>
                  </a:lnTo>
                  <a:lnTo>
                    <a:pt x="12171275" y="2654299"/>
                  </a:lnTo>
                  <a:lnTo>
                    <a:pt x="12192000" y="2666999"/>
                  </a:lnTo>
                  <a:lnTo>
                    <a:pt x="12192000" y="2628899"/>
                  </a:lnTo>
                  <a:close/>
                </a:path>
                <a:path w="12192000" h="6845300">
                  <a:moveTo>
                    <a:pt x="10999851" y="2082799"/>
                  </a:moveTo>
                  <a:lnTo>
                    <a:pt x="10954766" y="2082799"/>
                  </a:lnTo>
                  <a:lnTo>
                    <a:pt x="11067288" y="2146299"/>
                  </a:lnTo>
                  <a:lnTo>
                    <a:pt x="11097142" y="2158999"/>
                  </a:lnTo>
                  <a:lnTo>
                    <a:pt x="11120675" y="2171699"/>
                  </a:lnTo>
                  <a:lnTo>
                    <a:pt x="11139993" y="2184399"/>
                  </a:lnTo>
                  <a:lnTo>
                    <a:pt x="11157204" y="2197099"/>
                  </a:lnTo>
                  <a:lnTo>
                    <a:pt x="11187483" y="2197099"/>
                  </a:lnTo>
                  <a:lnTo>
                    <a:pt x="11239517" y="2209799"/>
                  </a:lnTo>
                  <a:lnTo>
                    <a:pt x="11269726" y="2222499"/>
                  </a:lnTo>
                  <a:lnTo>
                    <a:pt x="11269726" y="2247899"/>
                  </a:lnTo>
                  <a:lnTo>
                    <a:pt x="11300285" y="2273299"/>
                  </a:lnTo>
                  <a:lnTo>
                    <a:pt x="11328749" y="2298699"/>
                  </a:lnTo>
                  <a:lnTo>
                    <a:pt x="11361451" y="2298699"/>
                  </a:lnTo>
                  <a:lnTo>
                    <a:pt x="11448282" y="2324099"/>
                  </a:lnTo>
                  <a:lnTo>
                    <a:pt x="11483419" y="2336799"/>
                  </a:lnTo>
                  <a:lnTo>
                    <a:pt x="11518580" y="2362199"/>
                  </a:lnTo>
                  <a:lnTo>
                    <a:pt x="11562207" y="2374899"/>
                  </a:lnTo>
                  <a:lnTo>
                    <a:pt x="11557621" y="2387599"/>
                  </a:lnTo>
                  <a:lnTo>
                    <a:pt x="11542474" y="2400299"/>
                  </a:lnTo>
                  <a:lnTo>
                    <a:pt x="11472164" y="2400299"/>
                  </a:lnTo>
                  <a:lnTo>
                    <a:pt x="11505551" y="2412999"/>
                  </a:lnTo>
                  <a:lnTo>
                    <a:pt x="11531346" y="2423465"/>
                  </a:lnTo>
                  <a:lnTo>
                    <a:pt x="11539399" y="2425699"/>
                  </a:lnTo>
                  <a:lnTo>
                    <a:pt x="11563943" y="2425699"/>
                  </a:lnTo>
                  <a:lnTo>
                    <a:pt x="11584686" y="2438399"/>
                  </a:lnTo>
                  <a:lnTo>
                    <a:pt x="11983288" y="2438399"/>
                  </a:lnTo>
                  <a:lnTo>
                    <a:pt x="11751732" y="2311399"/>
                  </a:lnTo>
                  <a:lnTo>
                    <a:pt x="11705319" y="2298699"/>
                  </a:lnTo>
                  <a:lnTo>
                    <a:pt x="11610760" y="2247899"/>
                  </a:lnTo>
                  <a:lnTo>
                    <a:pt x="11562207" y="2222499"/>
                  </a:lnTo>
                  <a:lnTo>
                    <a:pt x="11426044" y="2146299"/>
                  </a:lnTo>
                  <a:lnTo>
                    <a:pt x="11112246" y="2146299"/>
                  </a:lnTo>
                  <a:lnTo>
                    <a:pt x="11082039" y="2133599"/>
                  </a:lnTo>
                  <a:lnTo>
                    <a:pt x="11030057" y="2095499"/>
                  </a:lnTo>
                  <a:lnTo>
                    <a:pt x="10999851" y="2082799"/>
                  </a:lnTo>
                  <a:close/>
                </a:path>
                <a:path w="12192000" h="6845300">
                  <a:moveTo>
                    <a:pt x="9965055" y="1562099"/>
                  </a:moveTo>
                  <a:lnTo>
                    <a:pt x="9973135" y="1587499"/>
                  </a:lnTo>
                  <a:lnTo>
                    <a:pt x="9995979" y="1600199"/>
                  </a:lnTo>
                  <a:lnTo>
                    <a:pt x="10031491" y="1612899"/>
                  </a:lnTo>
                  <a:lnTo>
                    <a:pt x="10077577" y="1638299"/>
                  </a:lnTo>
                  <a:lnTo>
                    <a:pt x="10212514" y="1714499"/>
                  </a:lnTo>
                  <a:lnTo>
                    <a:pt x="10302484" y="1739899"/>
                  </a:lnTo>
                  <a:lnTo>
                    <a:pt x="10347452" y="1739899"/>
                  </a:lnTo>
                  <a:lnTo>
                    <a:pt x="10394423" y="1777999"/>
                  </a:lnTo>
                  <a:lnTo>
                    <a:pt x="10439417" y="1803399"/>
                  </a:lnTo>
                  <a:lnTo>
                    <a:pt x="10483225" y="1816099"/>
                  </a:lnTo>
                  <a:lnTo>
                    <a:pt x="10570446" y="1866899"/>
                  </a:lnTo>
                  <a:lnTo>
                    <a:pt x="10615440" y="1879599"/>
                  </a:lnTo>
                  <a:lnTo>
                    <a:pt x="10662412" y="1904999"/>
                  </a:lnTo>
                  <a:lnTo>
                    <a:pt x="10705225" y="1930399"/>
                  </a:lnTo>
                  <a:lnTo>
                    <a:pt x="10751293" y="1943099"/>
                  </a:lnTo>
                  <a:lnTo>
                    <a:pt x="10798447" y="1968499"/>
                  </a:lnTo>
                  <a:lnTo>
                    <a:pt x="10844515" y="1993899"/>
                  </a:lnTo>
                  <a:lnTo>
                    <a:pt x="10887329" y="2019299"/>
                  </a:lnTo>
                  <a:lnTo>
                    <a:pt x="10921049" y="2031999"/>
                  </a:lnTo>
                  <a:lnTo>
                    <a:pt x="11022330" y="2082799"/>
                  </a:lnTo>
                  <a:lnTo>
                    <a:pt x="11042701" y="2095499"/>
                  </a:lnTo>
                  <a:lnTo>
                    <a:pt x="11091874" y="2133599"/>
                  </a:lnTo>
                  <a:lnTo>
                    <a:pt x="11112246" y="2146299"/>
                  </a:lnTo>
                  <a:lnTo>
                    <a:pt x="11426044" y="2146299"/>
                  </a:lnTo>
                  <a:lnTo>
                    <a:pt x="11380249" y="2133599"/>
                  </a:lnTo>
                  <a:lnTo>
                    <a:pt x="11288309" y="2082799"/>
                  </a:lnTo>
                  <a:lnTo>
                    <a:pt x="11196194" y="2044699"/>
                  </a:lnTo>
                  <a:lnTo>
                    <a:pt x="11150180" y="2019299"/>
                  </a:lnTo>
                  <a:lnTo>
                    <a:pt x="11104254" y="2006599"/>
                  </a:lnTo>
                  <a:lnTo>
                    <a:pt x="10990137" y="1943099"/>
                  </a:lnTo>
                  <a:lnTo>
                    <a:pt x="10752328" y="1943099"/>
                  </a:lnTo>
                  <a:lnTo>
                    <a:pt x="10718607" y="1930399"/>
                  </a:lnTo>
                  <a:lnTo>
                    <a:pt x="10624403" y="1859519"/>
                  </a:lnTo>
                  <a:lnTo>
                    <a:pt x="10602595" y="1854199"/>
                  </a:lnTo>
                  <a:lnTo>
                    <a:pt x="10572369" y="1841499"/>
                  </a:lnTo>
                  <a:lnTo>
                    <a:pt x="10577473" y="1841499"/>
                  </a:lnTo>
                  <a:lnTo>
                    <a:pt x="10535250" y="1816099"/>
                  </a:lnTo>
                  <a:lnTo>
                    <a:pt x="10491053" y="1803399"/>
                  </a:lnTo>
                  <a:lnTo>
                    <a:pt x="10445282" y="1777999"/>
                  </a:lnTo>
                  <a:lnTo>
                    <a:pt x="10398333" y="1765299"/>
                  </a:lnTo>
                  <a:lnTo>
                    <a:pt x="10350604" y="1739899"/>
                  </a:lnTo>
                  <a:lnTo>
                    <a:pt x="10302494" y="1727199"/>
                  </a:lnTo>
                  <a:lnTo>
                    <a:pt x="10298981" y="1727199"/>
                  </a:lnTo>
                  <a:lnTo>
                    <a:pt x="10291254" y="1714499"/>
                  </a:lnTo>
                  <a:lnTo>
                    <a:pt x="10283527" y="1714499"/>
                  </a:lnTo>
                  <a:lnTo>
                    <a:pt x="10280015" y="1701799"/>
                  </a:lnTo>
                  <a:lnTo>
                    <a:pt x="10259623" y="1701799"/>
                  </a:lnTo>
                  <a:lnTo>
                    <a:pt x="10210363" y="1676399"/>
                  </a:lnTo>
                  <a:lnTo>
                    <a:pt x="10189972" y="1650999"/>
                  </a:lnTo>
                  <a:lnTo>
                    <a:pt x="10172761" y="1650999"/>
                  </a:lnTo>
                  <a:lnTo>
                    <a:pt x="10153443" y="1638299"/>
                  </a:lnTo>
                  <a:lnTo>
                    <a:pt x="10100056" y="1638299"/>
                  </a:lnTo>
                  <a:lnTo>
                    <a:pt x="10069425" y="1612899"/>
                  </a:lnTo>
                  <a:lnTo>
                    <a:pt x="10040937" y="1600199"/>
                  </a:lnTo>
                  <a:lnTo>
                    <a:pt x="10008258" y="1587499"/>
                  </a:lnTo>
                  <a:lnTo>
                    <a:pt x="9965055" y="1562099"/>
                  </a:lnTo>
                  <a:close/>
                </a:path>
                <a:path w="12192000" h="6845300">
                  <a:moveTo>
                    <a:pt x="10369931" y="1638299"/>
                  </a:moveTo>
                  <a:lnTo>
                    <a:pt x="10393483" y="1650999"/>
                  </a:lnTo>
                  <a:lnTo>
                    <a:pt x="10423382" y="1676399"/>
                  </a:lnTo>
                  <a:lnTo>
                    <a:pt x="10449065" y="1689099"/>
                  </a:lnTo>
                  <a:lnTo>
                    <a:pt x="10459974" y="1701799"/>
                  </a:lnTo>
                  <a:lnTo>
                    <a:pt x="10476482" y="1714499"/>
                  </a:lnTo>
                  <a:lnTo>
                    <a:pt x="10490882" y="1714499"/>
                  </a:lnTo>
                  <a:lnTo>
                    <a:pt x="10501068" y="1727199"/>
                  </a:lnTo>
                  <a:lnTo>
                    <a:pt x="10504932" y="1727199"/>
                  </a:lnTo>
                  <a:lnTo>
                    <a:pt x="10524952" y="1739899"/>
                  </a:lnTo>
                  <a:lnTo>
                    <a:pt x="10547080" y="1752599"/>
                  </a:lnTo>
                  <a:lnTo>
                    <a:pt x="10564993" y="1765299"/>
                  </a:lnTo>
                  <a:lnTo>
                    <a:pt x="10572369" y="1765299"/>
                  </a:lnTo>
                  <a:lnTo>
                    <a:pt x="10560075" y="1777999"/>
                  </a:lnTo>
                  <a:lnTo>
                    <a:pt x="10575178" y="1777999"/>
                  </a:lnTo>
                  <a:lnTo>
                    <a:pt x="10594496" y="1790699"/>
                  </a:lnTo>
                  <a:lnTo>
                    <a:pt x="10594848" y="1816099"/>
                  </a:lnTo>
                  <a:lnTo>
                    <a:pt x="10597306" y="1816099"/>
                  </a:lnTo>
                  <a:lnTo>
                    <a:pt x="10617327" y="1841499"/>
                  </a:lnTo>
                  <a:lnTo>
                    <a:pt x="10637420" y="1841499"/>
                  </a:lnTo>
                  <a:lnTo>
                    <a:pt x="10659586" y="1854199"/>
                  </a:lnTo>
                  <a:lnTo>
                    <a:pt x="10677513" y="1866899"/>
                  </a:lnTo>
                  <a:lnTo>
                    <a:pt x="10684891" y="1879599"/>
                  </a:lnTo>
                  <a:lnTo>
                    <a:pt x="10702101" y="1892299"/>
                  </a:lnTo>
                  <a:lnTo>
                    <a:pt x="10721419" y="1904999"/>
                  </a:lnTo>
                  <a:lnTo>
                    <a:pt x="10744952" y="1917699"/>
                  </a:lnTo>
                  <a:lnTo>
                    <a:pt x="10774807" y="1930399"/>
                  </a:lnTo>
                  <a:lnTo>
                    <a:pt x="10774455" y="1930399"/>
                  </a:lnTo>
                  <a:lnTo>
                    <a:pt x="10771997" y="1943099"/>
                  </a:lnTo>
                  <a:lnTo>
                    <a:pt x="10990137" y="1943099"/>
                  </a:lnTo>
                  <a:lnTo>
                    <a:pt x="10967436" y="1930399"/>
                  </a:lnTo>
                  <a:lnTo>
                    <a:pt x="10922296" y="1917699"/>
                  </a:lnTo>
                  <a:lnTo>
                    <a:pt x="10788886" y="1841499"/>
                  </a:lnTo>
                  <a:lnTo>
                    <a:pt x="10702058" y="1790699"/>
                  </a:lnTo>
                  <a:lnTo>
                    <a:pt x="10617327" y="1739899"/>
                  </a:lnTo>
                  <a:lnTo>
                    <a:pt x="10586769" y="1727199"/>
                  </a:lnTo>
                  <a:lnTo>
                    <a:pt x="10558319" y="1714499"/>
                  </a:lnTo>
                  <a:lnTo>
                    <a:pt x="10525654" y="1701799"/>
                  </a:lnTo>
                  <a:lnTo>
                    <a:pt x="10482453" y="1701799"/>
                  </a:lnTo>
                  <a:lnTo>
                    <a:pt x="10452173" y="1689099"/>
                  </a:lnTo>
                  <a:lnTo>
                    <a:pt x="10400139" y="1650999"/>
                  </a:lnTo>
                  <a:lnTo>
                    <a:pt x="10369931" y="1638299"/>
                  </a:lnTo>
                  <a:close/>
                </a:path>
                <a:path w="12192000" h="6845300">
                  <a:moveTo>
                    <a:pt x="10615239" y="1841499"/>
                  </a:moveTo>
                  <a:lnTo>
                    <a:pt x="10577473" y="1841499"/>
                  </a:lnTo>
                  <a:lnTo>
                    <a:pt x="10617327" y="1854199"/>
                  </a:lnTo>
                  <a:lnTo>
                    <a:pt x="10624403" y="1859519"/>
                  </a:lnTo>
                  <a:lnTo>
                    <a:pt x="10654665" y="1866899"/>
                  </a:lnTo>
                  <a:lnTo>
                    <a:pt x="10684891" y="1879599"/>
                  </a:lnTo>
                  <a:lnTo>
                    <a:pt x="10664499" y="1866899"/>
                  </a:lnTo>
                  <a:lnTo>
                    <a:pt x="10615239" y="1841499"/>
                  </a:lnTo>
                  <a:close/>
                </a:path>
                <a:path w="12192000" h="6845300">
                  <a:moveTo>
                    <a:pt x="0" y="50800"/>
                  </a:moveTo>
                  <a:lnTo>
                    <a:pt x="0" y="1244599"/>
                  </a:lnTo>
                  <a:lnTo>
                    <a:pt x="22494" y="1269999"/>
                  </a:lnTo>
                  <a:lnTo>
                    <a:pt x="89978" y="1320799"/>
                  </a:lnTo>
                  <a:lnTo>
                    <a:pt x="93844" y="1320799"/>
                  </a:lnTo>
                  <a:lnTo>
                    <a:pt x="104036" y="1333499"/>
                  </a:lnTo>
                  <a:lnTo>
                    <a:pt x="0" y="1333499"/>
                  </a:lnTo>
                  <a:lnTo>
                    <a:pt x="0" y="1765299"/>
                  </a:lnTo>
                  <a:lnTo>
                    <a:pt x="22494" y="1765299"/>
                  </a:lnTo>
                  <a:lnTo>
                    <a:pt x="22845" y="1777999"/>
                  </a:lnTo>
                  <a:lnTo>
                    <a:pt x="25306" y="1790699"/>
                  </a:lnTo>
                  <a:lnTo>
                    <a:pt x="31983" y="1803399"/>
                  </a:lnTo>
                  <a:lnTo>
                    <a:pt x="44988" y="1816099"/>
                  </a:lnTo>
                  <a:lnTo>
                    <a:pt x="6096000" y="1816099"/>
                  </a:lnTo>
                  <a:lnTo>
                    <a:pt x="6048139" y="1790699"/>
                  </a:lnTo>
                  <a:lnTo>
                    <a:pt x="6000917" y="1777999"/>
                  </a:lnTo>
                  <a:lnTo>
                    <a:pt x="5954285" y="1752599"/>
                  </a:lnTo>
                  <a:lnTo>
                    <a:pt x="5908194" y="1739899"/>
                  </a:lnTo>
                  <a:lnTo>
                    <a:pt x="5817437" y="1689099"/>
                  </a:lnTo>
                  <a:lnTo>
                    <a:pt x="5772673" y="1676399"/>
                  </a:lnTo>
                  <a:lnTo>
                    <a:pt x="5728253" y="1650999"/>
                  </a:lnTo>
                  <a:lnTo>
                    <a:pt x="5684128" y="1638299"/>
                  </a:lnTo>
                  <a:lnTo>
                    <a:pt x="5640249" y="1612899"/>
                  </a:lnTo>
                  <a:lnTo>
                    <a:pt x="5151247" y="1612899"/>
                  </a:lnTo>
                  <a:lnTo>
                    <a:pt x="5023514" y="1536699"/>
                  </a:lnTo>
                  <a:lnTo>
                    <a:pt x="4979717" y="1523999"/>
                  </a:lnTo>
                  <a:lnTo>
                    <a:pt x="4934867" y="1498599"/>
                  </a:lnTo>
                  <a:lnTo>
                    <a:pt x="4840939" y="1473199"/>
                  </a:lnTo>
                  <a:lnTo>
                    <a:pt x="4813808" y="1473199"/>
                  </a:lnTo>
                  <a:lnTo>
                    <a:pt x="4810295" y="1460499"/>
                  </a:lnTo>
                  <a:lnTo>
                    <a:pt x="4802568" y="1460499"/>
                  </a:lnTo>
                  <a:lnTo>
                    <a:pt x="4796430" y="1450411"/>
                  </a:lnTo>
                  <a:lnTo>
                    <a:pt x="4791329" y="1447799"/>
                  </a:lnTo>
                  <a:lnTo>
                    <a:pt x="4750199" y="1422399"/>
                  </a:lnTo>
                  <a:lnTo>
                    <a:pt x="4707991" y="1396999"/>
                  </a:lnTo>
                  <a:lnTo>
                    <a:pt x="4664976" y="1371599"/>
                  </a:lnTo>
                  <a:lnTo>
                    <a:pt x="4621423" y="1358899"/>
                  </a:lnTo>
                  <a:lnTo>
                    <a:pt x="4490246" y="1282699"/>
                  </a:lnTo>
                  <a:lnTo>
                    <a:pt x="4447250" y="1269999"/>
                  </a:lnTo>
                  <a:lnTo>
                    <a:pt x="4405069" y="1244599"/>
                  </a:lnTo>
                  <a:lnTo>
                    <a:pt x="4363974" y="1231899"/>
                  </a:lnTo>
                  <a:lnTo>
                    <a:pt x="4318202" y="1206499"/>
                  </a:lnTo>
                  <a:lnTo>
                    <a:pt x="4271136" y="1181099"/>
                  </a:lnTo>
                  <a:lnTo>
                    <a:pt x="4174598" y="1130299"/>
                  </a:lnTo>
                  <a:lnTo>
                    <a:pt x="4125867" y="1117599"/>
                  </a:lnTo>
                  <a:lnTo>
                    <a:pt x="4029329" y="1066799"/>
                  </a:lnTo>
                  <a:lnTo>
                    <a:pt x="3982263" y="1041399"/>
                  </a:lnTo>
                  <a:lnTo>
                    <a:pt x="3936491" y="1028699"/>
                  </a:lnTo>
                  <a:lnTo>
                    <a:pt x="3840164" y="977899"/>
                  </a:lnTo>
                  <a:lnTo>
                    <a:pt x="3792123" y="965199"/>
                  </a:lnTo>
                  <a:lnTo>
                    <a:pt x="3696533" y="914399"/>
                  </a:lnTo>
                  <a:lnTo>
                    <a:pt x="3649082" y="901699"/>
                  </a:lnTo>
                  <a:lnTo>
                    <a:pt x="3462719" y="800099"/>
                  </a:lnTo>
                  <a:lnTo>
                    <a:pt x="3417234" y="774699"/>
                  </a:lnTo>
                  <a:lnTo>
                    <a:pt x="3372289" y="761999"/>
                  </a:lnTo>
                  <a:lnTo>
                    <a:pt x="3284220" y="711199"/>
                  </a:lnTo>
                  <a:lnTo>
                    <a:pt x="3246618" y="685799"/>
                  </a:lnTo>
                  <a:lnTo>
                    <a:pt x="3202670" y="673099"/>
                  </a:lnTo>
                  <a:lnTo>
                    <a:pt x="3154507" y="660399"/>
                  </a:lnTo>
                  <a:lnTo>
                    <a:pt x="3104261" y="634999"/>
                  </a:lnTo>
                  <a:lnTo>
                    <a:pt x="2459642" y="634999"/>
                  </a:lnTo>
                  <a:lnTo>
                    <a:pt x="2412539" y="622299"/>
                  </a:lnTo>
                  <a:lnTo>
                    <a:pt x="2373889" y="609599"/>
                  </a:lnTo>
                  <a:lnTo>
                    <a:pt x="2339467" y="596899"/>
                  </a:lnTo>
                  <a:lnTo>
                    <a:pt x="967258" y="596899"/>
                  </a:lnTo>
                  <a:lnTo>
                    <a:pt x="958120" y="584199"/>
                  </a:lnTo>
                  <a:lnTo>
                    <a:pt x="944765" y="571499"/>
                  </a:lnTo>
                  <a:lnTo>
                    <a:pt x="902857" y="546099"/>
                  </a:lnTo>
                  <a:lnTo>
                    <a:pt x="860274" y="533399"/>
                  </a:lnTo>
                  <a:lnTo>
                    <a:pt x="466895" y="304800"/>
                  </a:lnTo>
                  <a:lnTo>
                    <a:pt x="382409" y="254000"/>
                  </a:lnTo>
                  <a:lnTo>
                    <a:pt x="344116" y="228600"/>
                  </a:lnTo>
                  <a:lnTo>
                    <a:pt x="304342" y="215900"/>
                  </a:lnTo>
                  <a:lnTo>
                    <a:pt x="263271" y="190500"/>
                  </a:lnTo>
                  <a:lnTo>
                    <a:pt x="221088" y="165100"/>
                  </a:lnTo>
                  <a:lnTo>
                    <a:pt x="177981" y="139700"/>
                  </a:lnTo>
                  <a:lnTo>
                    <a:pt x="134133" y="127000"/>
                  </a:lnTo>
                  <a:lnTo>
                    <a:pt x="0" y="50800"/>
                  </a:lnTo>
                  <a:close/>
                </a:path>
                <a:path w="12192000" h="6845300">
                  <a:moveTo>
                    <a:pt x="10553753" y="1790699"/>
                  </a:moveTo>
                  <a:lnTo>
                    <a:pt x="10549890" y="1790699"/>
                  </a:lnTo>
                  <a:lnTo>
                    <a:pt x="10557265" y="1803399"/>
                  </a:lnTo>
                  <a:lnTo>
                    <a:pt x="10575178" y="1816099"/>
                  </a:lnTo>
                  <a:lnTo>
                    <a:pt x="10594848" y="1816099"/>
                  </a:lnTo>
                  <a:lnTo>
                    <a:pt x="10578339" y="1803399"/>
                  </a:lnTo>
                  <a:lnTo>
                    <a:pt x="10563939" y="1803399"/>
                  </a:lnTo>
                  <a:lnTo>
                    <a:pt x="10553753" y="1790699"/>
                  </a:lnTo>
                  <a:close/>
                </a:path>
                <a:path w="12192000" h="6845300">
                  <a:moveTo>
                    <a:pt x="9931767" y="1676399"/>
                  </a:moveTo>
                  <a:lnTo>
                    <a:pt x="6163437" y="1676399"/>
                  </a:lnTo>
                  <a:lnTo>
                    <a:pt x="6213736" y="1689099"/>
                  </a:lnTo>
                  <a:lnTo>
                    <a:pt x="6261893" y="1714499"/>
                  </a:lnTo>
                  <a:lnTo>
                    <a:pt x="6305811" y="1739899"/>
                  </a:lnTo>
                  <a:lnTo>
                    <a:pt x="6343396" y="1765299"/>
                  </a:lnTo>
                  <a:lnTo>
                    <a:pt x="10108398" y="1765299"/>
                  </a:lnTo>
                  <a:lnTo>
                    <a:pt x="10042892" y="1727199"/>
                  </a:lnTo>
                  <a:lnTo>
                    <a:pt x="9998808" y="1714499"/>
                  </a:lnTo>
                  <a:lnTo>
                    <a:pt x="9931767" y="1676399"/>
                  </a:lnTo>
                  <a:close/>
                </a:path>
                <a:path w="12192000" h="6845300">
                  <a:moveTo>
                    <a:pt x="8754516" y="1473199"/>
                  </a:moveTo>
                  <a:lnTo>
                    <a:pt x="5713603" y="1473199"/>
                  </a:lnTo>
                  <a:lnTo>
                    <a:pt x="5743811" y="1485899"/>
                  </a:lnTo>
                  <a:lnTo>
                    <a:pt x="5744854" y="1486663"/>
                  </a:lnTo>
                  <a:lnTo>
                    <a:pt x="5772559" y="1498599"/>
                  </a:lnTo>
                  <a:lnTo>
                    <a:pt x="5817761" y="1523999"/>
                  </a:lnTo>
                  <a:lnTo>
                    <a:pt x="5854207" y="1536699"/>
                  </a:lnTo>
                  <a:lnTo>
                    <a:pt x="5886896" y="1562099"/>
                  </a:lnTo>
                  <a:lnTo>
                    <a:pt x="5920827" y="1574799"/>
                  </a:lnTo>
                  <a:lnTo>
                    <a:pt x="5960999" y="1587499"/>
                  </a:lnTo>
                  <a:lnTo>
                    <a:pt x="5994439" y="1600199"/>
                  </a:lnTo>
                  <a:lnTo>
                    <a:pt x="6025737" y="1612899"/>
                  </a:lnTo>
                  <a:lnTo>
                    <a:pt x="6052796" y="1625599"/>
                  </a:lnTo>
                  <a:lnTo>
                    <a:pt x="6073521" y="1638299"/>
                  </a:lnTo>
                  <a:lnTo>
                    <a:pt x="6074223" y="1650999"/>
                  </a:lnTo>
                  <a:lnTo>
                    <a:pt x="6079140" y="1650999"/>
                  </a:lnTo>
                  <a:lnTo>
                    <a:pt x="6092487" y="1663699"/>
                  </a:lnTo>
                  <a:lnTo>
                    <a:pt x="6144470" y="1689099"/>
                  </a:lnTo>
                  <a:lnTo>
                    <a:pt x="6157817" y="1689099"/>
                  </a:lnTo>
                  <a:lnTo>
                    <a:pt x="6162734" y="1676399"/>
                  </a:lnTo>
                  <a:lnTo>
                    <a:pt x="9931767" y="1676399"/>
                  </a:lnTo>
                  <a:lnTo>
                    <a:pt x="9863563" y="1638299"/>
                  </a:lnTo>
                  <a:lnTo>
                    <a:pt x="9769920" y="1587499"/>
                  </a:lnTo>
                  <a:lnTo>
                    <a:pt x="9721759" y="1562099"/>
                  </a:lnTo>
                  <a:lnTo>
                    <a:pt x="8939391" y="1562099"/>
                  </a:lnTo>
                  <a:lnTo>
                    <a:pt x="8923617" y="1551131"/>
                  </a:lnTo>
                  <a:lnTo>
                    <a:pt x="8885301" y="1536699"/>
                  </a:lnTo>
                  <a:lnTo>
                    <a:pt x="8851582" y="1511299"/>
                  </a:lnTo>
                  <a:lnTo>
                    <a:pt x="8817864" y="1498599"/>
                  </a:lnTo>
                  <a:lnTo>
                    <a:pt x="8791096" y="1498599"/>
                  </a:lnTo>
                  <a:lnTo>
                    <a:pt x="8754516" y="1473199"/>
                  </a:lnTo>
                  <a:close/>
                </a:path>
                <a:path w="12192000" h="6845300">
                  <a:moveTo>
                    <a:pt x="6000410" y="1638299"/>
                  </a:moveTo>
                  <a:lnTo>
                    <a:pt x="5977874" y="1638299"/>
                  </a:lnTo>
                  <a:lnTo>
                    <a:pt x="5989853" y="1650999"/>
                  </a:lnTo>
                  <a:lnTo>
                    <a:pt x="6034180" y="1650999"/>
                  </a:lnTo>
                  <a:lnTo>
                    <a:pt x="6000410" y="1638299"/>
                  </a:lnTo>
                  <a:close/>
                </a:path>
                <a:path w="12192000" h="6845300">
                  <a:moveTo>
                    <a:pt x="4839112" y="1015999"/>
                  </a:moveTo>
                  <a:lnTo>
                    <a:pt x="4805731" y="1015999"/>
                  </a:lnTo>
                  <a:lnTo>
                    <a:pt x="4791329" y="1028699"/>
                  </a:lnTo>
                  <a:lnTo>
                    <a:pt x="4786060" y="1028699"/>
                  </a:lnTo>
                  <a:lnTo>
                    <a:pt x="4799758" y="1041399"/>
                  </a:lnTo>
                  <a:lnTo>
                    <a:pt x="4826101" y="1054099"/>
                  </a:lnTo>
                  <a:lnTo>
                    <a:pt x="4858766" y="1066799"/>
                  </a:lnTo>
                  <a:lnTo>
                    <a:pt x="4888694" y="1079499"/>
                  </a:lnTo>
                  <a:lnTo>
                    <a:pt x="4931596" y="1104899"/>
                  </a:lnTo>
                  <a:lnTo>
                    <a:pt x="4964003" y="1130299"/>
                  </a:lnTo>
                  <a:lnTo>
                    <a:pt x="4987943" y="1155699"/>
                  </a:lnTo>
                  <a:lnTo>
                    <a:pt x="5021881" y="1181099"/>
                  </a:lnTo>
                  <a:lnTo>
                    <a:pt x="5067069" y="1193799"/>
                  </a:lnTo>
                  <a:lnTo>
                    <a:pt x="5124759" y="1219199"/>
                  </a:lnTo>
                  <a:lnTo>
                    <a:pt x="5196205" y="1231899"/>
                  </a:lnTo>
                  <a:lnTo>
                    <a:pt x="5221754" y="1257299"/>
                  </a:lnTo>
                  <a:lnTo>
                    <a:pt x="5265664" y="1282699"/>
                  </a:lnTo>
                  <a:lnTo>
                    <a:pt x="5319292" y="1308099"/>
                  </a:lnTo>
                  <a:lnTo>
                    <a:pt x="5373992" y="1320799"/>
                  </a:lnTo>
                  <a:lnTo>
                    <a:pt x="5421122" y="1333499"/>
                  </a:lnTo>
                  <a:lnTo>
                    <a:pt x="5459430" y="1358899"/>
                  </a:lnTo>
                  <a:lnTo>
                    <a:pt x="5499218" y="1384299"/>
                  </a:lnTo>
                  <a:lnTo>
                    <a:pt x="5540299" y="1409699"/>
                  </a:lnTo>
                  <a:lnTo>
                    <a:pt x="5582487" y="1435099"/>
                  </a:lnTo>
                  <a:lnTo>
                    <a:pt x="5625596" y="1447799"/>
                  </a:lnTo>
                  <a:lnTo>
                    <a:pt x="5758587" y="1523999"/>
                  </a:lnTo>
                  <a:lnTo>
                    <a:pt x="5803519" y="1536699"/>
                  </a:lnTo>
                  <a:lnTo>
                    <a:pt x="5825368" y="1562099"/>
                  </a:lnTo>
                  <a:lnTo>
                    <a:pt x="5859827" y="1574799"/>
                  </a:lnTo>
                  <a:lnTo>
                    <a:pt x="5911121" y="1600199"/>
                  </a:lnTo>
                  <a:lnTo>
                    <a:pt x="5983478" y="1638299"/>
                  </a:lnTo>
                  <a:lnTo>
                    <a:pt x="5946247" y="1600199"/>
                  </a:lnTo>
                  <a:lnTo>
                    <a:pt x="5904801" y="1574799"/>
                  </a:lnTo>
                  <a:lnTo>
                    <a:pt x="5863355" y="1562099"/>
                  </a:lnTo>
                  <a:lnTo>
                    <a:pt x="5826125" y="1536699"/>
                  </a:lnTo>
                  <a:lnTo>
                    <a:pt x="5795845" y="1523999"/>
                  </a:lnTo>
                  <a:lnTo>
                    <a:pt x="5744854" y="1486663"/>
                  </a:lnTo>
                  <a:lnTo>
                    <a:pt x="5713603" y="1473199"/>
                  </a:lnTo>
                  <a:lnTo>
                    <a:pt x="8727821" y="1473199"/>
                  </a:lnTo>
                  <a:lnTo>
                    <a:pt x="8707449" y="1460499"/>
                  </a:lnTo>
                  <a:lnTo>
                    <a:pt x="8682863" y="1447799"/>
                  </a:lnTo>
                  <a:lnTo>
                    <a:pt x="7513193" y="1447799"/>
                  </a:lnTo>
                  <a:lnTo>
                    <a:pt x="7464455" y="1422399"/>
                  </a:lnTo>
                  <a:lnTo>
                    <a:pt x="7418617" y="1409699"/>
                  </a:lnTo>
                  <a:lnTo>
                    <a:pt x="7330376" y="1358899"/>
                  </a:lnTo>
                  <a:lnTo>
                    <a:pt x="7285342" y="1346199"/>
                  </a:lnTo>
                  <a:lnTo>
                    <a:pt x="7237944" y="1320799"/>
                  </a:lnTo>
                  <a:lnTo>
                    <a:pt x="7186867" y="1295399"/>
                  </a:lnTo>
                  <a:lnTo>
                    <a:pt x="7130796" y="1269999"/>
                  </a:lnTo>
                  <a:lnTo>
                    <a:pt x="7084639" y="1244599"/>
                  </a:lnTo>
                  <a:lnTo>
                    <a:pt x="7038946" y="1231899"/>
                  </a:lnTo>
                  <a:lnTo>
                    <a:pt x="6993651" y="1206499"/>
                  </a:lnTo>
                  <a:lnTo>
                    <a:pt x="5983478" y="1206499"/>
                  </a:lnTo>
                  <a:lnTo>
                    <a:pt x="5892696" y="1181099"/>
                  </a:lnTo>
                  <a:lnTo>
                    <a:pt x="5845730" y="1181099"/>
                  </a:lnTo>
                  <a:lnTo>
                    <a:pt x="5796891" y="1168399"/>
                  </a:lnTo>
                  <a:lnTo>
                    <a:pt x="5745561" y="1155699"/>
                  </a:lnTo>
                  <a:lnTo>
                    <a:pt x="5691124" y="1130299"/>
                  </a:lnTo>
                  <a:lnTo>
                    <a:pt x="5642972" y="1117599"/>
                  </a:lnTo>
                  <a:lnTo>
                    <a:pt x="5595226" y="1092199"/>
                  </a:lnTo>
                  <a:lnTo>
                    <a:pt x="5548272" y="1079499"/>
                  </a:lnTo>
                  <a:lnTo>
                    <a:pt x="5502500" y="1054099"/>
                  </a:lnTo>
                  <a:lnTo>
                    <a:pt x="5458299" y="1041399"/>
                  </a:lnTo>
                  <a:lnTo>
                    <a:pt x="4903851" y="1041399"/>
                  </a:lnTo>
                  <a:lnTo>
                    <a:pt x="4876732" y="1028699"/>
                  </a:lnTo>
                  <a:lnTo>
                    <a:pt x="4839112" y="1015999"/>
                  </a:lnTo>
                  <a:close/>
                </a:path>
                <a:path w="12192000" h="6845300">
                  <a:moveTo>
                    <a:pt x="3140041" y="495299"/>
                  </a:moveTo>
                  <a:lnTo>
                    <a:pt x="3093005" y="495299"/>
                  </a:lnTo>
                  <a:lnTo>
                    <a:pt x="3132563" y="520699"/>
                  </a:lnTo>
                  <a:lnTo>
                    <a:pt x="3173362" y="533399"/>
                  </a:lnTo>
                  <a:lnTo>
                    <a:pt x="3216656" y="546099"/>
                  </a:lnTo>
                  <a:lnTo>
                    <a:pt x="3237101" y="571499"/>
                  </a:lnTo>
                  <a:lnTo>
                    <a:pt x="3286325" y="596899"/>
                  </a:lnTo>
                  <a:lnTo>
                    <a:pt x="3306699" y="622299"/>
                  </a:lnTo>
                  <a:lnTo>
                    <a:pt x="3358144" y="634999"/>
                  </a:lnTo>
                  <a:lnTo>
                    <a:pt x="3405291" y="647699"/>
                  </a:lnTo>
                  <a:lnTo>
                    <a:pt x="3490960" y="647699"/>
                  </a:lnTo>
                  <a:lnTo>
                    <a:pt x="3531616" y="660399"/>
                  </a:lnTo>
                  <a:lnTo>
                    <a:pt x="3554095" y="660399"/>
                  </a:lnTo>
                  <a:lnTo>
                    <a:pt x="3578061" y="685799"/>
                  </a:lnTo>
                  <a:lnTo>
                    <a:pt x="3578247" y="698499"/>
                  </a:lnTo>
                  <a:lnTo>
                    <a:pt x="3568697" y="711199"/>
                  </a:lnTo>
                  <a:lnTo>
                    <a:pt x="3563458" y="723899"/>
                  </a:lnTo>
                  <a:lnTo>
                    <a:pt x="3610575" y="774699"/>
                  </a:lnTo>
                  <a:lnTo>
                    <a:pt x="3652833" y="800099"/>
                  </a:lnTo>
                  <a:lnTo>
                    <a:pt x="3700591" y="825499"/>
                  </a:lnTo>
                  <a:lnTo>
                    <a:pt x="3801589" y="876299"/>
                  </a:lnTo>
                  <a:lnTo>
                    <a:pt x="3849321" y="901699"/>
                  </a:lnTo>
                  <a:lnTo>
                    <a:pt x="3891534" y="927099"/>
                  </a:lnTo>
                  <a:lnTo>
                    <a:pt x="3921390" y="939799"/>
                  </a:lnTo>
                  <a:lnTo>
                    <a:pt x="3944937" y="952499"/>
                  </a:lnTo>
                  <a:lnTo>
                    <a:pt x="3964293" y="965199"/>
                  </a:lnTo>
                  <a:lnTo>
                    <a:pt x="3981577" y="977899"/>
                  </a:lnTo>
                  <a:lnTo>
                    <a:pt x="4042050" y="1003299"/>
                  </a:lnTo>
                  <a:lnTo>
                    <a:pt x="4090674" y="1028699"/>
                  </a:lnTo>
                  <a:lnTo>
                    <a:pt x="4130563" y="1041399"/>
                  </a:lnTo>
                  <a:lnTo>
                    <a:pt x="4164833" y="1066799"/>
                  </a:lnTo>
                  <a:lnTo>
                    <a:pt x="4196597" y="1092199"/>
                  </a:lnTo>
                  <a:lnTo>
                    <a:pt x="4228973" y="1117599"/>
                  </a:lnTo>
                  <a:lnTo>
                    <a:pt x="4281842" y="1130299"/>
                  </a:lnTo>
                  <a:lnTo>
                    <a:pt x="4326837" y="1155699"/>
                  </a:lnTo>
                  <a:lnTo>
                    <a:pt x="4367106" y="1168399"/>
                  </a:lnTo>
                  <a:lnTo>
                    <a:pt x="4405799" y="1193799"/>
                  </a:lnTo>
                  <a:lnTo>
                    <a:pt x="4446068" y="1219199"/>
                  </a:lnTo>
                  <a:lnTo>
                    <a:pt x="4491063" y="1244599"/>
                  </a:lnTo>
                  <a:lnTo>
                    <a:pt x="4543933" y="1269999"/>
                  </a:lnTo>
                  <a:lnTo>
                    <a:pt x="4581163" y="1282699"/>
                  </a:lnTo>
                  <a:lnTo>
                    <a:pt x="4664055" y="1333499"/>
                  </a:lnTo>
                  <a:lnTo>
                    <a:pt x="4701286" y="1358899"/>
                  </a:lnTo>
                  <a:lnTo>
                    <a:pt x="4747057" y="1384299"/>
                  </a:lnTo>
                  <a:lnTo>
                    <a:pt x="4794123" y="1409699"/>
                  </a:lnTo>
                  <a:lnTo>
                    <a:pt x="4842114" y="1435099"/>
                  </a:lnTo>
                  <a:lnTo>
                    <a:pt x="4890661" y="1447799"/>
                  </a:lnTo>
                  <a:lnTo>
                    <a:pt x="5035930" y="1523999"/>
                  </a:lnTo>
                  <a:lnTo>
                    <a:pt x="5082996" y="1536699"/>
                  </a:lnTo>
                  <a:lnTo>
                    <a:pt x="5128768" y="1562099"/>
                  </a:lnTo>
                  <a:lnTo>
                    <a:pt x="5149139" y="1587499"/>
                  </a:lnTo>
                  <a:lnTo>
                    <a:pt x="5173726" y="1600199"/>
                  </a:lnTo>
                  <a:lnTo>
                    <a:pt x="5198312" y="1600199"/>
                  </a:lnTo>
                  <a:lnTo>
                    <a:pt x="5218684" y="1612899"/>
                  </a:lnTo>
                  <a:lnTo>
                    <a:pt x="5640249" y="1612899"/>
                  </a:lnTo>
                  <a:lnTo>
                    <a:pt x="5553031" y="1562099"/>
                  </a:lnTo>
                  <a:lnTo>
                    <a:pt x="5509594" y="1549399"/>
                  </a:lnTo>
                  <a:lnTo>
                    <a:pt x="5466207" y="1523999"/>
                  </a:lnTo>
                  <a:lnTo>
                    <a:pt x="5383935" y="1473199"/>
                  </a:lnTo>
                  <a:lnTo>
                    <a:pt x="5341804" y="1460499"/>
                  </a:lnTo>
                  <a:lnTo>
                    <a:pt x="5298957" y="1435099"/>
                  </a:lnTo>
                  <a:lnTo>
                    <a:pt x="5255354" y="1409699"/>
                  </a:lnTo>
                  <a:lnTo>
                    <a:pt x="5210953" y="1396999"/>
                  </a:lnTo>
                  <a:lnTo>
                    <a:pt x="5165715" y="1371599"/>
                  </a:lnTo>
                  <a:lnTo>
                    <a:pt x="5119599" y="1346199"/>
                  </a:lnTo>
                  <a:lnTo>
                    <a:pt x="5072566" y="1333499"/>
                  </a:lnTo>
                  <a:lnTo>
                    <a:pt x="5024576" y="1308099"/>
                  </a:lnTo>
                  <a:lnTo>
                    <a:pt x="4975587" y="1295399"/>
                  </a:lnTo>
                  <a:lnTo>
                    <a:pt x="4925560" y="1269999"/>
                  </a:lnTo>
                  <a:lnTo>
                    <a:pt x="4822232" y="1231899"/>
                  </a:lnTo>
                  <a:lnTo>
                    <a:pt x="4768850" y="1206499"/>
                  </a:lnTo>
                  <a:lnTo>
                    <a:pt x="4735111" y="1181099"/>
                  </a:lnTo>
                  <a:lnTo>
                    <a:pt x="4667587" y="1155699"/>
                  </a:lnTo>
                  <a:lnTo>
                    <a:pt x="4633849" y="1130299"/>
                  </a:lnTo>
                  <a:lnTo>
                    <a:pt x="4597183" y="1104899"/>
                  </a:lnTo>
                  <a:lnTo>
                    <a:pt x="4555501" y="1079499"/>
                  </a:lnTo>
                  <a:lnTo>
                    <a:pt x="4510123" y="1054099"/>
                  </a:lnTo>
                  <a:lnTo>
                    <a:pt x="4462367" y="1028699"/>
                  </a:lnTo>
                  <a:lnTo>
                    <a:pt x="4364993" y="977899"/>
                  </a:lnTo>
                  <a:lnTo>
                    <a:pt x="4341368" y="977899"/>
                  </a:lnTo>
                  <a:lnTo>
                    <a:pt x="4287034" y="965199"/>
                  </a:lnTo>
                  <a:lnTo>
                    <a:pt x="4236433" y="952499"/>
                  </a:lnTo>
                  <a:lnTo>
                    <a:pt x="4189571" y="927099"/>
                  </a:lnTo>
                  <a:lnTo>
                    <a:pt x="4146455" y="914399"/>
                  </a:lnTo>
                  <a:lnTo>
                    <a:pt x="4107094" y="888999"/>
                  </a:lnTo>
                  <a:lnTo>
                    <a:pt x="4071492" y="863599"/>
                  </a:lnTo>
                  <a:lnTo>
                    <a:pt x="4043797" y="838199"/>
                  </a:lnTo>
                  <a:lnTo>
                    <a:pt x="4011780" y="825499"/>
                  </a:lnTo>
                  <a:lnTo>
                    <a:pt x="3971119" y="800099"/>
                  </a:lnTo>
                  <a:lnTo>
                    <a:pt x="3917491" y="787399"/>
                  </a:lnTo>
                  <a:lnTo>
                    <a:pt x="3846576" y="774699"/>
                  </a:lnTo>
                  <a:lnTo>
                    <a:pt x="3788787" y="761999"/>
                  </a:lnTo>
                  <a:lnTo>
                    <a:pt x="3746130" y="736599"/>
                  </a:lnTo>
                  <a:lnTo>
                    <a:pt x="3712122" y="723899"/>
                  </a:lnTo>
                  <a:lnTo>
                    <a:pt x="3680285" y="698499"/>
                  </a:lnTo>
                  <a:lnTo>
                    <a:pt x="3644138" y="685799"/>
                  </a:lnTo>
                  <a:lnTo>
                    <a:pt x="3597232" y="660399"/>
                  </a:lnTo>
                  <a:lnTo>
                    <a:pt x="3552696" y="647699"/>
                  </a:lnTo>
                  <a:lnTo>
                    <a:pt x="3510133" y="622299"/>
                  </a:lnTo>
                  <a:lnTo>
                    <a:pt x="3469146" y="596899"/>
                  </a:lnTo>
                  <a:lnTo>
                    <a:pt x="3396615" y="596899"/>
                  </a:lnTo>
                  <a:lnTo>
                    <a:pt x="3359735" y="584199"/>
                  </a:lnTo>
                  <a:lnTo>
                    <a:pt x="3320748" y="558799"/>
                  </a:lnTo>
                  <a:lnTo>
                    <a:pt x="3285976" y="558799"/>
                  </a:lnTo>
                  <a:lnTo>
                    <a:pt x="3213452" y="520699"/>
                  </a:lnTo>
                  <a:lnTo>
                    <a:pt x="3164772" y="507999"/>
                  </a:lnTo>
                  <a:lnTo>
                    <a:pt x="3140041" y="495299"/>
                  </a:lnTo>
                  <a:close/>
                </a:path>
                <a:path w="12192000" h="6845300">
                  <a:moveTo>
                    <a:pt x="8075549" y="876299"/>
                  </a:moveTo>
                  <a:lnTo>
                    <a:pt x="8069929" y="876299"/>
                  </a:lnTo>
                  <a:lnTo>
                    <a:pt x="8072739" y="888999"/>
                  </a:lnTo>
                  <a:lnTo>
                    <a:pt x="8075549" y="914399"/>
                  </a:lnTo>
                  <a:lnTo>
                    <a:pt x="7850505" y="914399"/>
                  </a:lnTo>
                  <a:lnTo>
                    <a:pt x="7858252" y="927099"/>
                  </a:lnTo>
                  <a:lnTo>
                    <a:pt x="7878667" y="939799"/>
                  </a:lnTo>
                  <a:lnTo>
                    <a:pt x="7907512" y="965199"/>
                  </a:lnTo>
                  <a:lnTo>
                    <a:pt x="7940548" y="977899"/>
                  </a:lnTo>
                  <a:lnTo>
                    <a:pt x="7984773" y="1003299"/>
                  </a:lnTo>
                  <a:lnTo>
                    <a:pt x="8027695" y="1028699"/>
                  </a:lnTo>
                  <a:lnTo>
                    <a:pt x="8069688" y="1041399"/>
                  </a:lnTo>
                  <a:lnTo>
                    <a:pt x="8193804" y="1117599"/>
                  </a:lnTo>
                  <a:lnTo>
                    <a:pt x="8235797" y="1130299"/>
                  </a:lnTo>
                  <a:lnTo>
                    <a:pt x="8278719" y="1155699"/>
                  </a:lnTo>
                  <a:lnTo>
                    <a:pt x="8322945" y="1181099"/>
                  </a:lnTo>
                  <a:lnTo>
                    <a:pt x="8361442" y="1206499"/>
                  </a:lnTo>
                  <a:lnTo>
                    <a:pt x="8398878" y="1231899"/>
                  </a:lnTo>
                  <a:lnTo>
                    <a:pt x="8439558" y="1244599"/>
                  </a:lnTo>
                  <a:lnTo>
                    <a:pt x="8487784" y="1269999"/>
                  </a:lnTo>
                  <a:lnTo>
                    <a:pt x="8547862" y="1295399"/>
                  </a:lnTo>
                  <a:lnTo>
                    <a:pt x="8584250" y="1320799"/>
                  </a:lnTo>
                  <a:lnTo>
                    <a:pt x="8633561" y="1346199"/>
                  </a:lnTo>
                  <a:lnTo>
                    <a:pt x="8687170" y="1371599"/>
                  </a:lnTo>
                  <a:lnTo>
                    <a:pt x="8736451" y="1396999"/>
                  </a:lnTo>
                  <a:lnTo>
                    <a:pt x="8772779" y="1435099"/>
                  </a:lnTo>
                  <a:lnTo>
                    <a:pt x="8793224" y="1447799"/>
                  </a:lnTo>
                  <a:lnTo>
                    <a:pt x="8817848" y="1460499"/>
                  </a:lnTo>
                  <a:lnTo>
                    <a:pt x="8842448" y="1485899"/>
                  </a:lnTo>
                  <a:lnTo>
                    <a:pt x="8862822" y="1498599"/>
                  </a:lnTo>
                  <a:lnTo>
                    <a:pt x="8879330" y="1511299"/>
                  </a:lnTo>
                  <a:lnTo>
                    <a:pt x="8893730" y="1523999"/>
                  </a:lnTo>
                  <a:lnTo>
                    <a:pt x="8903916" y="1523999"/>
                  </a:lnTo>
                  <a:lnTo>
                    <a:pt x="8907780" y="1536699"/>
                  </a:lnTo>
                  <a:lnTo>
                    <a:pt x="8921126" y="1549399"/>
                  </a:lnTo>
                  <a:lnTo>
                    <a:pt x="8923617" y="1551131"/>
                  </a:lnTo>
                  <a:lnTo>
                    <a:pt x="8952738" y="1562099"/>
                  </a:lnTo>
                  <a:lnTo>
                    <a:pt x="9721759" y="1562099"/>
                  </a:lnTo>
                  <a:lnTo>
                    <a:pt x="9672574" y="1536699"/>
                  </a:lnTo>
                  <a:lnTo>
                    <a:pt x="9664846" y="1523999"/>
                  </a:lnTo>
                  <a:lnTo>
                    <a:pt x="9644475" y="1511299"/>
                  </a:lnTo>
                  <a:lnTo>
                    <a:pt x="9615674" y="1485899"/>
                  </a:lnTo>
                  <a:lnTo>
                    <a:pt x="9582658" y="1473199"/>
                  </a:lnTo>
                  <a:lnTo>
                    <a:pt x="9568255" y="1473199"/>
                  </a:lnTo>
                  <a:lnTo>
                    <a:pt x="9551733" y="1460499"/>
                  </a:lnTo>
                  <a:lnTo>
                    <a:pt x="9522543" y="1447799"/>
                  </a:lnTo>
                  <a:lnTo>
                    <a:pt x="9470136" y="1435099"/>
                  </a:lnTo>
                  <a:lnTo>
                    <a:pt x="9459247" y="1435099"/>
                  </a:lnTo>
                  <a:lnTo>
                    <a:pt x="9433607" y="1422399"/>
                  </a:lnTo>
                  <a:lnTo>
                    <a:pt x="9403752" y="1422399"/>
                  </a:lnTo>
                  <a:lnTo>
                    <a:pt x="9380220" y="1409699"/>
                  </a:lnTo>
                  <a:lnTo>
                    <a:pt x="9334428" y="1384299"/>
                  </a:lnTo>
                  <a:lnTo>
                    <a:pt x="9292186" y="1371599"/>
                  </a:lnTo>
                  <a:lnTo>
                    <a:pt x="9271855" y="1358899"/>
                  </a:lnTo>
                  <a:lnTo>
                    <a:pt x="9200261" y="1358899"/>
                  </a:lnTo>
                  <a:lnTo>
                    <a:pt x="9098041" y="1308099"/>
                  </a:lnTo>
                  <a:lnTo>
                    <a:pt x="8999004" y="1257299"/>
                  </a:lnTo>
                  <a:lnTo>
                    <a:pt x="8950682" y="1244599"/>
                  </a:lnTo>
                  <a:lnTo>
                    <a:pt x="8903159" y="1219199"/>
                  </a:lnTo>
                  <a:lnTo>
                    <a:pt x="8810512" y="1168399"/>
                  </a:lnTo>
                  <a:lnTo>
                    <a:pt x="8765391" y="1155699"/>
                  </a:lnTo>
                  <a:lnTo>
                    <a:pt x="8721073" y="1130299"/>
                  </a:lnTo>
                  <a:lnTo>
                    <a:pt x="8677559" y="1104899"/>
                  </a:lnTo>
                  <a:lnTo>
                    <a:pt x="8634850" y="1092199"/>
                  </a:lnTo>
                  <a:lnTo>
                    <a:pt x="8592947" y="1066799"/>
                  </a:lnTo>
                  <a:lnTo>
                    <a:pt x="8558452" y="1041399"/>
                  </a:lnTo>
                  <a:lnTo>
                    <a:pt x="8519779" y="1015999"/>
                  </a:lnTo>
                  <a:lnTo>
                    <a:pt x="8472699" y="990599"/>
                  </a:lnTo>
                  <a:lnTo>
                    <a:pt x="8412988" y="977899"/>
                  </a:lnTo>
                  <a:lnTo>
                    <a:pt x="8390382" y="952499"/>
                  </a:lnTo>
                  <a:lnTo>
                    <a:pt x="8356392" y="927099"/>
                  </a:lnTo>
                  <a:lnTo>
                    <a:pt x="8312686" y="914399"/>
                  </a:lnTo>
                  <a:lnTo>
                    <a:pt x="8265730" y="888999"/>
                  </a:lnTo>
                  <a:lnTo>
                    <a:pt x="8098028" y="888999"/>
                  </a:lnTo>
                  <a:lnTo>
                    <a:pt x="8075549" y="876299"/>
                  </a:lnTo>
                  <a:close/>
                </a:path>
                <a:path w="12192000" h="6845300">
                  <a:moveTo>
                    <a:pt x="5578602" y="1473199"/>
                  </a:moveTo>
                  <a:lnTo>
                    <a:pt x="5578602" y="1498599"/>
                  </a:lnTo>
                  <a:lnTo>
                    <a:pt x="5625573" y="1498599"/>
                  </a:lnTo>
                  <a:lnTo>
                    <a:pt x="5578602" y="1473199"/>
                  </a:lnTo>
                  <a:close/>
                </a:path>
                <a:path w="12192000" h="6845300">
                  <a:moveTo>
                    <a:pt x="4809107" y="1456902"/>
                  </a:moveTo>
                  <a:lnTo>
                    <a:pt x="4810998" y="1460499"/>
                  </a:lnTo>
                  <a:lnTo>
                    <a:pt x="4813456" y="1460499"/>
                  </a:lnTo>
                  <a:lnTo>
                    <a:pt x="4813808" y="1473199"/>
                  </a:lnTo>
                  <a:lnTo>
                    <a:pt x="4840939" y="1473199"/>
                  </a:lnTo>
                  <a:lnTo>
                    <a:pt x="4809107" y="1456902"/>
                  </a:lnTo>
                  <a:close/>
                </a:path>
                <a:path w="12192000" h="6845300">
                  <a:moveTo>
                    <a:pt x="4804324" y="1447799"/>
                  </a:moveTo>
                  <a:lnTo>
                    <a:pt x="4794841" y="1447799"/>
                  </a:lnTo>
                  <a:lnTo>
                    <a:pt x="4796430" y="1450411"/>
                  </a:lnTo>
                  <a:lnTo>
                    <a:pt x="4809107" y="1456902"/>
                  </a:lnTo>
                  <a:lnTo>
                    <a:pt x="4804324" y="1447799"/>
                  </a:lnTo>
                  <a:close/>
                </a:path>
                <a:path w="12192000" h="6845300">
                  <a:moveTo>
                    <a:pt x="6476662" y="838199"/>
                  </a:moveTo>
                  <a:lnTo>
                    <a:pt x="6320917" y="838199"/>
                  </a:lnTo>
                  <a:lnTo>
                    <a:pt x="6378705" y="850899"/>
                  </a:lnTo>
                  <a:lnTo>
                    <a:pt x="6421362" y="863599"/>
                  </a:lnTo>
                  <a:lnTo>
                    <a:pt x="6455370" y="876299"/>
                  </a:lnTo>
                  <a:lnTo>
                    <a:pt x="6487207" y="888999"/>
                  </a:lnTo>
                  <a:lnTo>
                    <a:pt x="6523355" y="914399"/>
                  </a:lnTo>
                  <a:lnTo>
                    <a:pt x="6548905" y="939799"/>
                  </a:lnTo>
                  <a:lnTo>
                    <a:pt x="6592822" y="965199"/>
                  </a:lnTo>
                  <a:lnTo>
                    <a:pt x="6646469" y="990599"/>
                  </a:lnTo>
                  <a:lnTo>
                    <a:pt x="6701207" y="1003299"/>
                  </a:lnTo>
                  <a:lnTo>
                    <a:pt x="6748399" y="1028699"/>
                  </a:lnTo>
                  <a:lnTo>
                    <a:pt x="6752262" y="1041399"/>
                  </a:lnTo>
                  <a:lnTo>
                    <a:pt x="6793357" y="1041399"/>
                  </a:lnTo>
                  <a:lnTo>
                    <a:pt x="6842811" y="1066799"/>
                  </a:lnTo>
                  <a:lnTo>
                    <a:pt x="6930955" y="1117599"/>
                  </a:lnTo>
                  <a:lnTo>
                    <a:pt x="6980447" y="1142999"/>
                  </a:lnTo>
                  <a:lnTo>
                    <a:pt x="7040753" y="1155699"/>
                  </a:lnTo>
                  <a:lnTo>
                    <a:pt x="7061477" y="1181099"/>
                  </a:lnTo>
                  <a:lnTo>
                    <a:pt x="7088536" y="1193799"/>
                  </a:lnTo>
                  <a:lnTo>
                    <a:pt x="7119834" y="1206499"/>
                  </a:lnTo>
                  <a:lnTo>
                    <a:pt x="7153275" y="1231899"/>
                  </a:lnTo>
                  <a:lnTo>
                    <a:pt x="7177863" y="1244599"/>
                  </a:lnTo>
                  <a:lnTo>
                    <a:pt x="7215108" y="1257299"/>
                  </a:lnTo>
                  <a:lnTo>
                    <a:pt x="7260806" y="1282699"/>
                  </a:lnTo>
                  <a:lnTo>
                    <a:pt x="7310755" y="1295399"/>
                  </a:lnTo>
                  <a:lnTo>
                    <a:pt x="7340961" y="1308099"/>
                  </a:lnTo>
                  <a:lnTo>
                    <a:pt x="7392943" y="1346199"/>
                  </a:lnTo>
                  <a:lnTo>
                    <a:pt x="7423150" y="1358899"/>
                  </a:lnTo>
                  <a:lnTo>
                    <a:pt x="7423150" y="1384299"/>
                  </a:lnTo>
                  <a:lnTo>
                    <a:pt x="7459346" y="1396999"/>
                  </a:lnTo>
                  <a:lnTo>
                    <a:pt x="7493460" y="1422399"/>
                  </a:lnTo>
                  <a:lnTo>
                    <a:pt x="7514929" y="1435099"/>
                  </a:lnTo>
                  <a:lnTo>
                    <a:pt x="7513193" y="1447799"/>
                  </a:lnTo>
                  <a:lnTo>
                    <a:pt x="8615426" y="1447799"/>
                  </a:lnTo>
                  <a:lnTo>
                    <a:pt x="8577059" y="1422399"/>
                  </a:lnTo>
                  <a:lnTo>
                    <a:pt x="8540875" y="1409699"/>
                  </a:lnTo>
                  <a:lnTo>
                    <a:pt x="8503631" y="1384299"/>
                  </a:lnTo>
                  <a:lnTo>
                    <a:pt x="8462083" y="1358899"/>
                  </a:lnTo>
                  <a:lnTo>
                    <a:pt x="8412988" y="1333499"/>
                  </a:lnTo>
                  <a:lnTo>
                    <a:pt x="8379547" y="1320799"/>
                  </a:lnTo>
                  <a:lnTo>
                    <a:pt x="8348249" y="1320799"/>
                  </a:lnTo>
                  <a:lnTo>
                    <a:pt x="8321190" y="1308099"/>
                  </a:lnTo>
                  <a:lnTo>
                    <a:pt x="8300466" y="1295399"/>
                  </a:lnTo>
                  <a:lnTo>
                    <a:pt x="8303627" y="1295399"/>
                  </a:lnTo>
                  <a:lnTo>
                    <a:pt x="8308895" y="1282699"/>
                  </a:lnTo>
                  <a:lnTo>
                    <a:pt x="8309949" y="1269999"/>
                  </a:lnTo>
                  <a:lnTo>
                    <a:pt x="8255508" y="1269999"/>
                  </a:lnTo>
                  <a:lnTo>
                    <a:pt x="8225228" y="1257299"/>
                  </a:lnTo>
                  <a:lnTo>
                    <a:pt x="8173194" y="1231899"/>
                  </a:lnTo>
                  <a:lnTo>
                    <a:pt x="8142985" y="1231899"/>
                  </a:lnTo>
                  <a:lnTo>
                    <a:pt x="8107440" y="1193799"/>
                  </a:lnTo>
                  <a:lnTo>
                    <a:pt x="8068616" y="1168399"/>
                  </a:lnTo>
                  <a:lnTo>
                    <a:pt x="8026983" y="1142999"/>
                  </a:lnTo>
                  <a:lnTo>
                    <a:pt x="7983008" y="1117599"/>
                  </a:lnTo>
                  <a:lnTo>
                    <a:pt x="7937160" y="1092199"/>
                  </a:lnTo>
                  <a:lnTo>
                    <a:pt x="7889906" y="1066799"/>
                  </a:lnTo>
                  <a:lnTo>
                    <a:pt x="7841716" y="1041399"/>
                  </a:lnTo>
                  <a:lnTo>
                    <a:pt x="7793058" y="1028699"/>
                  </a:lnTo>
                  <a:lnTo>
                    <a:pt x="7696210" y="977899"/>
                  </a:lnTo>
                  <a:lnTo>
                    <a:pt x="7648957" y="952499"/>
                  </a:lnTo>
                  <a:lnTo>
                    <a:pt x="7626033" y="939799"/>
                  </a:lnTo>
                  <a:lnTo>
                    <a:pt x="6796518" y="939799"/>
                  </a:lnTo>
                  <a:lnTo>
                    <a:pt x="6770878" y="927099"/>
                  </a:lnTo>
                  <a:lnTo>
                    <a:pt x="6571202" y="876299"/>
                  </a:lnTo>
                  <a:lnTo>
                    <a:pt x="6523270" y="863599"/>
                  </a:lnTo>
                  <a:lnTo>
                    <a:pt x="6476662" y="838199"/>
                  </a:lnTo>
                  <a:close/>
                </a:path>
                <a:path w="12192000" h="6845300">
                  <a:moveTo>
                    <a:pt x="8658276" y="1435099"/>
                  </a:moveTo>
                  <a:lnTo>
                    <a:pt x="8635095" y="1435099"/>
                  </a:lnTo>
                  <a:lnTo>
                    <a:pt x="8628421" y="1447799"/>
                  </a:lnTo>
                  <a:lnTo>
                    <a:pt x="8682863" y="1447799"/>
                  </a:lnTo>
                  <a:lnTo>
                    <a:pt x="8658276" y="1435099"/>
                  </a:lnTo>
                  <a:close/>
                </a:path>
                <a:path w="12192000" h="6845300">
                  <a:moveTo>
                    <a:pt x="9065260" y="1244599"/>
                  </a:moveTo>
                  <a:lnTo>
                    <a:pt x="9105320" y="1282699"/>
                  </a:lnTo>
                  <a:lnTo>
                    <a:pt x="9149619" y="1308099"/>
                  </a:lnTo>
                  <a:lnTo>
                    <a:pt x="9185489" y="1333499"/>
                  </a:lnTo>
                  <a:lnTo>
                    <a:pt x="9200261" y="1358899"/>
                  </a:lnTo>
                  <a:lnTo>
                    <a:pt x="9271855" y="1358899"/>
                  </a:lnTo>
                  <a:lnTo>
                    <a:pt x="9210470" y="1320799"/>
                  </a:lnTo>
                  <a:lnTo>
                    <a:pt x="9167056" y="1308099"/>
                  </a:lnTo>
                  <a:lnTo>
                    <a:pt x="9119309" y="1282699"/>
                  </a:lnTo>
                  <a:lnTo>
                    <a:pt x="9065260" y="1244599"/>
                  </a:lnTo>
                  <a:close/>
                </a:path>
                <a:path w="12192000" h="6845300">
                  <a:moveTo>
                    <a:pt x="8274474" y="1257299"/>
                  </a:moveTo>
                  <a:lnTo>
                    <a:pt x="8261127" y="1257299"/>
                  </a:lnTo>
                  <a:lnTo>
                    <a:pt x="8256210" y="1269999"/>
                  </a:lnTo>
                  <a:lnTo>
                    <a:pt x="8300466" y="1269999"/>
                  </a:lnTo>
                  <a:lnTo>
                    <a:pt x="8274474" y="1257299"/>
                  </a:lnTo>
                  <a:close/>
                </a:path>
                <a:path w="12192000" h="6845300">
                  <a:moveTo>
                    <a:pt x="4881245" y="571499"/>
                  </a:moveTo>
                  <a:lnTo>
                    <a:pt x="4858766" y="571499"/>
                  </a:lnTo>
                  <a:lnTo>
                    <a:pt x="4895590" y="596899"/>
                  </a:lnTo>
                  <a:lnTo>
                    <a:pt x="4931667" y="622299"/>
                  </a:lnTo>
                  <a:lnTo>
                    <a:pt x="4967924" y="634999"/>
                  </a:lnTo>
                  <a:lnTo>
                    <a:pt x="5005288" y="660399"/>
                  </a:lnTo>
                  <a:lnTo>
                    <a:pt x="5044686" y="685799"/>
                  </a:lnTo>
                  <a:lnTo>
                    <a:pt x="5087046" y="711199"/>
                  </a:lnTo>
                  <a:lnTo>
                    <a:pt x="5133293" y="723899"/>
                  </a:lnTo>
                  <a:lnTo>
                    <a:pt x="5184357" y="749299"/>
                  </a:lnTo>
                  <a:lnTo>
                    <a:pt x="5241163" y="774699"/>
                  </a:lnTo>
                  <a:lnTo>
                    <a:pt x="5273551" y="800099"/>
                  </a:lnTo>
                  <a:lnTo>
                    <a:pt x="5310194" y="838199"/>
                  </a:lnTo>
                  <a:lnTo>
                    <a:pt x="5350350" y="863599"/>
                  </a:lnTo>
                  <a:lnTo>
                    <a:pt x="5393277" y="888999"/>
                  </a:lnTo>
                  <a:lnTo>
                    <a:pt x="5438236" y="914399"/>
                  </a:lnTo>
                  <a:lnTo>
                    <a:pt x="5484485" y="927099"/>
                  </a:lnTo>
                  <a:lnTo>
                    <a:pt x="5577888" y="977899"/>
                  </a:lnTo>
                  <a:lnTo>
                    <a:pt x="5623560" y="1003299"/>
                  </a:lnTo>
                  <a:lnTo>
                    <a:pt x="5670698" y="1015999"/>
                  </a:lnTo>
                  <a:lnTo>
                    <a:pt x="5756451" y="1066799"/>
                  </a:lnTo>
                  <a:lnTo>
                    <a:pt x="5803519" y="1092199"/>
                  </a:lnTo>
                  <a:lnTo>
                    <a:pt x="5831691" y="1117599"/>
                  </a:lnTo>
                  <a:lnTo>
                    <a:pt x="5876686" y="1142999"/>
                  </a:lnTo>
                  <a:lnTo>
                    <a:pt x="5930088" y="1168399"/>
                  </a:lnTo>
                  <a:lnTo>
                    <a:pt x="5983478" y="1206499"/>
                  </a:lnTo>
                  <a:lnTo>
                    <a:pt x="6993651" y="1206499"/>
                  </a:lnTo>
                  <a:lnTo>
                    <a:pt x="6903990" y="1155699"/>
                  </a:lnTo>
                  <a:lnTo>
                    <a:pt x="6859492" y="1142999"/>
                  </a:lnTo>
                  <a:lnTo>
                    <a:pt x="6637683" y="1015999"/>
                  </a:lnTo>
                  <a:lnTo>
                    <a:pt x="6592996" y="1003299"/>
                  </a:lnTo>
                  <a:lnTo>
                    <a:pt x="6457094" y="927099"/>
                  </a:lnTo>
                  <a:lnTo>
                    <a:pt x="6410960" y="914399"/>
                  </a:lnTo>
                  <a:lnTo>
                    <a:pt x="6390568" y="901699"/>
                  </a:lnTo>
                  <a:lnTo>
                    <a:pt x="6341308" y="876299"/>
                  </a:lnTo>
                  <a:lnTo>
                    <a:pt x="6320917" y="863599"/>
                  </a:lnTo>
                  <a:lnTo>
                    <a:pt x="6298438" y="863599"/>
                  </a:lnTo>
                  <a:lnTo>
                    <a:pt x="6289305" y="850899"/>
                  </a:lnTo>
                  <a:lnTo>
                    <a:pt x="6275959" y="838199"/>
                  </a:lnTo>
                  <a:lnTo>
                    <a:pt x="6226304" y="825499"/>
                  </a:lnTo>
                  <a:lnTo>
                    <a:pt x="5353685" y="825499"/>
                  </a:lnTo>
                  <a:lnTo>
                    <a:pt x="5323828" y="812799"/>
                  </a:lnTo>
                  <a:lnTo>
                    <a:pt x="5322776" y="812799"/>
                  </a:lnTo>
                  <a:lnTo>
                    <a:pt x="5320309" y="810902"/>
                  </a:lnTo>
                  <a:lnTo>
                    <a:pt x="5300281" y="800099"/>
                  </a:lnTo>
                  <a:lnTo>
                    <a:pt x="5280925" y="787399"/>
                  </a:lnTo>
                  <a:lnTo>
                    <a:pt x="5263642" y="774699"/>
                  </a:lnTo>
                  <a:lnTo>
                    <a:pt x="5231810" y="761999"/>
                  </a:lnTo>
                  <a:lnTo>
                    <a:pt x="5192420" y="736599"/>
                  </a:lnTo>
                  <a:lnTo>
                    <a:pt x="5148701" y="711199"/>
                  </a:lnTo>
                  <a:lnTo>
                    <a:pt x="5103886" y="685799"/>
                  </a:lnTo>
                  <a:lnTo>
                    <a:pt x="5061204" y="660399"/>
                  </a:lnTo>
                  <a:lnTo>
                    <a:pt x="5040481" y="660399"/>
                  </a:lnTo>
                  <a:lnTo>
                    <a:pt x="5013436" y="647699"/>
                  </a:lnTo>
                  <a:lnTo>
                    <a:pt x="4982176" y="634999"/>
                  </a:lnTo>
                  <a:lnTo>
                    <a:pt x="4948809" y="622299"/>
                  </a:lnTo>
                  <a:lnTo>
                    <a:pt x="4881245" y="571499"/>
                  </a:lnTo>
                  <a:close/>
                </a:path>
                <a:path w="12192000" h="6845300">
                  <a:moveTo>
                    <a:pt x="7805547" y="977899"/>
                  </a:moveTo>
                  <a:lnTo>
                    <a:pt x="7878667" y="1015999"/>
                  </a:lnTo>
                  <a:lnTo>
                    <a:pt x="7985506" y="1066799"/>
                  </a:lnTo>
                  <a:lnTo>
                    <a:pt x="7951083" y="1041399"/>
                  </a:lnTo>
                  <a:lnTo>
                    <a:pt x="7912433" y="1015999"/>
                  </a:lnTo>
                  <a:lnTo>
                    <a:pt x="7865330" y="990599"/>
                  </a:lnTo>
                  <a:lnTo>
                    <a:pt x="7805547" y="977899"/>
                  </a:lnTo>
                  <a:close/>
                </a:path>
                <a:path w="12192000" h="6845300">
                  <a:moveTo>
                    <a:pt x="4386453" y="685799"/>
                  </a:moveTo>
                  <a:lnTo>
                    <a:pt x="4453890" y="749299"/>
                  </a:lnTo>
                  <a:lnTo>
                    <a:pt x="4474943" y="774699"/>
                  </a:lnTo>
                  <a:lnTo>
                    <a:pt x="4508963" y="800099"/>
                  </a:lnTo>
                  <a:lnTo>
                    <a:pt x="4552700" y="812799"/>
                  </a:lnTo>
                  <a:lnTo>
                    <a:pt x="4602904" y="838199"/>
                  </a:lnTo>
                  <a:lnTo>
                    <a:pt x="4656328" y="863599"/>
                  </a:lnTo>
                  <a:lnTo>
                    <a:pt x="4673540" y="876299"/>
                  </a:lnTo>
                  <a:lnTo>
                    <a:pt x="4692872" y="888999"/>
                  </a:lnTo>
                  <a:lnTo>
                    <a:pt x="4716442" y="901699"/>
                  </a:lnTo>
                  <a:lnTo>
                    <a:pt x="4746371" y="914399"/>
                  </a:lnTo>
                  <a:lnTo>
                    <a:pt x="4768850" y="927099"/>
                  </a:lnTo>
                  <a:lnTo>
                    <a:pt x="4773064" y="939799"/>
                  </a:lnTo>
                  <a:lnTo>
                    <a:pt x="4785709" y="939799"/>
                  </a:lnTo>
                  <a:lnTo>
                    <a:pt x="4806783" y="952499"/>
                  </a:lnTo>
                  <a:lnTo>
                    <a:pt x="4836287" y="952499"/>
                  </a:lnTo>
                  <a:lnTo>
                    <a:pt x="4852795" y="965199"/>
                  </a:lnTo>
                  <a:lnTo>
                    <a:pt x="4867195" y="977899"/>
                  </a:lnTo>
                  <a:lnTo>
                    <a:pt x="4881245" y="977899"/>
                  </a:lnTo>
                  <a:lnTo>
                    <a:pt x="4868971" y="990599"/>
                  </a:lnTo>
                  <a:lnTo>
                    <a:pt x="4884118" y="1015999"/>
                  </a:lnTo>
                  <a:lnTo>
                    <a:pt x="4903479" y="1028699"/>
                  </a:lnTo>
                  <a:lnTo>
                    <a:pt x="4903851" y="1041399"/>
                  </a:lnTo>
                  <a:lnTo>
                    <a:pt x="5458299" y="1041399"/>
                  </a:lnTo>
                  <a:lnTo>
                    <a:pt x="5416057" y="1015999"/>
                  </a:lnTo>
                  <a:lnTo>
                    <a:pt x="5376164" y="1003299"/>
                  </a:lnTo>
                  <a:lnTo>
                    <a:pt x="5336251" y="977899"/>
                  </a:lnTo>
                  <a:lnTo>
                    <a:pt x="5219242" y="901699"/>
                  </a:lnTo>
                  <a:lnTo>
                    <a:pt x="5179345" y="876299"/>
                  </a:lnTo>
                  <a:lnTo>
                    <a:pt x="5138099" y="863599"/>
                  </a:lnTo>
                  <a:lnTo>
                    <a:pt x="5094964" y="838199"/>
                  </a:lnTo>
                  <a:lnTo>
                    <a:pt x="5072181" y="825499"/>
                  </a:lnTo>
                  <a:lnTo>
                    <a:pt x="4746371" y="825499"/>
                  </a:lnTo>
                  <a:lnTo>
                    <a:pt x="4742505" y="812799"/>
                  </a:lnTo>
                  <a:lnTo>
                    <a:pt x="4732305" y="800099"/>
                  </a:lnTo>
                  <a:lnTo>
                    <a:pt x="4717867" y="787399"/>
                  </a:lnTo>
                  <a:lnTo>
                    <a:pt x="4701286" y="774699"/>
                  </a:lnTo>
                  <a:lnTo>
                    <a:pt x="4701286" y="749299"/>
                  </a:lnTo>
                  <a:lnTo>
                    <a:pt x="4521327" y="749299"/>
                  </a:lnTo>
                  <a:lnTo>
                    <a:pt x="4503414" y="736599"/>
                  </a:lnTo>
                  <a:lnTo>
                    <a:pt x="4479178" y="723899"/>
                  </a:lnTo>
                  <a:lnTo>
                    <a:pt x="4442299" y="698499"/>
                  </a:lnTo>
                  <a:lnTo>
                    <a:pt x="4386453" y="685799"/>
                  </a:lnTo>
                  <a:close/>
                </a:path>
                <a:path w="12192000" h="6845300">
                  <a:moveTo>
                    <a:pt x="4273931" y="927099"/>
                  </a:moveTo>
                  <a:lnTo>
                    <a:pt x="4274984" y="939799"/>
                  </a:lnTo>
                  <a:lnTo>
                    <a:pt x="4299219" y="952499"/>
                  </a:lnTo>
                  <a:lnTo>
                    <a:pt x="4327669" y="965199"/>
                  </a:lnTo>
                  <a:lnTo>
                    <a:pt x="4341368" y="977899"/>
                  </a:lnTo>
                  <a:lnTo>
                    <a:pt x="4364993" y="977899"/>
                  </a:lnTo>
                  <a:lnTo>
                    <a:pt x="4318014" y="952499"/>
                  </a:lnTo>
                  <a:lnTo>
                    <a:pt x="4273931" y="927099"/>
                  </a:lnTo>
                  <a:close/>
                </a:path>
                <a:path w="12192000" h="6845300">
                  <a:moveTo>
                    <a:pt x="7537777" y="825499"/>
                  </a:moveTo>
                  <a:lnTo>
                    <a:pt x="7462508" y="825499"/>
                  </a:lnTo>
                  <a:lnTo>
                    <a:pt x="7473791" y="838199"/>
                  </a:lnTo>
                  <a:lnTo>
                    <a:pt x="7513193" y="863599"/>
                  </a:lnTo>
                  <a:lnTo>
                    <a:pt x="7563070" y="876299"/>
                  </a:lnTo>
                  <a:lnTo>
                    <a:pt x="7608744" y="901699"/>
                  </a:lnTo>
                  <a:lnTo>
                    <a:pt x="7646013" y="914399"/>
                  </a:lnTo>
                  <a:lnTo>
                    <a:pt x="7670673" y="927099"/>
                  </a:lnTo>
                  <a:lnTo>
                    <a:pt x="7704391" y="965199"/>
                  </a:lnTo>
                  <a:lnTo>
                    <a:pt x="7738109" y="977899"/>
                  </a:lnTo>
                  <a:lnTo>
                    <a:pt x="7805547" y="977899"/>
                  </a:lnTo>
                  <a:lnTo>
                    <a:pt x="7771828" y="965199"/>
                  </a:lnTo>
                  <a:lnTo>
                    <a:pt x="7670673" y="888999"/>
                  </a:lnTo>
                  <a:lnTo>
                    <a:pt x="7645312" y="888999"/>
                  </a:lnTo>
                  <a:lnTo>
                    <a:pt x="7636859" y="876299"/>
                  </a:lnTo>
                  <a:lnTo>
                    <a:pt x="7645312" y="863599"/>
                  </a:lnTo>
                  <a:lnTo>
                    <a:pt x="7963042" y="863599"/>
                  </a:lnTo>
                  <a:lnTo>
                    <a:pt x="7930012" y="850899"/>
                  </a:lnTo>
                  <a:lnTo>
                    <a:pt x="7593625" y="850899"/>
                  </a:lnTo>
                  <a:lnTo>
                    <a:pt x="7580630" y="838199"/>
                  </a:lnTo>
                  <a:lnTo>
                    <a:pt x="7537777" y="825499"/>
                  </a:lnTo>
                  <a:close/>
                </a:path>
                <a:path w="12192000" h="6845300">
                  <a:moveTo>
                    <a:pt x="6748399" y="863599"/>
                  </a:moveTo>
                  <a:lnTo>
                    <a:pt x="6733242" y="876299"/>
                  </a:lnTo>
                  <a:lnTo>
                    <a:pt x="6745541" y="901699"/>
                  </a:lnTo>
                  <a:lnTo>
                    <a:pt x="6770508" y="901699"/>
                  </a:lnTo>
                  <a:lnTo>
                    <a:pt x="6793357" y="914399"/>
                  </a:lnTo>
                  <a:lnTo>
                    <a:pt x="6805650" y="927099"/>
                  </a:lnTo>
                  <a:lnTo>
                    <a:pt x="6807406" y="939799"/>
                  </a:lnTo>
                  <a:lnTo>
                    <a:pt x="7626033" y="939799"/>
                  </a:lnTo>
                  <a:lnTo>
                    <a:pt x="7603108" y="927099"/>
                  </a:lnTo>
                  <a:lnTo>
                    <a:pt x="7378192" y="927099"/>
                  </a:lnTo>
                  <a:lnTo>
                    <a:pt x="7336879" y="914399"/>
                  </a:lnTo>
                  <a:lnTo>
                    <a:pt x="6860794" y="914399"/>
                  </a:lnTo>
                  <a:lnTo>
                    <a:pt x="6833748" y="901699"/>
                  </a:lnTo>
                  <a:lnTo>
                    <a:pt x="6813026" y="888999"/>
                  </a:lnTo>
                  <a:lnTo>
                    <a:pt x="6788088" y="876299"/>
                  </a:lnTo>
                  <a:lnTo>
                    <a:pt x="6748399" y="863599"/>
                  </a:lnTo>
                  <a:close/>
                </a:path>
                <a:path w="12192000" h="6845300">
                  <a:moveTo>
                    <a:pt x="7310755" y="838199"/>
                  </a:moveTo>
                  <a:lnTo>
                    <a:pt x="7301956" y="850899"/>
                  </a:lnTo>
                  <a:lnTo>
                    <a:pt x="7291038" y="863599"/>
                  </a:lnTo>
                  <a:lnTo>
                    <a:pt x="7301218" y="876299"/>
                  </a:lnTo>
                  <a:lnTo>
                    <a:pt x="7355713" y="888999"/>
                  </a:lnTo>
                  <a:lnTo>
                    <a:pt x="7375030" y="901699"/>
                  </a:lnTo>
                  <a:lnTo>
                    <a:pt x="7392241" y="914399"/>
                  </a:lnTo>
                  <a:lnTo>
                    <a:pt x="7396807" y="927099"/>
                  </a:lnTo>
                  <a:lnTo>
                    <a:pt x="7603108" y="927099"/>
                  </a:lnTo>
                  <a:lnTo>
                    <a:pt x="7490661" y="863599"/>
                  </a:lnTo>
                  <a:lnTo>
                    <a:pt x="7310755" y="863599"/>
                  </a:lnTo>
                  <a:lnTo>
                    <a:pt x="7310755" y="838199"/>
                  </a:lnTo>
                  <a:close/>
                </a:path>
                <a:path w="12192000" h="6845300">
                  <a:moveTo>
                    <a:pt x="6388481" y="800099"/>
                  </a:moveTo>
                  <a:lnTo>
                    <a:pt x="6295276" y="800099"/>
                  </a:lnTo>
                  <a:lnTo>
                    <a:pt x="6290008" y="812799"/>
                  </a:lnTo>
                  <a:lnTo>
                    <a:pt x="6288954" y="825499"/>
                  </a:lnTo>
                  <a:lnTo>
                    <a:pt x="6298438" y="838199"/>
                  </a:lnTo>
                  <a:lnTo>
                    <a:pt x="6433439" y="914399"/>
                  </a:lnTo>
                  <a:lnTo>
                    <a:pt x="6455918" y="914399"/>
                  </a:lnTo>
                  <a:lnTo>
                    <a:pt x="6320917" y="838199"/>
                  </a:lnTo>
                  <a:lnTo>
                    <a:pt x="6476662" y="838199"/>
                  </a:lnTo>
                  <a:lnTo>
                    <a:pt x="6431644" y="825499"/>
                  </a:lnTo>
                  <a:lnTo>
                    <a:pt x="6388481" y="800099"/>
                  </a:lnTo>
                  <a:close/>
                </a:path>
                <a:path w="12192000" h="6845300">
                  <a:moveTo>
                    <a:pt x="6602158" y="596899"/>
                  </a:moveTo>
                  <a:lnTo>
                    <a:pt x="6549688" y="596899"/>
                  </a:lnTo>
                  <a:lnTo>
                    <a:pt x="6564428" y="609599"/>
                  </a:lnTo>
                  <a:lnTo>
                    <a:pt x="6597536" y="622299"/>
                  </a:lnTo>
                  <a:lnTo>
                    <a:pt x="6633886" y="647699"/>
                  </a:lnTo>
                  <a:lnTo>
                    <a:pt x="6658356" y="660399"/>
                  </a:lnTo>
                  <a:lnTo>
                    <a:pt x="6613398" y="660399"/>
                  </a:lnTo>
                  <a:lnTo>
                    <a:pt x="6658369" y="685799"/>
                  </a:lnTo>
                  <a:lnTo>
                    <a:pt x="6708753" y="711199"/>
                  </a:lnTo>
                  <a:lnTo>
                    <a:pt x="6759144" y="723899"/>
                  </a:lnTo>
                  <a:lnTo>
                    <a:pt x="6804133" y="749299"/>
                  </a:lnTo>
                  <a:lnTo>
                    <a:pt x="6838315" y="774699"/>
                  </a:lnTo>
                  <a:lnTo>
                    <a:pt x="6851661" y="774699"/>
                  </a:lnTo>
                  <a:lnTo>
                    <a:pt x="6869926" y="800099"/>
                  </a:lnTo>
                  <a:lnTo>
                    <a:pt x="6838315" y="800099"/>
                  </a:lnTo>
                  <a:lnTo>
                    <a:pt x="6838666" y="812799"/>
                  </a:lnTo>
                  <a:lnTo>
                    <a:pt x="6841124" y="825499"/>
                  </a:lnTo>
                  <a:lnTo>
                    <a:pt x="6847798" y="825499"/>
                  </a:lnTo>
                  <a:lnTo>
                    <a:pt x="6860794" y="838199"/>
                  </a:lnTo>
                  <a:lnTo>
                    <a:pt x="6936732" y="876299"/>
                  </a:lnTo>
                  <a:lnTo>
                    <a:pt x="6962044" y="901699"/>
                  </a:lnTo>
                  <a:lnTo>
                    <a:pt x="6936732" y="914399"/>
                  </a:lnTo>
                  <a:lnTo>
                    <a:pt x="7336879" y="914399"/>
                  </a:lnTo>
                  <a:lnTo>
                    <a:pt x="7256386" y="863599"/>
                  </a:lnTo>
                  <a:lnTo>
                    <a:pt x="7215092" y="838199"/>
                  </a:lnTo>
                  <a:lnTo>
                    <a:pt x="7171690" y="825499"/>
                  </a:lnTo>
                  <a:lnTo>
                    <a:pt x="7125124" y="800099"/>
                  </a:lnTo>
                  <a:lnTo>
                    <a:pt x="7074338" y="774699"/>
                  </a:lnTo>
                  <a:lnTo>
                    <a:pt x="7018274" y="749299"/>
                  </a:lnTo>
                  <a:lnTo>
                    <a:pt x="6905752" y="749299"/>
                  </a:lnTo>
                  <a:lnTo>
                    <a:pt x="6845688" y="736599"/>
                  </a:lnTo>
                  <a:lnTo>
                    <a:pt x="6796151" y="711199"/>
                  </a:lnTo>
                  <a:lnTo>
                    <a:pt x="6750804" y="685799"/>
                  </a:lnTo>
                  <a:lnTo>
                    <a:pt x="6703314" y="660399"/>
                  </a:lnTo>
                  <a:lnTo>
                    <a:pt x="6669595" y="647699"/>
                  </a:lnTo>
                  <a:lnTo>
                    <a:pt x="6602158" y="596899"/>
                  </a:lnTo>
                  <a:close/>
                </a:path>
                <a:path w="12192000" h="6845300">
                  <a:moveTo>
                    <a:pt x="8012955" y="888999"/>
                  </a:moveTo>
                  <a:lnTo>
                    <a:pt x="7805547" y="888999"/>
                  </a:lnTo>
                  <a:lnTo>
                    <a:pt x="7809410" y="901699"/>
                  </a:lnTo>
                  <a:lnTo>
                    <a:pt x="7819596" y="901699"/>
                  </a:lnTo>
                  <a:lnTo>
                    <a:pt x="7833996" y="914399"/>
                  </a:lnTo>
                  <a:lnTo>
                    <a:pt x="8075549" y="914399"/>
                  </a:lnTo>
                  <a:lnTo>
                    <a:pt x="8012955" y="888999"/>
                  </a:lnTo>
                  <a:close/>
                </a:path>
                <a:path w="12192000" h="6845300">
                  <a:moveTo>
                    <a:pt x="7963042" y="863599"/>
                  </a:moveTo>
                  <a:lnTo>
                    <a:pt x="7670673" y="863599"/>
                  </a:lnTo>
                  <a:lnTo>
                    <a:pt x="7707552" y="876299"/>
                  </a:lnTo>
                  <a:lnTo>
                    <a:pt x="7746539" y="888999"/>
                  </a:lnTo>
                  <a:lnTo>
                    <a:pt x="7781311" y="901699"/>
                  </a:lnTo>
                  <a:lnTo>
                    <a:pt x="7805547" y="888999"/>
                  </a:lnTo>
                  <a:lnTo>
                    <a:pt x="8012955" y="888999"/>
                  </a:lnTo>
                  <a:lnTo>
                    <a:pt x="7963042" y="863599"/>
                  </a:lnTo>
                  <a:close/>
                </a:path>
                <a:path w="12192000" h="6845300">
                  <a:moveTo>
                    <a:pt x="7063232" y="254000"/>
                  </a:moveTo>
                  <a:lnTo>
                    <a:pt x="7040753" y="254000"/>
                  </a:lnTo>
                  <a:lnTo>
                    <a:pt x="7072283" y="279400"/>
                  </a:lnTo>
                  <a:lnTo>
                    <a:pt x="7108545" y="304800"/>
                  </a:lnTo>
                  <a:lnTo>
                    <a:pt x="7148751" y="317500"/>
                  </a:lnTo>
                  <a:lnTo>
                    <a:pt x="7192111" y="342900"/>
                  </a:lnTo>
                  <a:lnTo>
                    <a:pt x="7237838" y="368299"/>
                  </a:lnTo>
                  <a:lnTo>
                    <a:pt x="7333233" y="419099"/>
                  </a:lnTo>
                  <a:lnTo>
                    <a:pt x="7406290" y="444499"/>
                  </a:lnTo>
                  <a:lnTo>
                    <a:pt x="7434389" y="469899"/>
                  </a:lnTo>
                  <a:lnTo>
                    <a:pt x="7445629" y="482599"/>
                  </a:lnTo>
                  <a:lnTo>
                    <a:pt x="7492999" y="495299"/>
                  </a:lnTo>
                  <a:lnTo>
                    <a:pt x="7520866" y="507999"/>
                  </a:lnTo>
                  <a:lnTo>
                    <a:pt x="7535026" y="520699"/>
                  </a:lnTo>
                  <a:lnTo>
                    <a:pt x="7541275" y="533399"/>
                  </a:lnTo>
                  <a:lnTo>
                    <a:pt x="7545412" y="546099"/>
                  </a:lnTo>
                  <a:lnTo>
                    <a:pt x="7553231" y="558799"/>
                  </a:lnTo>
                  <a:lnTo>
                    <a:pt x="7570531" y="558799"/>
                  </a:lnTo>
                  <a:lnTo>
                    <a:pt x="7603108" y="571499"/>
                  </a:lnTo>
                  <a:lnTo>
                    <a:pt x="7631223" y="609599"/>
                  </a:lnTo>
                  <a:lnTo>
                    <a:pt x="7653740" y="622299"/>
                  </a:lnTo>
                  <a:lnTo>
                    <a:pt x="7693152" y="634999"/>
                  </a:lnTo>
                  <a:lnTo>
                    <a:pt x="7735773" y="660399"/>
                  </a:lnTo>
                  <a:lnTo>
                    <a:pt x="7780558" y="685799"/>
                  </a:lnTo>
                  <a:lnTo>
                    <a:pt x="7824276" y="711199"/>
                  </a:lnTo>
                  <a:lnTo>
                    <a:pt x="7863697" y="723899"/>
                  </a:lnTo>
                  <a:lnTo>
                    <a:pt x="7895590" y="749299"/>
                  </a:lnTo>
                  <a:lnTo>
                    <a:pt x="7925796" y="761999"/>
                  </a:lnTo>
                  <a:lnTo>
                    <a:pt x="7951787" y="774699"/>
                  </a:lnTo>
                  <a:lnTo>
                    <a:pt x="8007984" y="774699"/>
                  </a:lnTo>
                  <a:lnTo>
                    <a:pt x="8002014" y="787399"/>
                  </a:lnTo>
                  <a:lnTo>
                    <a:pt x="7993935" y="800099"/>
                  </a:lnTo>
                  <a:lnTo>
                    <a:pt x="7998501" y="812799"/>
                  </a:lnTo>
                  <a:lnTo>
                    <a:pt x="8030464" y="825499"/>
                  </a:lnTo>
                  <a:lnTo>
                    <a:pt x="8044533" y="838199"/>
                  </a:lnTo>
                  <a:lnTo>
                    <a:pt x="8106437" y="876299"/>
                  </a:lnTo>
                  <a:lnTo>
                    <a:pt x="8120507" y="888999"/>
                  </a:lnTo>
                  <a:lnTo>
                    <a:pt x="8265730" y="888999"/>
                  </a:lnTo>
                  <a:lnTo>
                    <a:pt x="8221994" y="863599"/>
                  </a:lnTo>
                  <a:lnTo>
                    <a:pt x="8187944" y="838199"/>
                  </a:lnTo>
                  <a:lnTo>
                    <a:pt x="8150781" y="825499"/>
                  </a:lnTo>
                  <a:lnTo>
                    <a:pt x="8107985" y="800099"/>
                  </a:lnTo>
                  <a:lnTo>
                    <a:pt x="8061436" y="774699"/>
                  </a:lnTo>
                  <a:lnTo>
                    <a:pt x="7964597" y="723899"/>
                  </a:lnTo>
                  <a:lnTo>
                    <a:pt x="7918069" y="711199"/>
                  </a:lnTo>
                  <a:lnTo>
                    <a:pt x="7862129" y="673099"/>
                  </a:lnTo>
                  <a:lnTo>
                    <a:pt x="7808077" y="634999"/>
                  </a:lnTo>
                  <a:lnTo>
                    <a:pt x="7757779" y="609599"/>
                  </a:lnTo>
                  <a:lnTo>
                    <a:pt x="7713100" y="584199"/>
                  </a:lnTo>
                  <a:lnTo>
                    <a:pt x="7675907" y="546099"/>
                  </a:lnTo>
                  <a:lnTo>
                    <a:pt x="7648067" y="520699"/>
                  </a:lnTo>
                  <a:lnTo>
                    <a:pt x="7617158" y="520699"/>
                  </a:lnTo>
                  <a:lnTo>
                    <a:pt x="7606972" y="507999"/>
                  </a:lnTo>
                  <a:lnTo>
                    <a:pt x="7603108" y="507999"/>
                  </a:lnTo>
                  <a:lnTo>
                    <a:pt x="7517097" y="457199"/>
                  </a:lnTo>
                  <a:lnTo>
                    <a:pt x="7374238" y="393699"/>
                  </a:lnTo>
                  <a:lnTo>
                    <a:pt x="7288149" y="342900"/>
                  </a:lnTo>
                  <a:lnTo>
                    <a:pt x="7267074" y="330200"/>
                  </a:lnTo>
                  <a:lnTo>
                    <a:pt x="7237571" y="317500"/>
                  </a:lnTo>
                  <a:lnTo>
                    <a:pt x="7199637" y="304800"/>
                  </a:lnTo>
                  <a:lnTo>
                    <a:pt x="7153275" y="304800"/>
                  </a:lnTo>
                  <a:lnTo>
                    <a:pt x="7136044" y="292100"/>
                  </a:lnTo>
                  <a:lnTo>
                    <a:pt x="7116683" y="279400"/>
                  </a:lnTo>
                  <a:lnTo>
                    <a:pt x="7093106" y="266700"/>
                  </a:lnTo>
                  <a:lnTo>
                    <a:pt x="7063232" y="254000"/>
                  </a:lnTo>
                  <a:close/>
                </a:path>
                <a:path w="12192000" h="6845300">
                  <a:moveTo>
                    <a:pt x="6928231" y="622299"/>
                  </a:moveTo>
                  <a:lnTo>
                    <a:pt x="6965886" y="647699"/>
                  </a:lnTo>
                  <a:lnTo>
                    <a:pt x="7009828" y="685799"/>
                  </a:lnTo>
                  <a:lnTo>
                    <a:pt x="7057961" y="711199"/>
                  </a:lnTo>
                  <a:lnTo>
                    <a:pt x="7108190" y="723899"/>
                  </a:lnTo>
                  <a:lnTo>
                    <a:pt x="7092384" y="736599"/>
                  </a:lnTo>
                  <a:lnTo>
                    <a:pt x="7082901" y="736599"/>
                  </a:lnTo>
                  <a:lnTo>
                    <a:pt x="7086062" y="749299"/>
                  </a:lnTo>
                  <a:lnTo>
                    <a:pt x="7108190" y="749299"/>
                  </a:lnTo>
                  <a:lnTo>
                    <a:pt x="7155682" y="787399"/>
                  </a:lnTo>
                  <a:lnTo>
                    <a:pt x="7201042" y="800099"/>
                  </a:lnTo>
                  <a:lnTo>
                    <a:pt x="7250618" y="825499"/>
                  </a:lnTo>
                  <a:lnTo>
                    <a:pt x="7310755" y="838199"/>
                  </a:lnTo>
                  <a:lnTo>
                    <a:pt x="7310755" y="863599"/>
                  </a:lnTo>
                  <a:lnTo>
                    <a:pt x="7490661" y="863599"/>
                  </a:lnTo>
                  <a:lnTo>
                    <a:pt x="7333233" y="774699"/>
                  </a:lnTo>
                  <a:lnTo>
                    <a:pt x="7295578" y="749299"/>
                  </a:lnTo>
                  <a:lnTo>
                    <a:pt x="7251636" y="723899"/>
                  </a:lnTo>
                  <a:lnTo>
                    <a:pt x="7203503" y="698499"/>
                  </a:lnTo>
                  <a:lnTo>
                    <a:pt x="7153275" y="685799"/>
                  </a:lnTo>
                  <a:lnTo>
                    <a:pt x="7139223" y="673099"/>
                  </a:lnTo>
                  <a:lnTo>
                    <a:pt x="7132192" y="660399"/>
                  </a:lnTo>
                  <a:lnTo>
                    <a:pt x="7018274" y="660399"/>
                  </a:lnTo>
                  <a:lnTo>
                    <a:pt x="7001061" y="647699"/>
                  </a:lnTo>
                  <a:lnTo>
                    <a:pt x="6981729" y="634999"/>
                  </a:lnTo>
                  <a:lnTo>
                    <a:pt x="6958159" y="634999"/>
                  </a:lnTo>
                  <a:lnTo>
                    <a:pt x="6928231" y="622299"/>
                  </a:lnTo>
                  <a:close/>
                </a:path>
                <a:path w="12192000" h="6845300">
                  <a:moveTo>
                    <a:pt x="7513193" y="774699"/>
                  </a:moveTo>
                  <a:lnTo>
                    <a:pt x="7527593" y="787399"/>
                  </a:lnTo>
                  <a:lnTo>
                    <a:pt x="7560960" y="812799"/>
                  </a:lnTo>
                  <a:lnTo>
                    <a:pt x="7598542" y="825499"/>
                  </a:lnTo>
                  <a:lnTo>
                    <a:pt x="7625588" y="838199"/>
                  </a:lnTo>
                  <a:lnTo>
                    <a:pt x="7603108" y="838199"/>
                  </a:lnTo>
                  <a:lnTo>
                    <a:pt x="7602757" y="850899"/>
                  </a:lnTo>
                  <a:lnTo>
                    <a:pt x="7930012" y="850899"/>
                  </a:lnTo>
                  <a:lnTo>
                    <a:pt x="7918069" y="838199"/>
                  </a:lnTo>
                  <a:lnTo>
                    <a:pt x="7913853" y="825499"/>
                  </a:lnTo>
                  <a:lnTo>
                    <a:pt x="7648067" y="825499"/>
                  </a:lnTo>
                  <a:lnTo>
                    <a:pt x="7513193" y="774699"/>
                  </a:lnTo>
                  <a:close/>
                </a:path>
                <a:path w="12192000" h="6845300">
                  <a:moveTo>
                    <a:pt x="4815915" y="812799"/>
                  </a:moveTo>
                  <a:lnTo>
                    <a:pt x="4766742" y="812799"/>
                  </a:lnTo>
                  <a:lnTo>
                    <a:pt x="4746371" y="825499"/>
                  </a:lnTo>
                  <a:lnTo>
                    <a:pt x="4836287" y="825499"/>
                  </a:lnTo>
                  <a:lnTo>
                    <a:pt x="4815915" y="812799"/>
                  </a:lnTo>
                  <a:close/>
                </a:path>
                <a:path w="12192000" h="6845300">
                  <a:moveTo>
                    <a:pt x="4678807" y="685799"/>
                  </a:moveTo>
                  <a:lnTo>
                    <a:pt x="4680934" y="711199"/>
                  </a:lnTo>
                  <a:lnTo>
                    <a:pt x="4712589" y="723899"/>
                  </a:lnTo>
                  <a:lnTo>
                    <a:pt x="4761103" y="749299"/>
                  </a:lnTo>
                  <a:lnTo>
                    <a:pt x="4813808" y="774699"/>
                  </a:lnTo>
                  <a:lnTo>
                    <a:pt x="4850356" y="774699"/>
                  </a:lnTo>
                  <a:lnTo>
                    <a:pt x="4886928" y="787399"/>
                  </a:lnTo>
                  <a:lnTo>
                    <a:pt x="4915070" y="800099"/>
                  </a:lnTo>
                  <a:lnTo>
                    <a:pt x="4926330" y="825499"/>
                  </a:lnTo>
                  <a:lnTo>
                    <a:pt x="5072181" y="825499"/>
                  </a:lnTo>
                  <a:lnTo>
                    <a:pt x="5049398" y="812799"/>
                  </a:lnTo>
                  <a:lnTo>
                    <a:pt x="5000859" y="800099"/>
                  </a:lnTo>
                  <a:lnTo>
                    <a:pt x="4948809" y="774699"/>
                  </a:lnTo>
                  <a:lnTo>
                    <a:pt x="4911602" y="749299"/>
                  </a:lnTo>
                  <a:lnTo>
                    <a:pt x="4868789" y="736599"/>
                  </a:lnTo>
                  <a:lnTo>
                    <a:pt x="4822237" y="723899"/>
                  </a:lnTo>
                  <a:lnTo>
                    <a:pt x="4725380" y="698499"/>
                  </a:lnTo>
                  <a:lnTo>
                    <a:pt x="4678807" y="685799"/>
                  </a:lnTo>
                  <a:close/>
                </a:path>
                <a:path w="12192000" h="6845300">
                  <a:moveTo>
                    <a:pt x="5272103" y="596899"/>
                  </a:moveTo>
                  <a:lnTo>
                    <a:pt x="4971288" y="596899"/>
                  </a:lnTo>
                  <a:lnTo>
                    <a:pt x="5022912" y="622299"/>
                  </a:lnTo>
                  <a:lnTo>
                    <a:pt x="5071319" y="634999"/>
                  </a:lnTo>
                  <a:lnTo>
                    <a:pt x="5118652" y="660399"/>
                  </a:lnTo>
                  <a:lnTo>
                    <a:pt x="5167059" y="673099"/>
                  </a:lnTo>
                  <a:lnTo>
                    <a:pt x="5218684" y="685799"/>
                  </a:lnTo>
                  <a:lnTo>
                    <a:pt x="5240811" y="685799"/>
                  </a:lnTo>
                  <a:lnTo>
                    <a:pt x="5238353" y="698499"/>
                  </a:lnTo>
                  <a:lnTo>
                    <a:pt x="5231679" y="698499"/>
                  </a:lnTo>
                  <a:lnTo>
                    <a:pt x="5218684" y="711199"/>
                  </a:lnTo>
                  <a:lnTo>
                    <a:pt x="5221845" y="711199"/>
                  </a:lnTo>
                  <a:lnTo>
                    <a:pt x="5241163" y="723899"/>
                  </a:lnTo>
                  <a:lnTo>
                    <a:pt x="5263642" y="723899"/>
                  </a:lnTo>
                  <a:lnTo>
                    <a:pt x="5264346" y="736599"/>
                  </a:lnTo>
                  <a:lnTo>
                    <a:pt x="5269277" y="736599"/>
                  </a:lnTo>
                  <a:lnTo>
                    <a:pt x="5282662" y="749299"/>
                  </a:lnTo>
                  <a:lnTo>
                    <a:pt x="5308727" y="749299"/>
                  </a:lnTo>
                  <a:lnTo>
                    <a:pt x="5334015" y="774699"/>
                  </a:lnTo>
                  <a:lnTo>
                    <a:pt x="5342445" y="787399"/>
                  </a:lnTo>
                  <a:lnTo>
                    <a:pt x="5334015" y="787399"/>
                  </a:lnTo>
                  <a:lnTo>
                    <a:pt x="5308727" y="800099"/>
                  </a:lnTo>
                  <a:lnTo>
                    <a:pt x="5306268" y="800099"/>
                  </a:lnTo>
                  <a:lnTo>
                    <a:pt x="5320309" y="810902"/>
                  </a:lnTo>
                  <a:lnTo>
                    <a:pt x="5323828" y="812799"/>
                  </a:lnTo>
                  <a:lnTo>
                    <a:pt x="5343499" y="812799"/>
                  </a:lnTo>
                  <a:lnTo>
                    <a:pt x="5353685" y="825499"/>
                  </a:lnTo>
                  <a:lnTo>
                    <a:pt x="6226304" y="825499"/>
                  </a:lnTo>
                  <a:lnTo>
                    <a:pt x="6178240" y="800099"/>
                  </a:lnTo>
                  <a:lnTo>
                    <a:pt x="6131235" y="787399"/>
                  </a:lnTo>
                  <a:lnTo>
                    <a:pt x="6107998" y="774699"/>
                  </a:lnTo>
                  <a:lnTo>
                    <a:pt x="5860174" y="774699"/>
                  </a:lnTo>
                  <a:lnTo>
                    <a:pt x="5828871" y="761999"/>
                  </a:lnTo>
                  <a:lnTo>
                    <a:pt x="5801782" y="749299"/>
                  </a:lnTo>
                  <a:lnTo>
                    <a:pt x="5781040" y="723899"/>
                  </a:lnTo>
                  <a:lnTo>
                    <a:pt x="5738046" y="711199"/>
                  </a:lnTo>
                  <a:lnTo>
                    <a:pt x="5690719" y="698499"/>
                  </a:lnTo>
                  <a:lnTo>
                    <a:pt x="5640149" y="685799"/>
                  </a:lnTo>
                  <a:lnTo>
                    <a:pt x="5533644" y="634999"/>
                  </a:lnTo>
                  <a:lnTo>
                    <a:pt x="5306268" y="634999"/>
                  </a:lnTo>
                  <a:lnTo>
                    <a:pt x="5286248" y="622299"/>
                  </a:lnTo>
                  <a:lnTo>
                    <a:pt x="5273883" y="609599"/>
                  </a:lnTo>
                  <a:lnTo>
                    <a:pt x="5272103" y="596899"/>
                  </a:lnTo>
                  <a:close/>
                </a:path>
                <a:path w="12192000" h="6845300">
                  <a:moveTo>
                    <a:pt x="7072715" y="495299"/>
                  </a:moveTo>
                  <a:lnTo>
                    <a:pt x="7066041" y="495299"/>
                  </a:lnTo>
                  <a:lnTo>
                    <a:pt x="7063583" y="507999"/>
                  </a:lnTo>
                  <a:lnTo>
                    <a:pt x="7063232" y="520699"/>
                  </a:lnTo>
                  <a:lnTo>
                    <a:pt x="7085710" y="520699"/>
                  </a:lnTo>
                  <a:lnTo>
                    <a:pt x="7119854" y="546099"/>
                  </a:lnTo>
                  <a:lnTo>
                    <a:pt x="7156069" y="546099"/>
                  </a:lnTo>
                  <a:lnTo>
                    <a:pt x="7196474" y="558799"/>
                  </a:lnTo>
                  <a:lnTo>
                    <a:pt x="7243191" y="571499"/>
                  </a:lnTo>
                  <a:lnTo>
                    <a:pt x="7247054" y="584199"/>
                  </a:lnTo>
                  <a:lnTo>
                    <a:pt x="7257240" y="596899"/>
                  </a:lnTo>
                  <a:lnTo>
                    <a:pt x="7288149" y="596899"/>
                  </a:lnTo>
                  <a:lnTo>
                    <a:pt x="7304730" y="609599"/>
                  </a:lnTo>
                  <a:lnTo>
                    <a:pt x="7319168" y="622299"/>
                  </a:lnTo>
                  <a:lnTo>
                    <a:pt x="7329368" y="622299"/>
                  </a:lnTo>
                  <a:lnTo>
                    <a:pt x="7333233" y="634999"/>
                  </a:lnTo>
                  <a:lnTo>
                    <a:pt x="7388422" y="660399"/>
                  </a:lnTo>
                  <a:lnTo>
                    <a:pt x="7438903" y="685799"/>
                  </a:lnTo>
                  <a:lnTo>
                    <a:pt x="7485459" y="711199"/>
                  </a:lnTo>
                  <a:lnTo>
                    <a:pt x="7528871" y="736599"/>
                  </a:lnTo>
                  <a:lnTo>
                    <a:pt x="7569922" y="761999"/>
                  </a:lnTo>
                  <a:lnTo>
                    <a:pt x="7609393" y="787399"/>
                  </a:lnTo>
                  <a:lnTo>
                    <a:pt x="7648067" y="825499"/>
                  </a:lnTo>
                  <a:lnTo>
                    <a:pt x="7913853" y="825499"/>
                  </a:lnTo>
                  <a:lnTo>
                    <a:pt x="7909637" y="812799"/>
                  </a:lnTo>
                  <a:lnTo>
                    <a:pt x="7884334" y="787399"/>
                  </a:lnTo>
                  <a:lnTo>
                    <a:pt x="7842148" y="774699"/>
                  </a:lnTo>
                  <a:lnTo>
                    <a:pt x="7783068" y="749299"/>
                  </a:lnTo>
                  <a:lnTo>
                    <a:pt x="7749700" y="749299"/>
                  </a:lnTo>
                  <a:lnTo>
                    <a:pt x="7718440" y="736599"/>
                  </a:lnTo>
                  <a:lnTo>
                    <a:pt x="7691395" y="723899"/>
                  </a:lnTo>
                  <a:lnTo>
                    <a:pt x="7649876" y="685799"/>
                  </a:lnTo>
                  <a:lnTo>
                    <a:pt x="7622793" y="673099"/>
                  </a:lnTo>
                  <a:lnTo>
                    <a:pt x="7591520" y="660399"/>
                  </a:lnTo>
                  <a:lnTo>
                    <a:pt x="7535672" y="660399"/>
                  </a:lnTo>
                  <a:lnTo>
                    <a:pt x="7492629" y="634999"/>
                  </a:lnTo>
                  <a:lnTo>
                    <a:pt x="7445288" y="609599"/>
                  </a:lnTo>
                  <a:lnTo>
                    <a:pt x="7394717" y="584199"/>
                  </a:lnTo>
                  <a:lnTo>
                    <a:pt x="7341981" y="571499"/>
                  </a:lnTo>
                  <a:lnTo>
                    <a:pt x="7288149" y="546099"/>
                  </a:lnTo>
                  <a:lnTo>
                    <a:pt x="7250918" y="520699"/>
                  </a:lnTo>
                  <a:lnTo>
                    <a:pt x="7230195" y="507999"/>
                  </a:lnTo>
                  <a:lnTo>
                    <a:pt x="7085710" y="507999"/>
                  </a:lnTo>
                  <a:lnTo>
                    <a:pt x="7072715" y="495299"/>
                  </a:lnTo>
                  <a:close/>
                </a:path>
                <a:path w="12192000" h="6845300">
                  <a:moveTo>
                    <a:pt x="5920986" y="546099"/>
                  </a:moveTo>
                  <a:lnTo>
                    <a:pt x="5826125" y="546099"/>
                  </a:lnTo>
                  <a:lnTo>
                    <a:pt x="5865814" y="571499"/>
                  </a:lnTo>
                  <a:lnTo>
                    <a:pt x="5890752" y="584199"/>
                  </a:lnTo>
                  <a:lnTo>
                    <a:pt x="5911474" y="596899"/>
                  </a:lnTo>
                  <a:lnTo>
                    <a:pt x="5938520" y="596899"/>
                  </a:lnTo>
                  <a:lnTo>
                    <a:pt x="5986445" y="622299"/>
                  </a:lnTo>
                  <a:lnTo>
                    <a:pt x="6021864" y="634999"/>
                  </a:lnTo>
                  <a:lnTo>
                    <a:pt x="6080176" y="685799"/>
                  </a:lnTo>
                  <a:lnTo>
                    <a:pt x="6115564" y="711199"/>
                  </a:lnTo>
                  <a:lnTo>
                    <a:pt x="6163437" y="723899"/>
                  </a:lnTo>
                  <a:lnTo>
                    <a:pt x="6264717" y="774699"/>
                  </a:lnTo>
                  <a:lnTo>
                    <a:pt x="6298438" y="800099"/>
                  </a:lnTo>
                  <a:lnTo>
                    <a:pt x="6385302" y="800099"/>
                  </a:lnTo>
                  <a:lnTo>
                    <a:pt x="6380003" y="787399"/>
                  </a:lnTo>
                  <a:lnTo>
                    <a:pt x="6378944" y="774699"/>
                  </a:lnTo>
                  <a:lnTo>
                    <a:pt x="6419014" y="774699"/>
                  </a:lnTo>
                  <a:lnTo>
                    <a:pt x="6376716" y="761999"/>
                  </a:lnTo>
                  <a:lnTo>
                    <a:pt x="6330374" y="736599"/>
                  </a:lnTo>
                  <a:lnTo>
                    <a:pt x="6281336" y="711199"/>
                  </a:lnTo>
                  <a:lnTo>
                    <a:pt x="6180573" y="673099"/>
                  </a:lnTo>
                  <a:lnTo>
                    <a:pt x="6131547" y="660399"/>
                  </a:lnTo>
                  <a:lnTo>
                    <a:pt x="6085224" y="634999"/>
                  </a:lnTo>
                  <a:lnTo>
                    <a:pt x="6042953" y="609599"/>
                  </a:lnTo>
                  <a:lnTo>
                    <a:pt x="6006084" y="596899"/>
                  </a:lnTo>
                  <a:lnTo>
                    <a:pt x="5976348" y="584199"/>
                  </a:lnTo>
                  <a:lnTo>
                    <a:pt x="5941236" y="558799"/>
                  </a:lnTo>
                  <a:lnTo>
                    <a:pt x="5920986" y="546099"/>
                  </a:lnTo>
                  <a:close/>
                </a:path>
                <a:path w="12192000" h="6845300">
                  <a:moveTo>
                    <a:pt x="6419014" y="774699"/>
                  </a:moveTo>
                  <a:lnTo>
                    <a:pt x="6395856" y="774699"/>
                  </a:lnTo>
                  <a:lnTo>
                    <a:pt x="6413769" y="787399"/>
                  </a:lnTo>
                  <a:lnTo>
                    <a:pt x="6435897" y="800099"/>
                  </a:lnTo>
                  <a:lnTo>
                    <a:pt x="6455918" y="800099"/>
                  </a:lnTo>
                  <a:lnTo>
                    <a:pt x="6419014" y="774699"/>
                  </a:lnTo>
                  <a:close/>
                </a:path>
                <a:path w="12192000" h="6845300">
                  <a:moveTo>
                    <a:pt x="4768850" y="774699"/>
                  </a:moveTo>
                  <a:lnTo>
                    <a:pt x="4743545" y="774699"/>
                  </a:lnTo>
                  <a:lnTo>
                    <a:pt x="4761472" y="787399"/>
                  </a:lnTo>
                  <a:lnTo>
                    <a:pt x="4768850" y="774699"/>
                  </a:lnTo>
                  <a:close/>
                </a:path>
                <a:path w="12192000" h="6845300">
                  <a:moveTo>
                    <a:pt x="4521327" y="660399"/>
                  </a:moveTo>
                  <a:lnTo>
                    <a:pt x="4498848" y="660399"/>
                  </a:lnTo>
                  <a:lnTo>
                    <a:pt x="4600128" y="711199"/>
                  </a:lnTo>
                  <a:lnTo>
                    <a:pt x="4633849" y="723899"/>
                  </a:lnTo>
                  <a:lnTo>
                    <a:pt x="4646142" y="736599"/>
                  </a:lnTo>
                  <a:lnTo>
                    <a:pt x="4647898" y="749299"/>
                  </a:lnTo>
                  <a:lnTo>
                    <a:pt x="4701286" y="749299"/>
                  </a:lnTo>
                  <a:lnTo>
                    <a:pt x="4721379" y="774699"/>
                  </a:lnTo>
                  <a:lnTo>
                    <a:pt x="4767443" y="774699"/>
                  </a:lnTo>
                  <a:lnTo>
                    <a:pt x="4757594" y="761999"/>
                  </a:lnTo>
                  <a:lnTo>
                    <a:pt x="4730863" y="749299"/>
                  </a:lnTo>
                  <a:lnTo>
                    <a:pt x="4678807" y="723899"/>
                  </a:lnTo>
                  <a:lnTo>
                    <a:pt x="4656328" y="723899"/>
                  </a:lnTo>
                  <a:lnTo>
                    <a:pt x="4622607" y="711199"/>
                  </a:lnTo>
                  <a:lnTo>
                    <a:pt x="4521327" y="660399"/>
                  </a:lnTo>
                  <a:close/>
                </a:path>
                <a:path w="12192000" h="6845300">
                  <a:moveTo>
                    <a:pt x="5241163" y="342900"/>
                  </a:moveTo>
                  <a:lnTo>
                    <a:pt x="5299131" y="368299"/>
                  </a:lnTo>
                  <a:lnTo>
                    <a:pt x="5343055" y="393699"/>
                  </a:lnTo>
                  <a:lnTo>
                    <a:pt x="5380499" y="419099"/>
                  </a:lnTo>
                  <a:lnTo>
                    <a:pt x="5419028" y="431799"/>
                  </a:lnTo>
                  <a:lnTo>
                    <a:pt x="5466207" y="457199"/>
                  </a:lnTo>
                  <a:lnTo>
                    <a:pt x="5496413" y="469899"/>
                  </a:lnTo>
                  <a:lnTo>
                    <a:pt x="5548395" y="507999"/>
                  </a:lnTo>
                  <a:lnTo>
                    <a:pt x="5578602" y="520699"/>
                  </a:lnTo>
                  <a:lnTo>
                    <a:pt x="5619675" y="558799"/>
                  </a:lnTo>
                  <a:lnTo>
                    <a:pt x="5664669" y="584199"/>
                  </a:lnTo>
                  <a:lnTo>
                    <a:pt x="5807494" y="660399"/>
                  </a:lnTo>
                  <a:lnTo>
                    <a:pt x="5852488" y="685799"/>
                  </a:lnTo>
                  <a:lnTo>
                    <a:pt x="5893562" y="711199"/>
                  </a:lnTo>
                  <a:lnTo>
                    <a:pt x="5884078" y="711199"/>
                  </a:lnTo>
                  <a:lnTo>
                    <a:pt x="5885132" y="723899"/>
                  </a:lnTo>
                  <a:lnTo>
                    <a:pt x="5893562" y="723899"/>
                  </a:lnTo>
                  <a:lnTo>
                    <a:pt x="5906206" y="749299"/>
                  </a:lnTo>
                  <a:lnTo>
                    <a:pt x="5910421" y="761999"/>
                  </a:lnTo>
                  <a:lnTo>
                    <a:pt x="5906206" y="774699"/>
                  </a:lnTo>
                  <a:lnTo>
                    <a:pt x="6107998" y="774699"/>
                  </a:lnTo>
                  <a:lnTo>
                    <a:pt x="6038285" y="736599"/>
                  </a:lnTo>
                  <a:lnTo>
                    <a:pt x="5943216" y="685799"/>
                  </a:lnTo>
                  <a:lnTo>
                    <a:pt x="5893562" y="660399"/>
                  </a:lnTo>
                  <a:lnTo>
                    <a:pt x="5847852" y="634999"/>
                  </a:lnTo>
                  <a:lnTo>
                    <a:pt x="5801219" y="622299"/>
                  </a:lnTo>
                  <a:lnTo>
                    <a:pt x="5708144" y="571499"/>
                  </a:lnTo>
                  <a:lnTo>
                    <a:pt x="5663185" y="546099"/>
                  </a:lnTo>
                  <a:lnTo>
                    <a:pt x="5620267" y="520699"/>
                  </a:lnTo>
                  <a:lnTo>
                    <a:pt x="5580130" y="507999"/>
                  </a:lnTo>
                  <a:lnTo>
                    <a:pt x="5543515" y="482599"/>
                  </a:lnTo>
                  <a:lnTo>
                    <a:pt x="5511165" y="457199"/>
                  </a:lnTo>
                  <a:lnTo>
                    <a:pt x="5486909" y="444499"/>
                  </a:lnTo>
                  <a:lnTo>
                    <a:pt x="5452094" y="419099"/>
                  </a:lnTo>
                  <a:lnTo>
                    <a:pt x="5413063" y="393699"/>
                  </a:lnTo>
                  <a:lnTo>
                    <a:pt x="5409882" y="393699"/>
                  </a:lnTo>
                  <a:lnTo>
                    <a:pt x="5376164" y="368299"/>
                  </a:lnTo>
                  <a:lnTo>
                    <a:pt x="5336121" y="368299"/>
                  </a:lnTo>
                  <a:lnTo>
                    <a:pt x="5314330" y="355599"/>
                  </a:lnTo>
                  <a:lnTo>
                    <a:pt x="5284087" y="355599"/>
                  </a:lnTo>
                  <a:lnTo>
                    <a:pt x="5241163" y="342900"/>
                  </a:lnTo>
                  <a:close/>
                </a:path>
                <a:path w="12192000" h="6845300">
                  <a:moveTo>
                    <a:pt x="6950836" y="711199"/>
                  </a:moveTo>
                  <a:lnTo>
                    <a:pt x="6925845" y="711199"/>
                  </a:lnTo>
                  <a:lnTo>
                    <a:pt x="6936740" y="723899"/>
                  </a:lnTo>
                  <a:lnTo>
                    <a:pt x="6960302" y="749299"/>
                  </a:lnTo>
                  <a:lnTo>
                    <a:pt x="7001414" y="749299"/>
                  </a:lnTo>
                  <a:lnTo>
                    <a:pt x="6950836" y="711199"/>
                  </a:lnTo>
                  <a:close/>
                </a:path>
                <a:path w="12192000" h="6845300">
                  <a:moveTo>
                    <a:pt x="7063232" y="634999"/>
                  </a:moveTo>
                  <a:lnTo>
                    <a:pt x="6998604" y="634999"/>
                  </a:lnTo>
                  <a:lnTo>
                    <a:pt x="7009493" y="647699"/>
                  </a:lnTo>
                  <a:lnTo>
                    <a:pt x="7018274" y="660399"/>
                  </a:lnTo>
                  <a:lnTo>
                    <a:pt x="7132192" y="660399"/>
                  </a:lnTo>
                  <a:lnTo>
                    <a:pt x="7125160" y="647699"/>
                  </a:lnTo>
                  <a:lnTo>
                    <a:pt x="7102643" y="647699"/>
                  </a:lnTo>
                  <a:lnTo>
                    <a:pt x="7063232" y="634999"/>
                  </a:lnTo>
                  <a:close/>
                </a:path>
                <a:path w="12192000" h="6845300">
                  <a:moveTo>
                    <a:pt x="2429383" y="520699"/>
                  </a:moveTo>
                  <a:lnTo>
                    <a:pt x="2450125" y="558799"/>
                  </a:lnTo>
                  <a:lnTo>
                    <a:pt x="2477214" y="584199"/>
                  </a:lnTo>
                  <a:lnTo>
                    <a:pt x="2508517" y="596899"/>
                  </a:lnTo>
                  <a:lnTo>
                    <a:pt x="2541905" y="622299"/>
                  </a:lnTo>
                  <a:lnTo>
                    <a:pt x="2522235" y="622299"/>
                  </a:lnTo>
                  <a:lnTo>
                    <a:pt x="2526099" y="634999"/>
                  </a:lnTo>
                  <a:lnTo>
                    <a:pt x="3104261" y="634999"/>
                  </a:lnTo>
                  <a:lnTo>
                    <a:pt x="3067964" y="609599"/>
                  </a:lnTo>
                  <a:lnTo>
                    <a:pt x="3047590" y="596899"/>
                  </a:lnTo>
                  <a:lnTo>
                    <a:pt x="2541905" y="596899"/>
                  </a:lnTo>
                  <a:lnTo>
                    <a:pt x="2521162" y="571499"/>
                  </a:lnTo>
                  <a:lnTo>
                    <a:pt x="2494073" y="558799"/>
                  </a:lnTo>
                  <a:lnTo>
                    <a:pt x="2462770" y="546099"/>
                  </a:lnTo>
                  <a:lnTo>
                    <a:pt x="2429383" y="520699"/>
                  </a:lnTo>
                  <a:close/>
                </a:path>
                <a:path w="12192000" h="6845300">
                  <a:moveTo>
                    <a:pt x="3551989" y="596899"/>
                  </a:moveTo>
                  <a:lnTo>
                    <a:pt x="3507734" y="596899"/>
                  </a:lnTo>
                  <a:lnTo>
                    <a:pt x="3537251" y="609599"/>
                  </a:lnTo>
                  <a:lnTo>
                    <a:pt x="3575222" y="622299"/>
                  </a:lnTo>
                  <a:lnTo>
                    <a:pt x="3621659" y="634999"/>
                  </a:lnTo>
                  <a:lnTo>
                    <a:pt x="3604023" y="622299"/>
                  </a:lnTo>
                  <a:lnTo>
                    <a:pt x="3582209" y="609599"/>
                  </a:lnTo>
                  <a:lnTo>
                    <a:pt x="3551989" y="596899"/>
                  </a:lnTo>
                  <a:close/>
                </a:path>
                <a:path w="12192000" h="6845300">
                  <a:moveTo>
                    <a:pt x="5473860" y="622299"/>
                  </a:moveTo>
                  <a:lnTo>
                    <a:pt x="5388107" y="622299"/>
                  </a:lnTo>
                  <a:lnTo>
                    <a:pt x="5353685" y="634999"/>
                  </a:lnTo>
                  <a:lnTo>
                    <a:pt x="5533644" y="634999"/>
                  </a:lnTo>
                  <a:lnTo>
                    <a:pt x="5473860" y="622299"/>
                  </a:lnTo>
                  <a:close/>
                </a:path>
                <a:path w="12192000" h="6845300">
                  <a:moveTo>
                    <a:pt x="472389" y="139700"/>
                  </a:moveTo>
                  <a:lnTo>
                    <a:pt x="447078" y="152400"/>
                  </a:lnTo>
                  <a:lnTo>
                    <a:pt x="438642" y="152400"/>
                  </a:lnTo>
                  <a:lnTo>
                    <a:pt x="447078" y="177800"/>
                  </a:lnTo>
                  <a:lnTo>
                    <a:pt x="472389" y="190500"/>
                  </a:lnTo>
                  <a:lnTo>
                    <a:pt x="494880" y="215900"/>
                  </a:lnTo>
                  <a:lnTo>
                    <a:pt x="529103" y="241300"/>
                  </a:lnTo>
                  <a:lnTo>
                    <a:pt x="564341" y="279400"/>
                  </a:lnTo>
                  <a:lnTo>
                    <a:pt x="600673" y="304800"/>
                  </a:lnTo>
                  <a:lnTo>
                    <a:pt x="638177" y="342900"/>
                  </a:lnTo>
                  <a:lnTo>
                    <a:pt x="676931" y="368299"/>
                  </a:lnTo>
                  <a:lnTo>
                    <a:pt x="717013" y="406399"/>
                  </a:lnTo>
                  <a:lnTo>
                    <a:pt x="758501" y="431799"/>
                  </a:lnTo>
                  <a:lnTo>
                    <a:pt x="801473" y="469899"/>
                  </a:lnTo>
                  <a:lnTo>
                    <a:pt x="846006" y="495299"/>
                  </a:lnTo>
                  <a:lnTo>
                    <a:pt x="892180" y="533399"/>
                  </a:lnTo>
                  <a:lnTo>
                    <a:pt x="940073" y="558799"/>
                  </a:lnTo>
                  <a:lnTo>
                    <a:pt x="989761" y="596899"/>
                  </a:lnTo>
                  <a:lnTo>
                    <a:pt x="2339467" y="596899"/>
                  </a:lnTo>
                  <a:lnTo>
                    <a:pt x="1859145" y="317500"/>
                  </a:lnTo>
                  <a:lnTo>
                    <a:pt x="854786" y="317500"/>
                  </a:lnTo>
                  <a:lnTo>
                    <a:pt x="807830" y="304800"/>
                  </a:lnTo>
                  <a:lnTo>
                    <a:pt x="719032" y="279400"/>
                  </a:lnTo>
                  <a:lnTo>
                    <a:pt x="675617" y="254000"/>
                  </a:lnTo>
                  <a:lnTo>
                    <a:pt x="586820" y="228600"/>
                  </a:lnTo>
                  <a:lnTo>
                    <a:pt x="539864" y="215900"/>
                  </a:lnTo>
                  <a:lnTo>
                    <a:pt x="535647" y="190500"/>
                  </a:lnTo>
                  <a:lnTo>
                    <a:pt x="522995" y="177800"/>
                  </a:lnTo>
                  <a:lnTo>
                    <a:pt x="501909" y="165100"/>
                  </a:lnTo>
                  <a:lnTo>
                    <a:pt x="472389" y="139700"/>
                  </a:lnTo>
                  <a:close/>
                </a:path>
                <a:path w="12192000" h="6845300">
                  <a:moveTo>
                    <a:pt x="2742134" y="444499"/>
                  </a:moveTo>
                  <a:lnTo>
                    <a:pt x="2561147" y="444499"/>
                  </a:lnTo>
                  <a:lnTo>
                    <a:pt x="2658921" y="469899"/>
                  </a:lnTo>
                  <a:lnTo>
                    <a:pt x="2685272" y="495299"/>
                  </a:lnTo>
                  <a:lnTo>
                    <a:pt x="2707407" y="507999"/>
                  </a:lnTo>
                  <a:lnTo>
                    <a:pt x="2744343" y="520699"/>
                  </a:lnTo>
                  <a:lnTo>
                    <a:pt x="2726761" y="546099"/>
                  </a:lnTo>
                  <a:lnTo>
                    <a:pt x="2688082" y="558799"/>
                  </a:lnTo>
                  <a:lnTo>
                    <a:pt x="2597918" y="558799"/>
                  </a:lnTo>
                  <a:lnTo>
                    <a:pt x="2609368" y="571499"/>
                  </a:lnTo>
                  <a:lnTo>
                    <a:pt x="2614961" y="571499"/>
                  </a:lnTo>
                  <a:lnTo>
                    <a:pt x="2603019" y="584199"/>
                  </a:lnTo>
                  <a:lnTo>
                    <a:pt x="2586863" y="596899"/>
                  </a:lnTo>
                  <a:lnTo>
                    <a:pt x="3047590" y="596899"/>
                  </a:lnTo>
                  <a:lnTo>
                    <a:pt x="3027216" y="584199"/>
                  </a:lnTo>
                  <a:lnTo>
                    <a:pt x="2982962" y="558799"/>
                  </a:lnTo>
                  <a:lnTo>
                    <a:pt x="2936145" y="533399"/>
                  </a:lnTo>
                  <a:lnTo>
                    <a:pt x="2887710" y="520699"/>
                  </a:lnTo>
                  <a:lnTo>
                    <a:pt x="2789760" y="469899"/>
                  </a:lnTo>
                  <a:lnTo>
                    <a:pt x="2742134" y="444499"/>
                  </a:lnTo>
                  <a:close/>
                </a:path>
                <a:path w="12192000" h="6845300">
                  <a:moveTo>
                    <a:pt x="2826099" y="254000"/>
                  </a:moveTo>
                  <a:lnTo>
                    <a:pt x="2793164" y="254000"/>
                  </a:lnTo>
                  <a:lnTo>
                    <a:pt x="2808970" y="266700"/>
                  </a:lnTo>
                  <a:lnTo>
                    <a:pt x="2820560" y="279400"/>
                  </a:lnTo>
                  <a:lnTo>
                    <a:pt x="2834259" y="279400"/>
                  </a:lnTo>
                  <a:lnTo>
                    <a:pt x="2918749" y="330200"/>
                  </a:lnTo>
                  <a:lnTo>
                    <a:pt x="3049321" y="406399"/>
                  </a:lnTo>
                  <a:lnTo>
                    <a:pt x="3093378" y="419099"/>
                  </a:lnTo>
                  <a:lnTo>
                    <a:pt x="3312124" y="546099"/>
                  </a:lnTo>
                  <a:lnTo>
                    <a:pt x="3396615" y="596899"/>
                  </a:lnTo>
                  <a:lnTo>
                    <a:pt x="3469146" y="596899"/>
                  </a:lnTo>
                  <a:lnTo>
                    <a:pt x="3429335" y="571499"/>
                  </a:lnTo>
                  <a:lnTo>
                    <a:pt x="3351657" y="520699"/>
                  </a:lnTo>
                  <a:lnTo>
                    <a:pt x="3397710" y="520699"/>
                  </a:lnTo>
                  <a:lnTo>
                    <a:pt x="3376263" y="507999"/>
                  </a:lnTo>
                  <a:lnTo>
                    <a:pt x="3329178" y="482599"/>
                  </a:lnTo>
                  <a:lnTo>
                    <a:pt x="3261741" y="482599"/>
                  </a:lnTo>
                  <a:lnTo>
                    <a:pt x="3216735" y="457199"/>
                  </a:lnTo>
                  <a:lnTo>
                    <a:pt x="3167516" y="431799"/>
                  </a:lnTo>
                  <a:lnTo>
                    <a:pt x="3064875" y="380999"/>
                  </a:lnTo>
                  <a:lnTo>
                    <a:pt x="3015669" y="355599"/>
                  </a:lnTo>
                  <a:lnTo>
                    <a:pt x="2970686" y="330200"/>
                  </a:lnTo>
                  <a:lnTo>
                    <a:pt x="2932034" y="304800"/>
                  </a:lnTo>
                  <a:lnTo>
                    <a:pt x="2901823" y="279400"/>
                  </a:lnTo>
                  <a:lnTo>
                    <a:pt x="2854684" y="266700"/>
                  </a:lnTo>
                  <a:lnTo>
                    <a:pt x="2826099" y="254000"/>
                  </a:lnTo>
                  <a:close/>
                </a:path>
                <a:path w="12192000" h="6845300">
                  <a:moveTo>
                    <a:pt x="3397710" y="520699"/>
                  </a:moveTo>
                  <a:lnTo>
                    <a:pt x="3351657" y="520699"/>
                  </a:lnTo>
                  <a:lnTo>
                    <a:pt x="3394932" y="546099"/>
                  </a:lnTo>
                  <a:lnTo>
                    <a:pt x="3427634" y="558799"/>
                  </a:lnTo>
                  <a:lnTo>
                    <a:pt x="3456098" y="571499"/>
                  </a:lnTo>
                  <a:lnTo>
                    <a:pt x="3486658" y="596899"/>
                  </a:lnTo>
                  <a:lnTo>
                    <a:pt x="3509137" y="596899"/>
                  </a:lnTo>
                  <a:lnTo>
                    <a:pt x="3462051" y="558799"/>
                  </a:lnTo>
                  <a:lnTo>
                    <a:pt x="3397710" y="520699"/>
                  </a:lnTo>
                  <a:close/>
                </a:path>
                <a:path w="12192000" h="6845300">
                  <a:moveTo>
                    <a:pt x="5080936" y="533399"/>
                  </a:moveTo>
                  <a:lnTo>
                    <a:pt x="5044013" y="533399"/>
                  </a:lnTo>
                  <a:lnTo>
                    <a:pt x="5038725" y="546099"/>
                  </a:lnTo>
                  <a:lnTo>
                    <a:pt x="5050315" y="571499"/>
                  </a:lnTo>
                  <a:lnTo>
                    <a:pt x="5047154" y="584199"/>
                  </a:lnTo>
                  <a:lnTo>
                    <a:pt x="5022919" y="596899"/>
                  </a:lnTo>
                  <a:lnTo>
                    <a:pt x="5362114" y="596899"/>
                  </a:lnTo>
                  <a:lnTo>
                    <a:pt x="5375110" y="584199"/>
                  </a:lnTo>
                  <a:lnTo>
                    <a:pt x="5398643" y="571499"/>
                  </a:lnTo>
                  <a:lnTo>
                    <a:pt x="5308679" y="546099"/>
                  </a:lnTo>
                  <a:lnTo>
                    <a:pt x="5130504" y="546099"/>
                  </a:lnTo>
                  <a:lnTo>
                    <a:pt x="5080936" y="533399"/>
                  </a:lnTo>
                  <a:close/>
                </a:path>
                <a:path w="12192000" h="6845300">
                  <a:moveTo>
                    <a:pt x="5803519" y="482599"/>
                  </a:moveTo>
                  <a:lnTo>
                    <a:pt x="5736082" y="482599"/>
                  </a:lnTo>
                  <a:lnTo>
                    <a:pt x="5774068" y="507999"/>
                  </a:lnTo>
                  <a:lnTo>
                    <a:pt x="5769848" y="520699"/>
                  </a:lnTo>
                  <a:lnTo>
                    <a:pt x="5691124" y="520699"/>
                  </a:lnTo>
                  <a:lnTo>
                    <a:pt x="5718873" y="546099"/>
                  </a:lnTo>
                  <a:lnTo>
                    <a:pt x="5744527" y="558799"/>
                  </a:lnTo>
                  <a:lnTo>
                    <a:pt x="5782849" y="571499"/>
                  </a:lnTo>
                  <a:lnTo>
                    <a:pt x="5848604" y="596899"/>
                  </a:lnTo>
                  <a:lnTo>
                    <a:pt x="5854574" y="584199"/>
                  </a:lnTo>
                  <a:lnTo>
                    <a:pt x="5845794" y="558799"/>
                  </a:lnTo>
                  <a:lnTo>
                    <a:pt x="5832798" y="558799"/>
                  </a:lnTo>
                  <a:lnTo>
                    <a:pt x="5826125" y="546099"/>
                  </a:lnTo>
                  <a:lnTo>
                    <a:pt x="5920986" y="546099"/>
                  </a:lnTo>
                  <a:lnTo>
                    <a:pt x="5900735" y="533399"/>
                  </a:lnTo>
                  <a:lnTo>
                    <a:pt x="5854834" y="507999"/>
                  </a:lnTo>
                  <a:lnTo>
                    <a:pt x="5803519" y="482599"/>
                  </a:lnTo>
                  <a:close/>
                </a:path>
                <a:path w="12192000" h="6845300">
                  <a:moveTo>
                    <a:pt x="4850336" y="558799"/>
                  </a:moveTo>
                  <a:lnTo>
                    <a:pt x="4805378" y="558799"/>
                  </a:lnTo>
                  <a:lnTo>
                    <a:pt x="4828911" y="571499"/>
                  </a:lnTo>
                  <a:lnTo>
                    <a:pt x="4864736" y="571499"/>
                  </a:lnTo>
                  <a:lnTo>
                    <a:pt x="4850336" y="558799"/>
                  </a:lnTo>
                  <a:close/>
                </a:path>
                <a:path w="12192000" h="6845300">
                  <a:moveTo>
                    <a:pt x="2649402" y="546099"/>
                  </a:moveTo>
                  <a:lnTo>
                    <a:pt x="2561320" y="546099"/>
                  </a:lnTo>
                  <a:lnTo>
                    <a:pt x="2580174" y="558799"/>
                  </a:lnTo>
                  <a:lnTo>
                    <a:pt x="2688082" y="558799"/>
                  </a:lnTo>
                  <a:lnTo>
                    <a:pt x="2649402" y="546099"/>
                  </a:lnTo>
                  <a:close/>
                </a:path>
                <a:path w="12192000" h="6845300">
                  <a:moveTo>
                    <a:pt x="4822237" y="533399"/>
                  </a:moveTo>
                  <a:lnTo>
                    <a:pt x="4752341" y="533399"/>
                  </a:lnTo>
                  <a:lnTo>
                    <a:pt x="4768850" y="546099"/>
                  </a:lnTo>
                  <a:lnTo>
                    <a:pt x="4786060" y="558799"/>
                  </a:lnTo>
                  <a:lnTo>
                    <a:pt x="4840150" y="558799"/>
                  </a:lnTo>
                  <a:lnTo>
                    <a:pt x="4832423" y="546099"/>
                  </a:lnTo>
                  <a:lnTo>
                    <a:pt x="4822237" y="533399"/>
                  </a:lnTo>
                  <a:close/>
                </a:path>
                <a:path w="12192000" h="6845300">
                  <a:moveTo>
                    <a:pt x="2578473" y="533399"/>
                  </a:moveTo>
                  <a:lnTo>
                    <a:pt x="2541016" y="533399"/>
                  </a:lnTo>
                  <a:lnTo>
                    <a:pt x="2546539" y="546099"/>
                  </a:lnTo>
                  <a:lnTo>
                    <a:pt x="2631821" y="546099"/>
                  </a:lnTo>
                  <a:lnTo>
                    <a:pt x="2578473" y="533399"/>
                  </a:lnTo>
                  <a:close/>
                </a:path>
                <a:path w="12192000" h="6845300">
                  <a:moveTo>
                    <a:pt x="5128768" y="482599"/>
                  </a:moveTo>
                  <a:lnTo>
                    <a:pt x="5145276" y="507999"/>
                  </a:lnTo>
                  <a:lnTo>
                    <a:pt x="5159676" y="520699"/>
                  </a:lnTo>
                  <a:lnTo>
                    <a:pt x="5169862" y="533399"/>
                  </a:lnTo>
                  <a:lnTo>
                    <a:pt x="5173726" y="546099"/>
                  </a:lnTo>
                  <a:lnTo>
                    <a:pt x="5308679" y="546099"/>
                  </a:lnTo>
                  <a:lnTo>
                    <a:pt x="5173735" y="507999"/>
                  </a:lnTo>
                  <a:lnTo>
                    <a:pt x="5128768" y="482599"/>
                  </a:lnTo>
                  <a:close/>
                </a:path>
                <a:path w="12192000" h="6845300">
                  <a:moveTo>
                    <a:pt x="4723892" y="520699"/>
                  </a:moveTo>
                  <a:lnTo>
                    <a:pt x="4727755" y="533399"/>
                  </a:lnTo>
                  <a:lnTo>
                    <a:pt x="4740751" y="533399"/>
                  </a:lnTo>
                  <a:lnTo>
                    <a:pt x="4723892" y="520699"/>
                  </a:lnTo>
                  <a:close/>
                </a:path>
                <a:path w="12192000" h="6845300">
                  <a:moveTo>
                    <a:pt x="4791329" y="520699"/>
                  </a:moveTo>
                  <a:lnTo>
                    <a:pt x="4774469" y="533399"/>
                  </a:lnTo>
                  <a:lnTo>
                    <a:pt x="4807837" y="533399"/>
                  </a:lnTo>
                  <a:lnTo>
                    <a:pt x="4791329" y="520699"/>
                  </a:lnTo>
                  <a:close/>
                </a:path>
                <a:path w="12192000" h="6845300">
                  <a:moveTo>
                    <a:pt x="1844548" y="228600"/>
                  </a:moveTo>
                  <a:lnTo>
                    <a:pt x="1889922" y="254000"/>
                  </a:lnTo>
                  <a:lnTo>
                    <a:pt x="1932189" y="279400"/>
                  </a:lnTo>
                  <a:lnTo>
                    <a:pt x="1972293" y="304800"/>
                  </a:lnTo>
                  <a:lnTo>
                    <a:pt x="2049795" y="355599"/>
                  </a:lnTo>
                  <a:lnTo>
                    <a:pt x="2089085" y="380999"/>
                  </a:lnTo>
                  <a:lnTo>
                    <a:pt x="2129996" y="393699"/>
                  </a:lnTo>
                  <a:lnTo>
                    <a:pt x="2173471" y="419099"/>
                  </a:lnTo>
                  <a:lnTo>
                    <a:pt x="2220458" y="444499"/>
                  </a:lnTo>
                  <a:lnTo>
                    <a:pt x="2271903" y="457199"/>
                  </a:lnTo>
                  <a:lnTo>
                    <a:pt x="2306046" y="469899"/>
                  </a:lnTo>
                  <a:lnTo>
                    <a:pt x="2342260" y="495299"/>
                  </a:lnTo>
                  <a:lnTo>
                    <a:pt x="2382666" y="507999"/>
                  </a:lnTo>
                  <a:lnTo>
                    <a:pt x="2429383" y="520699"/>
                  </a:lnTo>
                  <a:lnTo>
                    <a:pt x="2395662" y="507999"/>
                  </a:lnTo>
                  <a:lnTo>
                    <a:pt x="2294382" y="457199"/>
                  </a:lnTo>
                  <a:lnTo>
                    <a:pt x="2264795" y="444499"/>
                  </a:lnTo>
                  <a:lnTo>
                    <a:pt x="2230347" y="419099"/>
                  </a:lnTo>
                  <a:lnTo>
                    <a:pt x="2191577" y="393699"/>
                  </a:lnTo>
                  <a:lnTo>
                    <a:pt x="2149024" y="380999"/>
                  </a:lnTo>
                  <a:lnTo>
                    <a:pt x="2103231" y="355599"/>
                  </a:lnTo>
                  <a:lnTo>
                    <a:pt x="2054736" y="330200"/>
                  </a:lnTo>
                  <a:lnTo>
                    <a:pt x="2004079" y="304800"/>
                  </a:lnTo>
                  <a:lnTo>
                    <a:pt x="1844548" y="228600"/>
                  </a:lnTo>
                  <a:close/>
                </a:path>
                <a:path w="12192000" h="6845300">
                  <a:moveTo>
                    <a:pt x="2831512" y="457199"/>
                  </a:moveTo>
                  <a:lnTo>
                    <a:pt x="2810980" y="457199"/>
                  </a:lnTo>
                  <a:lnTo>
                    <a:pt x="2807938" y="469899"/>
                  </a:lnTo>
                  <a:lnTo>
                    <a:pt x="2834259" y="482599"/>
                  </a:lnTo>
                  <a:lnTo>
                    <a:pt x="2874373" y="495299"/>
                  </a:lnTo>
                  <a:lnTo>
                    <a:pt x="2918666" y="507999"/>
                  </a:lnTo>
                  <a:lnTo>
                    <a:pt x="2969260" y="507999"/>
                  </a:lnTo>
                  <a:lnTo>
                    <a:pt x="3012606" y="495299"/>
                  </a:lnTo>
                  <a:lnTo>
                    <a:pt x="3140041" y="495299"/>
                  </a:lnTo>
                  <a:lnTo>
                    <a:pt x="3115310" y="482599"/>
                  </a:lnTo>
                  <a:lnTo>
                    <a:pt x="3064675" y="469899"/>
                  </a:lnTo>
                  <a:lnTo>
                    <a:pt x="2857664" y="469899"/>
                  </a:lnTo>
                  <a:lnTo>
                    <a:pt x="2831512" y="457199"/>
                  </a:lnTo>
                  <a:close/>
                </a:path>
                <a:path w="12192000" h="6845300">
                  <a:moveTo>
                    <a:pt x="6883273" y="342900"/>
                  </a:moveTo>
                  <a:lnTo>
                    <a:pt x="6903930" y="368299"/>
                  </a:lnTo>
                  <a:lnTo>
                    <a:pt x="6941123" y="393699"/>
                  </a:lnTo>
                  <a:lnTo>
                    <a:pt x="6986582" y="419099"/>
                  </a:lnTo>
                  <a:lnTo>
                    <a:pt x="7032039" y="431799"/>
                  </a:lnTo>
                  <a:lnTo>
                    <a:pt x="7069226" y="457199"/>
                  </a:lnTo>
                  <a:lnTo>
                    <a:pt x="7089872" y="482599"/>
                  </a:lnTo>
                  <a:lnTo>
                    <a:pt x="7085710" y="507999"/>
                  </a:lnTo>
                  <a:lnTo>
                    <a:pt x="7230195" y="507999"/>
                  </a:lnTo>
                  <a:lnTo>
                    <a:pt x="7209472" y="495299"/>
                  </a:lnTo>
                  <a:lnTo>
                    <a:pt x="7168026" y="482599"/>
                  </a:lnTo>
                  <a:lnTo>
                    <a:pt x="7130796" y="457199"/>
                  </a:lnTo>
                  <a:lnTo>
                    <a:pt x="7079121" y="444499"/>
                  </a:lnTo>
                  <a:lnTo>
                    <a:pt x="7030701" y="419099"/>
                  </a:lnTo>
                  <a:lnTo>
                    <a:pt x="6983367" y="393699"/>
                  </a:lnTo>
                  <a:lnTo>
                    <a:pt x="6934947" y="368299"/>
                  </a:lnTo>
                  <a:lnTo>
                    <a:pt x="6883273" y="342900"/>
                  </a:lnTo>
                  <a:close/>
                </a:path>
                <a:path w="12192000" h="6845300">
                  <a:moveTo>
                    <a:pt x="3216656" y="431799"/>
                  </a:moveTo>
                  <a:lnTo>
                    <a:pt x="3194177" y="431799"/>
                  </a:lnTo>
                  <a:lnTo>
                    <a:pt x="3224105" y="444499"/>
                  </a:lnTo>
                  <a:lnTo>
                    <a:pt x="3247675" y="457199"/>
                  </a:lnTo>
                  <a:lnTo>
                    <a:pt x="3267007" y="469899"/>
                  </a:lnTo>
                  <a:lnTo>
                    <a:pt x="3284220" y="482599"/>
                  </a:lnTo>
                  <a:lnTo>
                    <a:pt x="3329178" y="482599"/>
                  </a:lnTo>
                  <a:lnTo>
                    <a:pt x="3298969" y="469899"/>
                  </a:lnTo>
                  <a:lnTo>
                    <a:pt x="3246935" y="444499"/>
                  </a:lnTo>
                  <a:lnTo>
                    <a:pt x="3216656" y="431799"/>
                  </a:lnTo>
                  <a:close/>
                </a:path>
                <a:path w="12192000" h="6845300">
                  <a:moveTo>
                    <a:pt x="5743457" y="457199"/>
                  </a:moveTo>
                  <a:lnTo>
                    <a:pt x="5691826" y="457199"/>
                  </a:lnTo>
                  <a:lnTo>
                    <a:pt x="5691124" y="469899"/>
                  </a:lnTo>
                  <a:lnTo>
                    <a:pt x="5707280" y="482599"/>
                  </a:lnTo>
                  <a:lnTo>
                    <a:pt x="5786308" y="482599"/>
                  </a:lnTo>
                  <a:lnTo>
                    <a:pt x="5766990" y="469899"/>
                  </a:lnTo>
                  <a:lnTo>
                    <a:pt x="5743457" y="457199"/>
                  </a:lnTo>
                  <a:close/>
                </a:path>
                <a:path w="12192000" h="6845300">
                  <a:moveTo>
                    <a:pt x="2901823" y="431799"/>
                  </a:moveTo>
                  <a:lnTo>
                    <a:pt x="2851134" y="431799"/>
                  </a:lnTo>
                  <a:lnTo>
                    <a:pt x="2856791" y="444499"/>
                  </a:lnTo>
                  <a:lnTo>
                    <a:pt x="2879344" y="457199"/>
                  </a:lnTo>
                  <a:lnTo>
                    <a:pt x="2877565" y="469899"/>
                  </a:lnTo>
                  <a:lnTo>
                    <a:pt x="3012476" y="469899"/>
                  </a:lnTo>
                  <a:lnTo>
                    <a:pt x="2958322" y="457199"/>
                  </a:lnTo>
                  <a:lnTo>
                    <a:pt x="2904984" y="457199"/>
                  </a:lnTo>
                  <a:lnTo>
                    <a:pt x="2910252" y="444499"/>
                  </a:lnTo>
                  <a:lnTo>
                    <a:pt x="2911306" y="444499"/>
                  </a:lnTo>
                  <a:lnTo>
                    <a:pt x="2901823" y="431799"/>
                  </a:lnTo>
                  <a:close/>
                </a:path>
                <a:path w="12192000" h="6845300">
                  <a:moveTo>
                    <a:pt x="2384425" y="368299"/>
                  </a:moveTo>
                  <a:lnTo>
                    <a:pt x="2411823" y="393699"/>
                  </a:lnTo>
                  <a:lnTo>
                    <a:pt x="2435018" y="419099"/>
                  </a:lnTo>
                  <a:lnTo>
                    <a:pt x="2466667" y="444499"/>
                  </a:lnTo>
                  <a:lnTo>
                    <a:pt x="2519426" y="457199"/>
                  </a:lnTo>
                  <a:lnTo>
                    <a:pt x="2535251" y="457199"/>
                  </a:lnTo>
                  <a:lnTo>
                    <a:pt x="2538128" y="444499"/>
                  </a:lnTo>
                  <a:lnTo>
                    <a:pt x="2742134" y="444499"/>
                  </a:lnTo>
                  <a:lnTo>
                    <a:pt x="2696666" y="419099"/>
                  </a:lnTo>
                  <a:lnTo>
                    <a:pt x="2675483" y="406399"/>
                  </a:lnTo>
                  <a:lnTo>
                    <a:pt x="2525153" y="406399"/>
                  </a:lnTo>
                  <a:lnTo>
                    <a:pt x="2466130" y="393699"/>
                  </a:lnTo>
                  <a:lnTo>
                    <a:pt x="2384425" y="368299"/>
                  </a:lnTo>
                  <a:close/>
                </a:path>
                <a:path w="12192000" h="6845300">
                  <a:moveTo>
                    <a:pt x="2887757" y="419099"/>
                  </a:moveTo>
                  <a:lnTo>
                    <a:pt x="2856738" y="419099"/>
                  </a:lnTo>
                  <a:lnTo>
                    <a:pt x="2853930" y="431799"/>
                  </a:lnTo>
                  <a:lnTo>
                    <a:pt x="2897957" y="431799"/>
                  </a:lnTo>
                  <a:lnTo>
                    <a:pt x="2887757" y="419099"/>
                  </a:lnTo>
                  <a:close/>
                </a:path>
                <a:path w="12192000" h="6845300">
                  <a:moveTo>
                    <a:pt x="2474341" y="304800"/>
                  </a:moveTo>
                  <a:lnTo>
                    <a:pt x="2479629" y="317500"/>
                  </a:lnTo>
                  <a:lnTo>
                    <a:pt x="2516552" y="342900"/>
                  </a:lnTo>
                  <a:lnTo>
                    <a:pt x="2566120" y="368299"/>
                  </a:lnTo>
                  <a:lnTo>
                    <a:pt x="2609342" y="393699"/>
                  </a:lnTo>
                  <a:lnTo>
                    <a:pt x="2592436" y="406399"/>
                  </a:lnTo>
                  <a:lnTo>
                    <a:pt x="2675483" y="406399"/>
                  </a:lnTo>
                  <a:lnTo>
                    <a:pt x="2654300" y="393699"/>
                  </a:lnTo>
                  <a:lnTo>
                    <a:pt x="2635682" y="368299"/>
                  </a:lnTo>
                  <a:lnTo>
                    <a:pt x="2589657" y="355599"/>
                  </a:lnTo>
                  <a:lnTo>
                    <a:pt x="2530963" y="330200"/>
                  </a:lnTo>
                  <a:lnTo>
                    <a:pt x="2474341" y="304800"/>
                  </a:lnTo>
                  <a:close/>
                </a:path>
                <a:path w="12192000" h="6845300">
                  <a:moveTo>
                    <a:pt x="2796676" y="304800"/>
                  </a:moveTo>
                  <a:lnTo>
                    <a:pt x="2742235" y="304800"/>
                  </a:lnTo>
                  <a:lnTo>
                    <a:pt x="2791408" y="330200"/>
                  </a:lnTo>
                  <a:lnTo>
                    <a:pt x="2811780" y="342900"/>
                  </a:lnTo>
                  <a:lnTo>
                    <a:pt x="2815996" y="355599"/>
                  </a:lnTo>
                  <a:lnTo>
                    <a:pt x="2828655" y="355599"/>
                  </a:lnTo>
                  <a:lnTo>
                    <a:pt x="2849766" y="380999"/>
                  </a:lnTo>
                  <a:lnTo>
                    <a:pt x="2879344" y="393699"/>
                  </a:lnTo>
                  <a:lnTo>
                    <a:pt x="2888474" y="393699"/>
                  </a:lnTo>
                  <a:lnTo>
                    <a:pt x="2884947" y="380999"/>
                  </a:lnTo>
                  <a:lnTo>
                    <a:pt x="2872968" y="368299"/>
                  </a:lnTo>
                  <a:lnTo>
                    <a:pt x="2856738" y="342900"/>
                  </a:lnTo>
                  <a:lnTo>
                    <a:pt x="2839527" y="330200"/>
                  </a:lnTo>
                  <a:lnTo>
                    <a:pt x="2820209" y="317500"/>
                  </a:lnTo>
                  <a:lnTo>
                    <a:pt x="2796676" y="304800"/>
                  </a:lnTo>
                  <a:close/>
                </a:path>
                <a:path w="12192000" h="6845300">
                  <a:moveTo>
                    <a:pt x="5353685" y="342900"/>
                  </a:moveTo>
                  <a:lnTo>
                    <a:pt x="5344201" y="355599"/>
                  </a:lnTo>
                  <a:lnTo>
                    <a:pt x="5345255" y="355599"/>
                  </a:lnTo>
                  <a:lnTo>
                    <a:pt x="5350523" y="368299"/>
                  </a:lnTo>
                  <a:lnTo>
                    <a:pt x="5376164" y="368299"/>
                  </a:lnTo>
                  <a:lnTo>
                    <a:pt x="5413063" y="393699"/>
                  </a:lnTo>
                  <a:lnTo>
                    <a:pt x="5443601" y="393699"/>
                  </a:lnTo>
                  <a:lnTo>
                    <a:pt x="5435873" y="380999"/>
                  </a:lnTo>
                  <a:lnTo>
                    <a:pt x="5415502" y="368299"/>
                  </a:lnTo>
                  <a:lnTo>
                    <a:pt x="5386701" y="355599"/>
                  </a:lnTo>
                  <a:lnTo>
                    <a:pt x="5353685" y="342900"/>
                  </a:lnTo>
                  <a:close/>
                </a:path>
                <a:path w="12192000" h="6845300">
                  <a:moveTo>
                    <a:pt x="404901" y="50800"/>
                  </a:moveTo>
                  <a:lnTo>
                    <a:pt x="426340" y="88900"/>
                  </a:lnTo>
                  <a:lnTo>
                    <a:pt x="458325" y="114300"/>
                  </a:lnTo>
                  <a:lnTo>
                    <a:pt x="502961" y="139700"/>
                  </a:lnTo>
                  <a:lnTo>
                    <a:pt x="562356" y="165100"/>
                  </a:lnTo>
                  <a:lnTo>
                    <a:pt x="602164" y="190500"/>
                  </a:lnTo>
                  <a:lnTo>
                    <a:pt x="643940" y="203200"/>
                  </a:lnTo>
                  <a:lnTo>
                    <a:pt x="686896" y="228600"/>
                  </a:lnTo>
                  <a:lnTo>
                    <a:pt x="730245" y="241300"/>
                  </a:lnTo>
                  <a:lnTo>
                    <a:pt x="773201" y="266700"/>
                  </a:lnTo>
                  <a:lnTo>
                    <a:pt x="814977" y="292100"/>
                  </a:lnTo>
                  <a:lnTo>
                    <a:pt x="854786" y="317500"/>
                  </a:lnTo>
                  <a:lnTo>
                    <a:pt x="1859145" y="317500"/>
                  </a:lnTo>
                  <a:lnTo>
                    <a:pt x="1684483" y="215900"/>
                  </a:lnTo>
                  <a:lnTo>
                    <a:pt x="719823" y="215900"/>
                  </a:lnTo>
                  <a:lnTo>
                    <a:pt x="702954" y="203200"/>
                  </a:lnTo>
                  <a:lnTo>
                    <a:pt x="669211" y="190500"/>
                  </a:lnTo>
                  <a:lnTo>
                    <a:pt x="652335" y="190500"/>
                  </a:lnTo>
                  <a:lnTo>
                    <a:pt x="638693" y="165100"/>
                  </a:lnTo>
                  <a:lnTo>
                    <a:pt x="603183" y="139700"/>
                  </a:lnTo>
                  <a:lnTo>
                    <a:pt x="553926" y="127000"/>
                  </a:lnTo>
                  <a:lnTo>
                    <a:pt x="499045" y="101600"/>
                  </a:lnTo>
                  <a:lnTo>
                    <a:pt x="446663" y="76200"/>
                  </a:lnTo>
                  <a:lnTo>
                    <a:pt x="404901" y="50800"/>
                  </a:lnTo>
                  <a:close/>
                </a:path>
                <a:path w="12192000" h="6845300">
                  <a:moveTo>
                    <a:pt x="2300883" y="0"/>
                  </a:moveTo>
                  <a:lnTo>
                    <a:pt x="2174102" y="0"/>
                  </a:lnTo>
                  <a:lnTo>
                    <a:pt x="2204466" y="12700"/>
                  </a:lnTo>
                  <a:lnTo>
                    <a:pt x="2215707" y="25400"/>
                  </a:lnTo>
                  <a:lnTo>
                    <a:pt x="2243820" y="38100"/>
                  </a:lnTo>
                  <a:lnTo>
                    <a:pt x="2280386" y="50800"/>
                  </a:lnTo>
                  <a:lnTo>
                    <a:pt x="2316988" y="50800"/>
                  </a:lnTo>
                  <a:lnTo>
                    <a:pt x="2372361" y="76200"/>
                  </a:lnTo>
                  <a:lnTo>
                    <a:pt x="2422750" y="101600"/>
                  </a:lnTo>
                  <a:lnTo>
                    <a:pt x="2463149" y="114300"/>
                  </a:lnTo>
                  <a:lnTo>
                    <a:pt x="2488550" y="139700"/>
                  </a:lnTo>
                  <a:lnTo>
                    <a:pt x="2493950" y="152400"/>
                  </a:lnTo>
                  <a:lnTo>
                    <a:pt x="2474341" y="165100"/>
                  </a:lnTo>
                  <a:lnTo>
                    <a:pt x="2469794" y="177800"/>
                  </a:lnTo>
                  <a:lnTo>
                    <a:pt x="2488453" y="203200"/>
                  </a:lnTo>
                  <a:lnTo>
                    <a:pt x="2528187" y="215900"/>
                  </a:lnTo>
                  <a:lnTo>
                    <a:pt x="2586863" y="228600"/>
                  </a:lnTo>
                  <a:lnTo>
                    <a:pt x="2620583" y="254000"/>
                  </a:lnTo>
                  <a:lnTo>
                    <a:pt x="2721864" y="304800"/>
                  </a:lnTo>
                  <a:lnTo>
                    <a:pt x="2766822" y="304800"/>
                  </a:lnTo>
                  <a:lnTo>
                    <a:pt x="2741533" y="279400"/>
                  </a:lnTo>
                  <a:lnTo>
                    <a:pt x="2733103" y="266700"/>
                  </a:lnTo>
                  <a:lnTo>
                    <a:pt x="2741533" y="254000"/>
                  </a:lnTo>
                  <a:lnTo>
                    <a:pt x="2826099" y="254000"/>
                  </a:lnTo>
                  <a:lnTo>
                    <a:pt x="2768931" y="228600"/>
                  </a:lnTo>
                  <a:lnTo>
                    <a:pt x="2721864" y="215900"/>
                  </a:lnTo>
                  <a:lnTo>
                    <a:pt x="2716944" y="190500"/>
                  </a:lnTo>
                  <a:lnTo>
                    <a:pt x="2699369" y="177800"/>
                  </a:lnTo>
                  <a:lnTo>
                    <a:pt x="2664910" y="152400"/>
                  </a:lnTo>
                  <a:lnTo>
                    <a:pt x="2609342" y="127000"/>
                  </a:lnTo>
                  <a:lnTo>
                    <a:pt x="2580052" y="101600"/>
                  </a:lnTo>
                  <a:lnTo>
                    <a:pt x="2543639" y="88900"/>
                  </a:lnTo>
                  <a:lnTo>
                    <a:pt x="2501422" y="76200"/>
                  </a:lnTo>
                  <a:lnTo>
                    <a:pt x="2454719" y="50800"/>
                  </a:lnTo>
                  <a:lnTo>
                    <a:pt x="2353131" y="25400"/>
                  </a:lnTo>
                  <a:lnTo>
                    <a:pt x="2300883" y="0"/>
                  </a:lnTo>
                  <a:close/>
                </a:path>
                <a:path w="12192000" h="6845300">
                  <a:moveTo>
                    <a:pt x="427393" y="12700"/>
                  </a:moveTo>
                  <a:lnTo>
                    <a:pt x="457969" y="25400"/>
                  </a:lnTo>
                  <a:lnTo>
                    <a:pt x="503308" y="38100"/>
                  </a:lnTo>
                  <a:lnTo>
                    <a:pt x="544430" y="63500"/>
                  </a:lnTo>
                  <a:lnTo>
                    <a:pt x="562356" y="76200"/>
                  </a:lnTo>
                  <a:lnTo>
                    <a:pt x="574620" y="101600"/>
                  </a:lnTo>
                  <a:lnTo>
                    <a:pt x="605379" y="114300"/>
                  </a:lnTo>
                  <a:lnTo>
                    <a:pt x="686179" y="165100"/>
                  </a:lnTo>
                  <a:lnTo>
                    <a:pt x="718118" y="177800"/>
                  </a:lnTo>
                  <a:lnTo>
                    <a:pt x="732350" y="203200"/>
                  </a:lnTo>
                  <a:lnTo>
                    <a:pt x="719823" y="215900"/>
                  </a:lnTo>
                  <a:lnTo>
                    <a:pt x="1684483" y="215900"/>
                  </a:lnTo>
                  <a:lnTo>
                    <a:pt x="1597152" y="165100"/>
                  </a:lnTo>
                  <a:lnTo>
                    <a:pt x="834051" y="165100"/>
                  </a:lnTo>
                  <a:lnTo>
                    <a:pt x="801366" y="152400"/>
                  </a:lnTo>
                  <a:lnTo>
                    <a:pt x="772896" y="152400"/>
                  </a:lnTo>
                  <a:lnTo>
                    <a:pt x="742315" y="139700"/>
                  </a:lnTo>
                  <a:lnTo>
                    <a:pt x="690638" y="127000"/>
                  </a:lnTo>
                  <a:lnTo>
                    <a:pt x="648405" y="101600"/>
                  </a:lnTo>
                  <a:lnTo>
                    <a:pt x="611286" y="88900"/>
                  </a:lnTo>
                  <a:lnTo>
                    <a:pt x="574955" y="63500"/>
                  </a:lnTo>
                  <a:lnTo>
                    <a:pt x="535081" y="50800"/>
                  </a:lnTo>
                  <a:lnTo>
                    <a:pt x="487336" y="25400"/>
                  </a:lnTo>
                  <a:lnTo>
                    <a:pt x="427393" y="12700"/>
                  </a:lnTo>
                  <a:close/>
                </a:path>
                <a:path w="12192000" h="6845300">
                  <a:moveTo>
                    <a:pt x="725043" y="0"/>
                  </a:moveTo>
                  <a:lnTo>
                    <a:pt x="646484" y="0"/>
                  </a:lnTo>
                  <a:lnTo>
                    <a:pt x="836513" y="88900"/>
                  </a:lnTo>
                  <a:lnTo>
                    <a:pt x="871661" y="114300"/>
                  </a:lnTo>
                  <a:lnTo>
                    <a:pt x="898374" y="127000"/>
                  </a:lnTo>
                  <a:lnTo>
                    <a:pt x="899782" y="139700"/>
                  </a:lnTo>
                  <a:lnTo>
                    <a:pt x="861470" y="139700"/>
                  </a:lnTo>
                  <a:lnTo>
                    <a:pt x="863226" y="152400"/>
                  </a:lnTo>
                  <a:lnTo>
                    <a:pt x="877634" y="165100"/>
                  </a:lnTo>
                  <a:lnTo>
                    <a:pt x="1579921" y="165100"/>
                  </a:lnTo>
                  <a:lnTo>
                    <a:pt x="1560560" y="152400"/>
                  </a:lnTo>
                  <a:lnTo>
                    <a:pt x="1536983" y="152400"/>
                  </a:lnTo>
                  <a:lnTo>
                    <a:pt x="1507109" y="139700"/>
                  </a:lnTo>
                  <a:lnTo>
                    <a:pt x="1482520" y="114300"/>
                  </a:lnTo>
                  <a:lnTo>
                    <a:pt x="1463898" y="101600"/>
                  </a:lnTo>
                  <a:lnTo>
                    <a:pt x="930706" y="101600"/>
                  </a:lnTo>
                  <a:lnTo>
                    <a:pt x="907157" y="88900"/>
                  </a:lnTo>
                  <a:lnTo>
                    <a:pt x="877277" y="76200"/>
                  </a:lnTo>
                  <a:lnTo>
                    <a:pt x="823656" y="50800"/>
                  </a:lnTo>
                  <a:lnTo>
                    <a:pt x="772191" y="25400"/>
                  </a:lnTo>
                  <a:lnTo>
                    <a:pt x="725043" y="0"/>
                  </a:lnTo>
                  <a:close/>
                </a:path>
                <a:path w="12192000" h="6845300">
                  <a:moveTo>
                    <a:pt x="1115594" y="0"/>
                  </a:moveTo>
                  <a:lnTo>
                    <a:pt x="980488" y="0"/>
                  </a:lnTo>
                  <a:lnTo>
                    <a:pt x="1034745" y="25400"/>
                  </a:lnTo>
                  <a:lnTo>
                    <a:pt x="1060988" y="50800"/>
                  </a:lnTo>
                  <a:lnTo>
                    <a:pt x="1057239" y="63500"/>
                  </a:lnTo>
                  <a:lnTo>
                    <a:pt x="1034743" y="63500"/>
                  </a:lnTo>
                  <a:lnTo>
                    <a:pt x="1004749" y="76200"/>
                  </a:lnTo>
                  <a:lnTo>
                    <a:pt x="978505" y="76200"/>
                  </a:lnTo>
                  <a:lnTo>
                    <a:pt x="967257" y="101600"/>
                  </a:lnTo>
                  <a:lnTo>
                    <a:pt x="1463898" y="101600"/>
                  </a:lnTo>
                  <a:lnTo>
                    <a:pt x="1445275" y="88900"/>
                  </a:lnTo>
                  <a:lnTo>
                    <a:pt x="1399577" y="76200"/>
                  </a:lnTo>
                  <a:lnTo>
                    <a:pt x="1349629" y="50800"/>
                  </a:lnTo>
                  <a:lnTo>
                    <a:pt x="1349629" y="25400"/>
                  </a:lnTo>
                  <a:lnTo>
                    <a:pt x="1330662" y="25400"/>
                  </a:lnTo>
                  <a:lnTo>
                    <a:pt x="1327150" y="12700"/>
                  </a:lnTo>
                  <a:lnTo>
                    <a:pt x="1147216" y="12700"/>
                  </a:lnTo>
                  <a:lnTo>
                    <a:pt x="1115594" y="0"/>
                  </a:lnTo>
                  <a:close/>
                </a:path>
                <a:path w="12192000" h="6845300">
                  <a:moveTo>
                    <a:pt x="1299109" y="0"/>
                  </a:moveTo>
                  <a:lnTo>
                    <a:pt x="1135112" y="0"/>
                  </a:lnTo>
                  <a:lnTo>
                    <a:pt x="1147216" y="12700"/>
                  </a:lnTo>
                  <a:lnTo>
                    <a:pt x="1327150" y="12700"/>
                  </a:lnTo>
                  <a:lnTo>
                    <a:pt x="129910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238232" y="0"/>
              <a:ext cx="571500" cy="55244"/>
            </a:xfrm>
            <a:custGeom>
              <a:avLst/>
              <a:gdLst/>
              <a:ahLst/>
              <a:cxnLst/>
              <a:rect l="l" t="t" r="r" b="b"/>
              <a:pathLst>
                <a:path w="571500" h="55244">
                  <a:moveTo>
                    <a:pt x="57150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571500" y="5486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E15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881360" y="0"/>
              <a:ext cx="571500" cy="55244"/>
            </a:xfrm>
            <a:custGeom>
              <a:avLst/>
              <a:gdLst/>
              <a:ahLst/>
              <a:cxnLst/>
              <a:rect l="l" t="t" r="r" b="b"/>
              <a:pathLst>
                <a:path w="571500" h="55244">
                  <a:moveTo>
                    <a:pt x="57150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571500" y="5486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78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524487" y="0"/>
              <a:ext cx="571500" cy="55244"/>
            </a:xfrm>
            <a:custGeom>
              <a:avLst/>
              <a:gdLst/>
              <a:ahLst/>
              <a:cxnLst/>
              <a:rect l="l" t="t" r="r" b="b"/>
              <a:pathLst>
                <a:path w="571500" h="55244">
                  <a:moveTo>
                    <a:pt x="57150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571500" y="5486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3A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2696"/>
              <a:ext cx="12192000" cy="6845300"/>
            </a:xfrm>
            <a:custGeom>
              <a:avLst/>
              <a:gdLst/>
              <a:ahLst/>
              <a:cxnLst/>
              <a:rect l="l" t="t" r="r" b="b"/>
              <a:pathLst>
                <a:path w="12192000" h="6845300">
                  <a:moveTo>
                    <a:pt x="8988511" y="6349999"/>
                  </a:moveTo>
                  <a:lnTo>
                    <a:pt x="8930259" y="6349999"/>
                  </a:lnTo>
                  <a:lnTo>
                    <a:pt x="8975264" y="6375399"/>
                  </a:lnTo>
                  <a:lnTo>
                    <a:pt x="9024483" y="6400799"/>
                  </a:lnTo>
                  <a:lnTo>
                    <a:pt x="9127124" y="6451599"/>
                  </a:lnTo>
                  <a:lnTo>
                    <a:pt x="9176330" y="6476999"/>
                  </a:lnTo>
                  <a:lnTo>
                    <a:pt x="9221313" y="6502399"/>
                  </a:lnTo>
                  <a:lnTo>
                    <a:pt x="9259965" y="6527800"/>
                  </a:lnTo>
                  <a:lnTo>
                    <a:pt x="9290177" y="6553200"/>
                  </a:lnTo>
                  <a:lnTo>
                    <a:pt x="9337315" y="6565900"/>
                  </a:lnTo>
                  <a:lnTo>
                    <a:pt x="9423068" y="6604000"/>
                  </a:lnTo>
                  <a:lnTo>
                    <a:pt x="9470136" y="6616700"/>
                  </a:lnTo>
                  <a:lnTo>
                    <a:pt x="9475055" y="6629400"/>
                  </a:lnTo>
                  <a:lnTo>
                    <a:pt x="9492630" y="6654800"/>
                  </a:lnTo>
                  <a:lnTo>
                    <a:pt x="9527089" y="6667500"/>
                  </a:lnTo>
                  <a:lnTo>
                    <a:pt x="9582658" y="6680200"/>
                  </a:lnTo>
                  <a:lnTo>
                    <a:pt x="9611947" y="6705600"/>
                  </a:lnTo>
                  <a:lnTo>
                    <a:pt x="9648360" y="6731000"/>
                  </a:lnTo>
                  <a:lnTo>
                    <a:pt x="9690577" y="6743700"/>
                  </a:lnTo>
                  <a:lnTo>
                    <a:pt x="9737280" y="6756400"/>
                  </a:lnTo>
                  <a:lnTo>
                    <a:pt x="9787150" y="6781800"/>
                  </a:lnTo>
                  <a:lnTo>
                    <a:pt x="9942576" y="6819900"/>
                  </a:lnTo>
                  <a:lnTo>
                    <a:pt x="9965055" y="6819900"/>
                  </a:lnTo>
                  <a:lnTo>
                    <a:pt x="10006335" y="6845300"/>
                  </a:lnTo>
                  <a:lnTo>
                    <a:pt x="10063464" y="6845300"/>
                  </a:lnTo>
                  <a:lnTo>
                    <a:pt x="10024433" y="6819900"/>
                  </a:lnTo>
                  <a:lnTo>
                    <a:pt x="9987534" y="6794500"/>
                  </a:lnTo>
                  <a:lnTo>
                    <a:pt x="9976292" y="6781800"/>
                  </a:lnTo>
                  <a:lnTo>
                    <a:pt x="9948179" y="6781800"/>
                  </a:lnTo>
                  <a:lnTo>
                    <a:pt x="9875012" y="6756400"/>
                  </a:lnTo>
                  <a:lnTo>
                    <a:pt x="9779239" y="6705600"/>
                  </a:lnTo>
                  <a:lnTo>
                    <a:pt x="9737280" y="6692900"/>
                  </a:lnTo>
                  <a:lnTo>
                    <a:pt x="9708444" y="6667500"/>
                  </a:lnTo>
                  <a:lnTo>
                    <a:pt x="9699610" y="6654800"/>
                  </a:lnTo>
                  <a:lnTo>
                    <a:pt x="9717659" y="6642100"/>
                  </a:lnTo>
                  <a:lnTo>
                    <a:pt x="9722205" y="6629400"/>
                  </a:lnTo>
                  <a:lnTo>
                    <a:pt x="9703546" y="6616700"/>
                  </a:lnTo>
                  <a:lnTo>
                    <a:pt x="9663812" y="6604000"/>
                  </a:lnTo>
                  <a:lnTo>
                    <a:pt x="9605137" y="6591300"/>
                  </a:lnTo>
                  <a:lnTo>
                    <a:pt x="9579834" y="6578600"/>
                  </a:lnTo>
                  <a:lnTo>
                    <a:pt x="9425178" y="6578600"/>
                  </a:lnTo>
                  <a:lnTo>
                    <a:pt x="9398835" y="6565900"/>
                  </a:lnTo>
                  <a:lnTo>
                    <a:pt x="9383029" y="6565900"/>
                  </a:lnTo>
                  <a:lnTo>
                    <a:pt x="9371439" y="6553200"/>
                  </a:lnTo>
                  <a:lnTo>
                    <a:pt x="9357741" y="6553200"/>
                  </a:lnTo>
                  <a:lnTo>
                    <a:pt x="9273250" y="6502399"/>
                  </a:lnTo>
                  <a:lnTo>
                    <a:pt x="9098621" y="6400799"/>
                  </a:lnTo>
                  <a:lnTo>
                    <a:pt x="9054504" y="6388099"/>
                  </a:lnTo>
                  <a:lnTo>
                    <a:pt x="8988511" y="6349999"/>
                  </a:lnTo>
                  <a:close/>
                </a:path>
                <a:path w="12192000" h="6845300">
                  <a:moveTo>
                    <a:pt x="11292205" y="6680200"/>
                  </a:moveTo>
                  <a:lnTo>
                    <a:pt x="10684891" y="6680200"/>
                  </a:lnTo>
                  <a:lnTo>
                    <a:pt x="10709479" y="6705600"/>
                  </a:lnTo>
                  <a:lnTo>
                    <a:pt x="10746724" y="6731000"/>
                  </a:lnTo>
                  <a:lnTo>
                    <a:pt x="10792422" y="6756400"/>
                  </a:lnTo>
                  <a:lnTo>
                    <a:pt x="10842371" y="6781800"/>
                  </a:lnTo>
                  <a:lnTo>
                    <a:pt x="10861337" y="6781800"/>
                  </a:lnTo>
                  <a:lnTo>
                    <a:pt x="10864850" y="6794500"/>
                  </a:lnTo>
                  <a:lnTo>
                    <a:pt x="10898921" y="6819900"/>
                  </a:lnTo>
                  <a:lnTo>
                    <a:pt x="10935112" y="6832600"/>
                  </a:lnTo>
                  <a:lnTo>
                    <a:pt x="10961943" y="6845300"/>
                  </a:lnTo>
                  <a:lnTo>
                    <a:pt x="11092576" y="6845300"/>
                  </a:lnTo>
                  <a:lnTo>
                    <a:pt x="11059209" y="6819900"/>
                  </a:lnTo>
                  <a:lnTo>
                    <a:pt x="11044809" y="6794500"/>
                  </a:lnTo>
                  <a:lnTo>
                    <a:pt x="11157204" y="6794500"/>
                  </a:lnTo>
                  <a:lnTo>
                    <a:pt x="11130987" y="6781800"/>
                  </a:lnTo>
                  <a:lnTo>
                    <a:pt x="11134757" y="6769100"/>
                  </a:lnTo>
                  <a:lnTo>
                    <a:pt x="11157267" y="6756400"/>
                  </a:lnTo>
                  <a:lnTo>
                    <a:pt x="11187270" y="6743700"/>
                  </a:lnTo>
                  <a:lnTo>
                    <a:pt x="11213519" y="6743700"/>
                  </a:lnTo>
                  <a:lnTo>
                    <a:pt x="11224768" y="6731000"/>
                  </a:lnTo>
                  <a:lnTo>
                    <a:pt x="11382248" y="6731000"/>
                  </a:lnTo>
                  <a:lnTo>
                    <a:pt x="11355480" y="6718300"/>
                  </a:lnTo>
                  <a:lnTo>
                    <a:pt x="11320319" y="6705600"/>
                  </a:lnTo>
                  <a:lnTo>
                    <a:pt x="11293611" y="6692900"/>
                  </a:lnTo>
                  <a:lnTo>
                    <a:pt x="11292205" y="6680200"/>
                  </a:lnTo>
                  <a:close/>
                </a:path>
                <a:path w="12192000" h="6845300">
                  <a:moveTo>
                    <a:pt x="11157204" y="6794500"/>
                  </a:moveTo>
                  <a:lnTo>
                    <a:pt x="11044809" y="6794500"/>
                  </a:lnTo>
                  <a:lnTo>
                    <a:pt x="11099445" y="6819900"/>
                  </a:lnTo>
                  <a:lnTo>
                    <a:pt x="11152865" y="6845300"/>
                  </a:lnTo>
                  <a:lnTo>
                    <a:pt x="11261367" y="6845300"/>
                  </a:lnTo>
                  <a:lnTo>
                    <a:pt x="11211478" y="6819900"/>
                  </a:lnTo>
                  <a:lnTo>
                    <a:pt x="11157204" y="6794500"/>
                  </a:lnTo>
                  <a:close/>
                </a:path>
                <a:path w="12192000" h="6845300">
                  <a:moveTo>
                    <a:pt x="11382248" y="6731000"/>
                  </a:moveTo>
                  <a:lnTo>
                    <a:pt x="11261296" y="6731000"/>
                  </a:lnTo>
                  <a:lnTo>
                    <a:pt x="11284829" y="6743700"/>
                  </a:lnTo>
                  <a:lnTo>
                    <a:pt x="11314684" y="6756400"/>
                  </a:lnTo>
                  <a:lnTo>
                    <a:pt x="11509017" y="6845300"/>
                  </a:lnTo>
                  <a:lnTo>
                    <a:pt x="11621533" y="6845300"/>
                  </a:lnTo>
                  <a:lnTo>
                    <a:pt x="11382248" y="6731000"/>
                  </a:lnTo>
                  <a:close/>
                </a:path>
                <a:path w="12192000" h="6845300">
                  <a:moveTo>
                    <a:pt x="11489863" y="6642100"/>
                  </a:moveTo>
                  <a:lnTo>
                    <a:pt x="11314684" y="6642100"/>
                  </a:lnTo>
                  <a:lnTo>
                    <a:pt x="11357959" y="6654800"/>
                  </a:lnTo>
                  <a:lnTo>
                    <a:pt x="11390661" y="6667500"/>
                  </a:lnTo>
                  <a:lnTo>
                    <a:pt x="11419125" y="6680200"/>
                  </a:lnTo>
                  <a:lnTo>
                    <a:pt x="11449685" y="6680200"/>
                  </a:lnTo>
                  <a:lnTo>
                    <a:pt x="11501375" y="6692900"/>
                  </a:lnTo>
                  <a:lnTo>
                    <a:pt x="11543616" y="6705600"/>
                  </a:lnTo>
                  <a:lnTo>
                    <a:pt x="11580740" y="6731000"/>
                  </a:lnTo>
                  <a:lnTo>
                    <a:pt x="11617074" y="6743700"/>
                  </a:lnTo>
                  <a:lnTo>
                    <a:pt x="11656950" y="6756400"/>
                  </a:lnTo>
                  <a:lnTo>
                    <a:pt x="11704697" y="6781800"/>
                  </a:lnTo>
                  <a:lnTo>
                    <a:pt x="11764645" y="6794500"/>
                  </a:lnTo>
                  <a:lnTo>
                    <a:pt x="11734067" y="6781800"/>
                  </a:lnTo>
                  <a:lnTo>
                    <a:pt x="11688714" y="6769100"/>
                  </a:lnTo>
                  <a:lnTo>
                    <a:pt x="11647576" y="6743700"/>
                  </a:lnTo>
                  <a:lnTo>
                    <a:pt x="11629644" y="6731000"/>
                  </a:lnTo>
                  <a:lnTo>
                    <a:pt x="11617381" y="6718300"/>
                  </a:lnTo>
                  <a:lnTo>
                    <a:pt x="11586626" y="6692900"/>
                  </a:lnTo>
                  <a:lnTo>
                    <a:pt x="11546428" y="6667500"/>
                  </a:lnTo>
                  <a:lnTo>
                    <a:pt x="11505834" y="6654800"/>
                  </a:lnTo>
                  <a:lnTo>
                    <a:pt x="11489863" y="6642100"/>
                  </a:lnTo>
                  <a:close/>
                </a:path>
                <a:path w="12192000" h="6845300">
                  <a:moveTo>
                    <a:pt x="12192000" y="6235699"/>
                  </a:moveTo>
                  <a:lnTo>
                    <a:pt x="11202289" y="6235699"/>
                  </a:lnTo>
                  <a:lnTo>
                    <a:pt x="11235412" y="6261099"/>
                  </a:lnTo>
                  <a:lnTo>
                    <a:pt x="11247247" y="6261099"/>
                  </a:lnTo>
                  <a:lnTo>
                    <a:pt x="11331737" y="6311899"/>
                  </a:lnTo>
                  <a:lnTo>
                    <a:pt x="11418437" y="6362699"/>
                  </a:lnTo>
                  <a:lnTo>
                    <a:pt x="11462309" y="6375399"/>
                  </a:lnTo>
                  <a:lnTo>
                    <a:pt x="11725112" y="6527800"/>
                  </a:lnTo>
                  <a:lnTo>
                    <a:pt x="11809603" y="6578600"/>
                  </a:lnTo>
                  <a:lnTo>
                    <a:pt x="11847907" y="6591300"/>
                  </a:lnTo>
                  <a:lnTo>
                    <a:pt x="11887685" y="6616700"/>
                  </a:lnTo>
                  <a:lnTo>
                    <a:pt x="11928752" y="6642100"/>
                  </a:lnTo>
                  <a:lnTo>
                    <a:pt x="11970926" y="6667500"/>
                  </a:lnTo>
                  <a:lnTo>
                    <a:pt x="12014025" y="6680200"/>
                  </a:lnTo>
                  <a:lnTo>
                    <a:pt x="12057864" y="6705600"/>
                  </a:lnTo>
                  <a:lnTo>
                    <a:pt x="12192000" y="6781800"/>
                  </a:lnTo>
                  <a:lnTo>
                    <a:pt x="12192000" y="6235699"/>
                  </a:lnTo>
                  <a:close/>
                </a:path>
                <a:path w="12192000" h="6845300">
                  <a:moveTo>
                    <a:pt x="11512154" y="6591300"/>
                  </a:moveTo>
                  <a:lnTo>
                    <a:pt x="11472164" y="6591300"/>
                  </a:lnTo>
                  <a:lnTo>
                    <a:pt x="11539601" y="6642100"/>
                  </a:lnTo>
                  <a:lnTo>
                    <a:pt x="11553244" y="6654800"/>
                  </a:lnTo>
                  <a:lnTo>
                    <a:pt x="11588759" y="6667500"/>
                  </a:lnTo>
                  <a:lnTo>
                    <a:pt x="11638026" y="6692900"/>
                  </a:lnTo>
                  <a:lnTo>
                    <a:pt x="11692922" y="6705600"/>
                  </a:lnTo>
                  <a:lnTo>
                    <a:pt x="11745329" y="6731000"/>
                  </a:lnTo>
                  <a:lnTo>
                    <a:pt x="11787124" y="6756400"/>
                  </a:lnTo>
                  <a:lnTo>
                    <a:pt x="11765678" y="6731000"/>
                  </a:lnTo>
                  <a:lnTo>
                    <a:pt x="11733672" y="6705600"/>
                  </a:lnTo>
                  <a:lnTo>
                    <a:pt x="11689022" y="6680200"/>
                  </a:lnTo>
                  <a:lnTo>
                    <a:pt x="11629644" y="6667500"/>
                  </a:lnTo>
                  <a:lnTo>
                    <a:pt x="11551965" y="6616700"/>
                  </a:lnTo>
                  <a:lnTo>
                    <a:pt x="11512154" y="6591300"/>
                  </a:lnTo>
                  <a:close/>
                </a:path>
                <a:path w="12192000" h="6845300">
                  <a:moveTo>
                    <a:pt x="12192000" y="6184899"/>
                  </a:moveTo>
                  <a:lnTo>
                    <a:pt x="9672574" y="6184899"/>
                  </a:lnTo>
                  <a:lnTo>
                    <a:pt x="9732357" y="6197599"/>
                  </a:lnTo>
                  <a:lnTo>
                    <a:pt x="9779460" y="6210299"/>
                  </a:lnTo>
                  <a:lnTo>
                    <a:pt x="9818110" y="6235699"/>
                  </a:lnTo>
                  <a:lnTo>
                    <a:pt x="9852533" y="6261099"/>
                  </a:lnTo>
                  <a:lnTo>
                    <a:pt x="9991752" y="6337299"/>
                  </a:lnTo>
                  <a:lnTo>
                    <a:pt x="10038153" y="6349999"/>
                  </a:lnTo>
                  <a:lnTo>
                    <a:pt x="10316520" y="6502399"/>
                  </a:lnTo>
                  <a:lnTo>
                    <a:pt x="10362910" y="6515100"/>
                  </a:lnTo>
                  <a:lnTo>
                    <a:pt x="10594848" y="6642100"/>
                  </a:lnTo>
                  <a:lnTo>
                    <a:pt x="10612078" y="6654800"/>
                  </a:lnTo>
                  <a:lnTo>
                    <a:pt x="10631439" y="6667500"/>
                  </a:lnTo>
                  <a:lnTo>
                    <a:pt x="10655016" y="6680200"/>
                  </a:lnTo>
                  <a:lnTo>
                    <a:pt x="11330543" y="6680200"/>
                  </a:lnTo>
                  <a:lnTo>
                    <a:pt x="11328781" y="6667500"/>
                  </a:lnTo>
                  <a:lnTo>
                    <a:pt x="11314350" y="6654800"/>
                  </a:lnTo>
                  <a:lnTo>
                    <a:pt x="11314684" y="6642100"/>
                  </a:lnTo>
                  <a:lnTo>
                    <a:pt x="11489863" y="6642100"/>
                  </a:lnTo>
                  <a:lnTo>
                    <a:pt x="11473893" y="6629400"/>
                  </a:lnTo>
                  <a:lnTo>
                    <a:pt x="11459653" y="6616700"/>
                  </a:lnTo>
                  <a:lnTo>
                    <a:pt x="11472164" y="6591300"/>
                  </a:lnTo>
                  <a:lnTo>
                    <a:pt x="11512154" y="6591300"/>
                  </a:lnTo>
                  <a:lnTo>
                    <a:pt x="11471167" y="6578600"/>
                  </a:lnTo>
                  <a:lnTo>
                    <a:pt x="11428604" y="6553200"/>
                  </a:lnTo>
                  <a:lnTo>
                    <a:pt x="11384068" y="6527800"/>
                  </a:lnTo>
                  <a:lnTo>
                    <a:pt x="11337163" y="6502399"/>
                  </a:lnTo>
                  <a:lnTo>
                    <a:pt x="11578839" y="6502399"/>
                  </a:lnTo>
                  <a:lnTo>
                    <a:pt x="11553843" y="6476999"/>
                  </a:lnTo>
                  <a:lnTo>
                    <a:pt x="11515097" y="6451599"/>
                  </a:lnTo>
                  <a:lnTo>
                    <a:pt x="11475021" y="6426199"/>
                  </a:lnTo>
                  <a:lnTo>
                    <a:pt x="11433537" y="6388099"/>
                  </a:lnTo>
                  <a:lnTo>
                    <a:pt x="11390568" y="6362699"/>
                  </a:lnTo>
                  <a:lnTo>
                    <a:pt x="11346037" y="6337299"/>
                  </a:lnTo>
                  <a:lnTo>
                    <a:pt x="11299864" y="6299199"/>
                  </a:lnTo>
                  <a:lnTo>
                    <a:pt x="11251974" y="6273799"/>
                  </a:lnTo>
                  <a:lnTo>
                    <a:pt x="11235412" y="6261099"/>
                  </a:lnTo>
                  <a:lnTo>
                    <a:pt x="11233197" y="6261099"/>
                  </a:lnTo>
                  <a:lnTo>
                    <a:pt x="11218797" y="6248399"/>
                  </a:lnTo>
                  <a:lnTo>
                    <a:pt x="11202289" y="6235699"/>
                  </a:lnTo>
                  <a:lnTo>
                    <a:pt x="12192000" y="6235699"/>
                  </a:lnTo>
                  <a:lnTo>
                    <a:pt x="12192000" y="6184899"/>
                  </a:lnTo>
                  <a:close/>
                </a:path>
                <a:path w="12192000" h="6845300">
                  <a:moveTo>
                    <a:pt x="11578839" y="6502399"/>
                  </a:moveTo>
                  <a:lnTo>
                    <a:pt x="11337163" y="6502399"/>
                  </a:lnTo>
                  <a:lnTo>
                    <a:pt x="11384134" y="6527800"/>
                  </a:lnTo>
                  <a:lnTo>
                    <a:pt x="11560157" y="6578600"/>
                  </a:lnTo>
                  <a:lnTo>
                    <a:pt x="11605151" y="6604000"/>
                  </a:lnTo>
                  <a:lnTo>
                    <a:pt x="11652123" y="6616700"/>
                  </a:lnTo>
                  <a:lnTo>
                    <a:pt x="11656337" y="6629400"/>
                  </a:lnTo>
                  <a:lnTo>
                    <a:pt x="11668982" y="6642100"/>
                  </a:lnTo>
                  <a:lnTo>
                    <a:pt x="11690056" y="6654800"/>
                  </a:lnTo>
                  <a:lnTo>
                    <a:pt x="11719560" y="6680200"/>
                  </a:lnTo>
                  <a:lnTo>
                    <a:pt x="11744920" y="6667500"/>
                  </a:lnTo>
                  <a:lnTo>
                    <a:pt x="11753373" y="6654800"/>
                  </a:lnTo>
                  <a:lnTo>
                    <a:pt x="11744920" y="6642100"/>
                  </a:lnTo>
                  <a:lnTo>
                    <a:pt x="11719560" y="6616700"/>
                  </a:lnTo>
                  <a:lnTo>
                    <a:pt x="11708320" y="6616700"/>
                  </a:lnTo>
                  <a:lnTo>
                    <a:pt x="11700593" y="6604000"/>
                  </a:lnTo>
                  <a:lnTo>
                    <a:pt x="11697081" y="6591300"/>
                  </a:lnTo>
                  <a:lnTo>
                    <a:pt x="11662878" y="6565900"/>
                  </a:lnTo>
                  <a:lnTo>
                    <a:pt x="11627656" y="6540500"/>
                  </a:lnTo>
                  <a:lnTo>
                    <a:pt x="11591337" y="6515100"/>
                  </a:lnTo>
                  <a:lnTo>
                    <a:pt x="11578839" y="6502399"/>
                  </a:lnTo>
                  <a:close/>
                </a:path>
                <a:path w="12192000" h="6845300">
                  <a:moveTo>
                    <a:pt x="4671133" y="6324599"/>
                  </a:moveTo>
                  <a:lnTo>
                    <a:pt x="4588891" y="6324599"/>
                  </a:lnTo>
                  <a:lnTo>
                    <a:pt x="4903851" y="6489699"/>
                  </a:lnTo>
                  <a:lnTo>
                    <a:pt x="4924925" y="6502399"/>
                  </a:lnTo>
                  <a:lnTo>
                    <a:pt x="4954428" y="6515100"/>
                  </a:lnTo>
                  <a:lnTo>
                    <a:pt x="4992362" y="6527800"/>
                  </a:lnTo>
                  <a:lnTo>
                    <a:pt x="5055955" y="6527800"/>
                  </a:lnTo>
                  <a:lnTo>
                    <a:pt x="5075316" y="6540500"/>
                  </a:lnTo>
                  <a:lnTo>
                    <a:pt x="5098893" y="6553200"/>
                  </a:lnTo>
                  <a:lnTo>
                    <a:pt x="5128768" y="6578600"/>
                  </a:lnTo>
                  <a:lnTo>
                    <a:pt x="5151247" y="6578600"/>
                  </a:lnTo>
                  <a:lnTo>
                    <a:pt x="5119716" y="6540500"/>
                  </a:lnTo>
                  <a:lnTo>
                    <a:pt x="5083454" y="6515100"/>
                  </a:lnTo>
                  <a:lnTo>
                    <a:pt x="5043248" y="6502399"/>
                  </a:lnTo>
                  <a:lnTo>
                    <a:pt x="4999888" y="6476999"/>
                  </a:lnTo>
                  <a:lnTo>
                    <a:pt x="4954161" y="6451599"/>
                  </a:lnTo>
                  <a:lnTo>
                    <a:pt x="4906858" y="6438899"/>
                  </a:lnTo>
                  <a:lnTo>
                    <a:pt x="4858766" y="6413499"/>
                  </a:lnTo>
                  <a:lnTo>
                    <a:pt x="4785709" y="6388099"/>
                  </a:lnTo>
                  <a:lnTo>
                    <a:pt x="4757610" y="6362699"/>
                  </a:lnTo>
                  <a:lnTo>
                    <a:pt x="4746371" y="6349999"/>
                  </a:lnTo>
                  <a:lnTo>
                    <a:pt x="4699000" y="6337299"/>
                  </a:lnTo>
                  <a:lnTo>
                    <a:pt x="4671133" y="6324599"/>
                  </a:lnTo>
                  <a:close/>
                </a:path>
                <a:path w="12192000" h="6845300">
                  <a:moveTo>
                    <a:pt x="9312656" y="6438899"/>
                  </a:moveTo>
                  <a:lnTo>
                    <a:pt x="9303525" y="6438899"/>
                  </a:lnTo>
                  <a:lnTo>
                    <a:pt x="9307052" y="6451599"/>
                  </a:lnTo>
                  <a:lnTo>
                    <a:pt x="9319031" y="6464299"/>
                  </a:lnTo>
                  <a:lnTo>
                    <a:pt x="9335262" y="6489699"/>
                  </a:lnTo>
                  <a:lnTo>
                    <a:pt x="9352472" y="6502399"/>
                  </a:lnTo>
                  <a:lnTo>
                    <a:pt x="9371790" y="6502399"/>
                  </a:lnTo>
                  <a:lnTo>
                    <a:pt x="9395323" y="6515100"/>
                  </a:lnTo>
                  <a:lnTo>
                    <a:pt x="9425178" y="6527800"/>
                  </a:lnTo>
                  <a:lnTo>
                    <a:pt x="9450466" y="6540500"/>
                  </a:lnTo>
                  <a:lnTo>
                    <a:pt x="9458896" y="6565900"/>
                  </a:lnTo>
                  <a:lnTo>
                    <a:pt x="9450466" y="6565900"/>
                  </a:lnTo>
                  <a:lnTo>
                    <a:pt x="9425178" y="6578600"/>
                  </a:lnTo>
                  <a:lnTo>
                    <a:pt x="9579834" y="6578600"/>
                  </a:lnTo>
                  <a:lnTo>
                    <a:pt x="9503927" y="6540500"/>
                  </a:lnTo>
                  <a:lnTo>
                    <a:pt x="9470136" y="6527800"/>
                  </a:lnTo>
                  <a:lnTo>
                    <a:pt x="9449764" y="6515100"/>
                  </a:lnTo>
                  <a:lnTo>
                    <a:pt x="9400591" y="6502399"/>
                  </a:lnTo>
                  <a:lnTo>
                    <a:pt x="9380220" y="6489699"/>
                  </a:lnTo>
                  <a:lnTo>
                    <a:pt x="9376003" y="6464299"/>
                  </a:lnTo>
                  <a:lnTo>
                    <a:pt x="9363344" y="6464299"/>
                  </a:lnTo>
                  <a:lnTo>
                    <a:pt x="9342233" y="6451599"/>
                  </a:lnTo>
                  <a:lnTo>
                    <a:pt x="9312656" y="6438899"/>
                  </a:lnTo>
                  <a:close/>
                </a:path>
                <a:path w="12192000" h="6845300">
                  <a:moveTo>
                    <a:pt x="9819735" y="6327869"/>
                  </a:moveTo>
                  <a:lnTo>
                    <a:pt x="9863826" y="6349999"/>
                  </a:lnTo>
                  <a:lnTo>
                    <a:pt x="9897618" y="6375399"/>
                  </a:lnTo>
                  <a:lnTo>
                    <a:pt x="9927204" y="6388099"/>
                  </a:lnTo>
                  <a:lnTo>
                    <a:pt x="9961652" y="6413499"/>
                  </a:lnTo>
                  <a:lnTo>
                    <a:pt x="10000422" y="6426199"/>
                  </a:lnTo>
                  <a:lnTo>
                    <a:pt x="10042975" y="6451599"/>
                  </a:lnTo>
                  <a:lnTo>
                    <a:pt x="10088768" y="6476999"/>
                  </a:lnTo>
                  <a:lnTo>
                    <a:pt x="10137263" y="6489699"/>
                  </a:lnTo>
                  <a:lnTo>
                    <a:pt x="10187920" y="6515100"/>
                  </a:lnTo>
                  <a:lnTo>
                    <a:pt x="10240196" y="6527800"/>
                  </a:lnTo>
                  <a:lnTo>
                    <a:pt x="10347452" y="6578600"/>
                  </a:lnTo>
                  <a:lnTo>
                    <a:pt x="10297244" y="6553200"/>
                  </a:lnTo>
                  <a:lnTo>
                    <a:pt x="10250745" y="6527800"/>
                  </a:lnTo>
                  <a:lnTo>
                    <a:pt x="10206656" y="6502399"/>
                  </a:lnTo>
                  <a:lnTo>
                    <a:pt x="10163680" y="6489699"/>
                  </a:lnTo>
                  <a:lnTo>
                    <a:pt x="10120520" y="6464299"/>
                  </a:lnTo>
                  <a:lnTo>
                    <a:pt x="10075878" y="6438899"/>
                  </a:lnTo>
                  <a:lnTo>
                    <a:pt x="10028459" y="6413499"/>
                  </a:lnTo>
                  <a:lnTo>
                    <a:pt x="9976964" y="6388099"/>
                  </a:lnTo>
                  <a:lnTo>
                    <a:pt x="9920097" y="6375399"/>
                  </a:lnTo>
                  <a:lnTo>
                    <a:pt x="9885953" y="6349999"/>
                  </a:lnTo>
                  <a:lnTo>
                    <a:pt x="9849739" y="6337299"/>
                  </a:lnTo>
                  <a:lnTo>
                    <a:pt x="9819735" y="6327869"/>
                  </a:lnTo>
                  <a:close/>
                </a:path>
                <a:path w="12192000" h="6845300">
                  <a:moveTo>
                    <a:pt x="12192000" y="5397499"/>
                  </a:moveTo>
                  <a:lnTo>
                    <a:pt x="7378192" y="5397499"/>
                  </a:lnTo>
                  <a:lnTo>
                    <a:pt x="7381704" y="5410199"/>
                  </a:lnTo>
                  <a:lnTo>
                    <a:pt x="7387357" y="5419491"/>
                  </a:lnTo>
                  <a:lnTo>
                    <a:pt x="7400671" y="5422899"/>
                  </a:lnTo>
                  <a:lnTo>
                    <a:pt x="7441800" y="5448299"/>
                  </a:lnTo>
                  <a:lnTo>
                    <a:pt x="7484008" y="5460999"/>
                  </a:lnTo>
                  <a:lnTo>
                    <a:pt x="7570576" y="5511799"/>
                  </a:lnTo>
                  <a:lnTo>
                    <a:pt x="7614396" y="5524499"/>
                  </a:lnTo>
                  <a:lnTo>
                    <a:pt x="7744749" y="5600699"/>
                  </a:lnTo>
                  <a:lnTo>
                    <a:pt x="7786930" y="5626099"/>
                  </a:lnTo>
                  <a:lnTo>
                    <a:pt x="7828026" y="5651499"/>
                  </a:lnTo>
                  <a:lnTo>
                    <a:pt x="7920863" y="5676899"/>
                  </a:lnTo>
                  <a:lnTo>
                    <a:pt x="7968854" y="5702299"/>
                  </a:lnTo>
                  <a:lnTo>
                    <a:pt x="8017401" y="5714999"/>
                  </a:lnTo>
                  <a:lnTo>
                    <a:pt x="8114679" y="5765799"/>
                  </a:lnTo>
                  <a:lnTo>
                    <a:pt x="8162670" y="5778499"/>
                  </a:lnTo>
                  <a:lnTo>
                    <a:pt x="8209736" y="5803899"/>
                  </a:lnTo>
                  <a:lnTo>
                    <a:pt x="8255508" y="5829299"/>
                  </a:lnTo>
                  <a:lnTo>
                    <a:pt x="8303696" y="5854699"/>
                  </a:lnTo>
                  <a:lnTo>
                    <a:pt x="8351835" y="5867399"/>
                  </a:lnTo>
                  <a:lnTo>
                    <a:pt x="8399876" y="5892799"/>
                  </a:lnTo>
                  <a:lnTo>
                    <a:pt x="8447769" y="5905499"/>
                  </a:lnTo>
                  <a:lnTo>
                    <a:pt x="8590073" y="5981699"/>
                  </a:lnTo>
                  <a:lnTo>
                    <a:pt x="8636885" y="5994399"/>
                  </a:lnTo>
                  <a:lnTo>
                    <a:pt x="8729280" y="6045199"/>
                  </a:lnTo>
                  <a:lnTo>
                    <a:pt x="8774765" y="6057899"/>
                  </a:lnTo>
                  <a:lnTo>
                    <a:pt x="8864064" y="6108699"/>
                  </a:lnTo>
                  <a:lnTo>
                    <a:pt x="8907780" y="6121399"/>
                  </a:lnTo>
                  <a:lnTo>
                    <a:pt x="8945381" y="6146799"/>
                  </a:lnTo>
                  <a:lnTo>
                    <a:pt x="8989329" y="6172199"/>
                  </a:lnTo>
                  <a:lnTo>
                    <a:pt x="9037492" y="6197599"/>
                  </a:lnTo>
                  <a:lnTo>
                    <a:pt x="9087739" y="6210299"/>
                  </a:lnTo>
                  <a:lnTo>
                    <a:pt x="9124035" y="6235699"/>
                  </a:lnTo>
                  <a:lnTo>
                    <a:pt x="9164783" y="6248399"/>
                  </a:lnTo>
                  <a:lnTo>
                    <a:pt x="9209037" y="6273799"/>
                  </a:lnTo>
                  <a:lnTo>
                    <a:pt x="9255854" y="6299199"/>
                  </a:lnTo>
                  <a:lnTo>
                    <a:pt x="9304289" y="6311899"/>
                  </a:lnTo>
                  <a:lnTo>
                    <a:pt x="9402239" y="6362699"/>
                  </a:lnTo>
                  <a:lnTo>
                    <a:pt x="9449865" y="6388099"/>
                  </a:lnTo>
                  <a:lnTo>
                    <a:pt x="9495333" y="6413499"/>
                  </a:lnTo>
                  <a:lnTo>
                    <a:pt x="9537700" y="6438899"/>
                  </a:lnTo>
                  <a:lnTo>
                    <a:pt x="9565800" y="6451599"/>
                  </a:lnTo>
                  <a:lnTo>
                    <a:pt x="9610772" y="6476999"/>
                  </a:lnTo>
                  <a:lnTo>
                    <a:pt x="9717659" y="6527800"/>
                  </a:lnTo>
                  <a:lnTo>
                    <a:pt x="9712370" y="6502399"/>
                  </a:lnTo>
                  <a:lnTo>
                    <a:pt x="9675447" y="6489699"/>
                  </a:lnTo>
                  <a:lnTo>
                    <a:pt x="9625879" y="6464299"/>
                  </a:lnTo>
                  <a:lnTo>
                    <a:pt x="9582658" y="6438899"/>
                  </a:lnTo>
                  <a:lnTo>
                    <a:pt x="9608195" y="6426199"/>
                  </a:lnTo>
                  <a:lnTo>
                    <a:pt x="9768579" y="6426199"/>
                  </a:lnTo>
                  <a:lnTo>
                    <a:pt x="9756981" y="6413499"/>
                  </a:lnTo>
                  <a:lnTo>
                    <a:pt x="9725332" y="6388099"/>
                  </a:lnTo>
                  <a:lnTo>
                    <a:pt x="9630852" y="6388099"/>
                  </a:lnTo>
                  <a:lnTo>
                    <a:pt x="9582658" y="6375399"/>
                  </a:lnTo>
                  <a:lnTo>
                    <a:pt x="9533078" y="6349999"/>
                  </a:lnTo>
                  <a:lnTo>
                    <a:pt x="9506727" y="6337299"/>
                  </a:lnTo>
                  <a:lnTo>
                    <a:pt x="9484592" y="6324599"/>
                  </a:lnTo>
                  <a:lnTo>
                    <a:pt x="9447657" y="6299199"/>
                  </a:lnTo>
                  <a:lnTo>
                    <a:pt x="9465238" y="6286499"/>
                  </a:lnTo>
                  <a:lnTo>
                    <a:pt x="9611825" y="6286499"/>
                  </a:lnTo>
                  <a:lnTo>
                    <a:pt x="9594081" y="6273799"/>
                  </a:lnTo>
                  <a:lnTo>
                    <a:pt x="9582631" y="6261099"/>
                  </a:lnTo>
                  <a:lnTo>
                    <a:pt x="9699133" y="6261099"/>
                  </a:lnTo>
                  <a:lnTo>
                    <a:pt x="9683482" y="6248399"/>
                  </a:lnTo>
                  <a:lnTo>
                    <a:pt x="9650095" y="6235699"/>
                  </a:lnTo>
                  <a:lnTo>
                    <a:pt x="9669412" y="6235699"/>
                  </a:lnTo>
                  <a:lnTo>
                    <a:pt x="9669764" y="6222999"/>
                  </a:lnTo>
                  <a:lnTo>
                    <a:pt x="9665900" y="6210299"/>
                  </a:lnTo>
                  <a:lnTo>
                    <a:pt x="9672574" y="6184899"/>
                  </a:lnTo>
                  <a:lnTo>
                    <a:pt x="12192000" y="6184899"/>
                  </a:lnTo>
                  <a:lnTo>
                    <a:pt x="12192000" y="5626099"/>
                  </a:lnTo>
                  <a:lnTo>
                    <a:pt x="12188487" y="5613399"/>
                  </a:lnTo>
                  <a:lnTo>
                    <a:pt x="12180760" y="5600699"/>
                  </a:lnTo>
                  <a:lnTo>
                    <a:pt x="12169521" y="5600699"/>
                  </a:lnTo>
                  <a:lnTo>
                    <a:pt x="12118943" y="5562599"/>
                  </a:lnTo>
                  <a:lnTo>
                    <a:pt x="12102084" y="5562599"/>
                  </a:lnTo>
                  <a:lnTo>
                    <a:pt x="12098200" y="5549899"/>
                  </a:lnTo>
                  <a:lnTo>
                    <a:pt x="12087971" y="5537199"/>
                  </a:lnTo>
                  <a:lnTo>
                    <a:pt x="12056999" y="5537199"/>
                  </a:lnTo>
                  <a:lnTo>
                    <a:pt x="12090790" y="5524499"/>
                  </a:lnTo>
                  <a:lnTo>
                    <a:pt x="12192000" y="5524499"/>
                  </a:lnTo>
                  <a:lnTo>
                    <a:pt x="12192000" y="5397499"/>
                  </a:lnTo>
                  <a:close/>
                </a:path>
                <a:path w="12192000" h="6845300">
                  <a:moveTo>
                    <a:pt x="5162751" y="6401579"/>
                  </a:moveTo>
                  <a:lnTo>
                    <a:pt x="5208632" y="6426199"/>
                  </a:lnTo>
                  <a:lnTo>
                    <a:pt x="5257052" y="6451599"/>
                  </a:lnTo>
                  <a:lnTo>
                    <a:pt x="5308727" y="6489699"/>
                  </a:lnTo>
                  <a:lnTo>
                    <a:pt x="5288069" y="6464299"/>
                  </a:lnTo>
                  <a:lnTo>
                    <a:pt x="5250876" y="6438899"/>
                  </a:lnTo>
                  <a:lnTo>
                    <a:pt x="5205417" y="6413499"/>
                  </a:lnTo>
                  <a:lnTo>
                    <a:pt x="5162751" y="6401579"/>
                  </a:lnTo>
                  <a:close/>
                </a:path>
                <a:path w="12192000" h="6845300">
                  <a:moveTo>
                    <a:pt x="6841476" y="6464299"/>
                  </a:moveTo>
                  <a:lnTo>
                    <a:pt x="6808460" y="6464299"/>
                  </a:lnTo>
                  <a:lnTo>
                    <a:pt x="6838315" y="6489699"/>
                  </a:lnTo>
                  <a:lnTo>
                    <a:pt x="6847798" y="6476999"/>
                  </a:lnTo>
                  <a:lnTo>
                    <a:pt x="6846744" y="6476999"/>
                  </a:lnTo>
                  <a:lnTo>
                    <a:pt x="6841476" y="6464299"/>
                  </a:lnTo>
                  <a:close/>
                </a:path>
                <a:path w="12192000" h="6845300">
                  <a:moveTo>
                    <a:pt x="6563568" y="5422899"/>
                  </a:moveTo>
                  <a:lnTo>
                    <a:pt x="4678807" y="5422899"/>
                  </a:lnTo>
                  <a:lnTo>
                    <a:pt x="4727544" y="5435599"/>
                  </a:lnTo>
                  <a:lnTo>
                    <a:pt x="4773382" y="5460999"/>
                  </a:lnTo>
                  <a:lnTo>
                    <a:pt x="4817636" y="5486399"/>
                  </a:lnTo>
                  <a:lnTo>
                    <a:pt x="4861623" y="5499099"/>
                  </a:lnTo>
                  <a:lnTo>
                    <a:pt x="4906657" y="5524499"/>
                  </a:lnTo>
                  <a:lnTo>
                    <a:pt x="4954055" y="5537199"/>
                  </a:lnTo>
                  <a:lnTo>
                    <a:pt x="5005132" y="5562599"/>
                  </a:lnTo>
                  <a:lnTo>
                    <a:pt x="5061204" y="5575299"/>
                  </a:lnTo>
                  <a:lnTo>
                    <a:pt x="5153053" y="5626099"/>
                  </a:lnTo>
                  <a:lnTo>
                    <a:pt x="5376872" y="5753099"/>
                  </a:lnTo>
                  <a:lnTo>
                    <a:pt x="5421169" y="5765799"/>
                  </a:lnTo>
                  <a:lnTo>
                    <a:pt x="5509825" y="5816599"/>
                  </a:lnTo>
                  <a:lnTo>
                    <a:pt x="5554316" y="5829299"/>
                  </a:lnTo>
                  <a:lnTo>
                    <a:pt x="5643974" y="5880111"/>
                  </a:lnTo>
                  <a:lnTo>
                    <a:pt x="5689232" y="5905499"/>
                  </a:lnTo>
                  <a:lnTo>
                    <a:pt x="5734905" y="5918199"/>
                  </a:lnTo>
                  <a:lnTo>
                    <a:pt x="5781040" y="5943599"/>
                  </a:lnTo>
                  <a:lnTo>
                    <a:pt x="5801431" y="5943599"/>
                  </a:lnTo>
                  <a:lnTo>
                    <a:pt x="5850691" y="5956299"/>
                  </a:lnTo>
                  <a:lnTo>
                    <a:pt x="5871083" y="5968999"/>
                  </a:lnTo>
                  <a:lnTo>
                    <a:pt x="5884429" y="5981699"/>
                  </a:lnTo>
                  <a:lnTo>
                    <a:pt x="5916041" y="5981699"/>
                  </a:lnTo>
                  <a:lnTo>
                    <a:pt x="5965695" y="6007099"/>
                  </a:lnTo>
                  <a:lnTo>
                    <a:pt x="6060764" y="6057899"/>
                  </a:lnTo>
                  <a:lnTo>
                    <a:pt x="6200719" y="6134099"/>
                  </a:lnTo>
                  <a:lnTo>
                    <a:pt x="6248783" y="6146799"/>
                  </a:lnTo>
                  <a:lnTo>
                    <a:pt x="6298438" y="6172199"/>
                  </a:lnTo>
                  <a:lnTo>
                    <a:pt x="6344147" y="6184899"/>
                  </a:lnTo>
                  <a:lnTo>
                    <a:pt x="6483855" y="6261099"/>
                  </a:lnTo>
                  <a:lnTo>
                    <a:pt x="6528814" y="6286499"/>
                  </a:lnTo>
                  <a:lnTo>
                    <a:pt x="6571732" y="6299199"/>
                  </a:lnTo>
                  <a:lnTo>
                    <a:pt x="6611869" y="6324599"/>
                  </a:lnTo>
                  <a:lnTo>
                    <a:pt x="6648484" y="6349999"/>
                  </a:lnTo>
                  <a:lnTo>
                    <a:pt x="6680834" y="6375399"/>
                  </a:lnTo>
                  <a:lnTo>
                    <a:pt x="6705090" y="6388099"/>
                  </a:lnTo>
                  <a:lnTo>
                    <a:pt x="6739905" y="6413499"/>
                  </a:lnTo>
                  <a:lnTo>
                    <a:pt x="6778936" y="6426199"/>
                  </a:lnTo>
                  <a:lnTo>
                    <a:pt x="6815835" y="6464299"/>
                  </a:lnTo>
                  <a:lnTo>
                    <a:pt x="6855878" y="6464299"/>
                  </a:lnTo>
                  <a:lnTo>
                    <a:pt x="6877669" y="6476999"/>
                  </a:lnTo>
                  <a:lnTo>
                    <a:pt x="6907912" y="6476999"/>
                  </a:lnTo>
                  <a:lnTo>
                    <a:pt x="6950836" y="6489699"/>
                  </a:lnTo>
                  <a:lnTo>
                    <a:pt x="6892868" y="6464299"/>
                  </a:lnTo>
                  <a:lnTo>
                    <a:pt x="6848944" y="6438899"/>
                  </a:lnTo>
                  <a:lnTo>
                    <a:pt x="6811500" y="6413499"/>
                  </a:lnTo>
                  <a:lnTo>
                    <a:pt x="6772971" y="6400799"/>
                  </a:lnTo>
                  <a:lnTo>
                    <a:pt x="6725793" y="6375399"/>
                  </a:lnTo>
                  <a:lnTo>
                    <a:pt x="6695586" y="6349999"/>
                  </a:lnTo>
                  <a:lnTo>
                    <a:pt x="6643604" y="6324599"/>
                  </a:lnTo>
                  <a:lnTo>
                    <a:pt x="6613398" y="6299199"/>
                  </a:lnTo>
                  <a:lnTo>
                    <a:pt x="6572324" y="6286499"/>
                  </a:lnTo>
                  <a:lnTo>
                    <a:pt x="6527330" y="6261099"/>
                  </a:lnTo>
                  <a:lnTo>
                    <a:pt x="6384505" y="6184899"/>
                  </a:lnTo>
                  <a:lnTo>
                    <a:pt x="6339511" y="6146799"/>
                  </a:lnTo>
                  <a:lnTo>
                    <a:pt x="6298438" y="6121399"/>
                  </a:lnTo>
                  <a:lnTo>
                    <a:pt x="6306867" y="6121399"/>
                  </a:lnTo>
                  <a:lnTo>
                    <a:pt x="6301599" y="6108699"/>
                  </a:lnTo>
                  <a:lnTo>
                    <a:pt x="6298438" y="6095999"/>
                  </a:lnTo>
                  <a:lnTo>
                    <a:pt x="6285793" y="6095999"/>
                  </a:lnTo>
                  <a:lnTo>
                    <a:pt x="6281578" y="6083299"/>
                  </a:lnTo>
                  <a:lnTo>
                    <a:pt x="6883273" y="6083299"/>
                  </a:lnTo>
                  <a:lnTo>
                    <a:pt x="6857984" y="6070599"/>
                  </a:lnTo>
                  <a:lnTo>
                    <a:pt x="6849554" y="6057899"/>
                  </a:lnTo>
                  <a:lnTo>
                    <a:pt x="6883273" y="6057899"/>
                  </a:lnTo>
                  <a:lnTo>
                    <a:pt x="6886082" y="6045199"/>
                  </a:lnTo>
                  <a:lnTo>
                    <a:pt x="6872033" y="6045199"/>
                  </a:lnTo>
                  <a:lnTo>
                    <a:pt x="6857984" y="6032499"/>
                  </a:lnTo>
                  <a:lnTo>
                    <a:pt x="6860794" y="6007099"/>
                  </a:lnTo>
                  <a:lnTo>
                    <a:pt x="6881805" y="6007099"/>
                  </a:lnTo>
                  <a:lnTo>
                    <a:pt x="6841649" y="5981699"/>
                  </a:lnTo>
                  <a:lnTo>
                    <a:pt x="6798722" y="5968999"/>
                  </a:lnTo>
                  <a:lnTo>
                    <a:pt x="6753763" y="5943599"/>
                  </a:lnTo>
                  <a:lnTo>
                    <a:pt x="6660716" y="5892799"/>
                  </a:lnTo>
                  <a:lnTo>
                    <a:pt x="6614111" y="5880099"/>
                  </a:lnTo>
                  <a:lnTo>
                    <a:pt x="6568440" y="5854699"/>
                  </a:lnTo>
                  <a:lnTo>
                    <a:pt x="6521301" y="5829299"/>
                  </a:lnTo>
                  <a:lnTo>
                    <a:pt x="6435548" y="5778499"/>
                  </a:lnTo>
                  <a:lnTo>
                    <a:pt x="6388481" y="5765799"/>
                  </a:lnTo>
                  <a:lnTo>
                    <a:pt x="6360308" y="5740399"/>
                  </a:lnTo>
                  <a:lnTo>
                    <a:pt x="6315313" y="5714999"/>
                  </a:lnTo>
                  <a:lnTo>
                    <a:pt x="6261911" y="5689599"/>
                  </a:lnTo>
                  <a:lnTo>
                    <a:pt x="6208522" y="5676899"/>
                  </a:lnTo>
                  <a:lnTo>
                    <a:pt x="7137961" y="5676899"/>
                  </a:lnTo>
                  <a:lnTo>
                    <a:pt x="7077680" y="5651499"/>
                  </a:lnTo>
                  <a:lnTo>
                    <a:pt x="6995795" y="5626099"/>
                  </a:lnTo>
                  <a:lnTo>
                    <a:pt x="6970245" y="5613399"/>
                  </a:lnTo>
                  <a:lnTo>
                    <a:pt x="6926335" y="5587999"/>
                  </a:lnTo>
                  <a:lnTo>
                    <a:pt x="6818007" y="5537199"/>
                  </a:lnTo>
                  <a:lnTo>
                    <a:pt x="6770878" y="5511799"/>
                  </a:lnTo>
                  <a:lnTo>
                    <a:pt x="6727672" y="5499099"/>
                  </a:lnTo>
                  <a:lnTo>
                    <a:pt x="6682624" y="5473699"/>
                  </a:lnTo>
                  <a:lnTo>
                    <a:pt x="6635999" y="5448299"/>
                  </a:lnTo>
                  <a:lnTo>
                    <a:pt x="6588061" y="5435599"/>
                  </a:lnTo>
                  <a:lnTo>
                    <a:pt x="6563568" y="5422899"/>
                  </a:lnTo>
                  <a:close/>
                </a:path>
                <a:path w="12192000" h="6845300">
                  <a:moveTo>
                    <a:pt x="6782117" y="6438899"/>
                  </a:moveTo>
                  <a:lnTo>
                    <a:pt x="6748399" y="6438899"/>
                  </a:lnTo>
                  <a:lnTo>
                    <a:pt x="6765609" y="6451599"/>
                  </a:lnTo>
                  <a:lnTo>
                    <a:pt x="6784927" y="6464299"/>
                  </a:lnTo>
                  <a:lnTo>
                    <a:pt x="6815835" y="6464299"/>
                  </a:lnTo>
                  <a:lnTo>
                    <a:pt x="6782117" y="6438899"/>
                  </a:lnTo>
                  <a:close/>
                </a:path>
                <a:path w="12192000" h="6845300">
                  <a:moveTo>
                    <a:pt x="9768579" y="6426199"/>
                  </a:moveTo>
                  <a:lnTo>
                    <a:pt x="9673320" y="6426199"/>
                  </a:lnTo>
                  <a:lnTo>
                    <a:pt x="9728027" y="6438899"/>
                  </a:lnTo>
                  <a:lnTo>
                    <a:pt x="9807575" y="6464299"/>
                  </a:lnTo>
                  <a:lnTo>
                    <a:pt x="9780176" y="6438899"/>
                  </a:lnTo>
                  <a:lnTo>
                    <a:pt x="9768579" y="6426199"/>
                  </a:lnTo>
                  <a:close/>
                </a:path>
                <a:path w="12192000" h="6845300">
                  <a:moveTo>
                    <a:pt x="9340865" y="6388099"/>
                  </a:moveTo>
                  <a:lnTo>
                    <a:pt x="9290177" y="6388099"/>
                  </a:lnTo>
                  <a:lnTo>
                    <a:pt x="9294042" y="6400799"/>
                  </a:lnTo>
                  <a:lnTo>
                    <a:pt x="9304242" y="6413499"/>
                  </a:lnTo>
                  <a:lnTo>
                    <a:pt x="9335262" y="6413499"/>
                  </a:lnTo>
                  <a:lnTo>
                    <a:pt x="9340865" y="6388099"/>
                  </a:lnTo>
                  <a:close/>
                </a:path>
                <a:path w="12192000" h="6845300">
                  <a:moveTo>
                    <a:pt x="5159125" y="6400230"/>
                  </a:moveTo>
                  <a:lnTo>
                    <a:pt x="5159960" y="6400799"/>
                  </a:lnTo>
                  <a:lnTo>
                    <a:pt x="5162751" y="6401579"/>
                  </a:lnTo>
                  <a:lnTo>
                    <a:pt x="5161298" y="6400799"/>
                  </a:lnTo>
                  <a:lnTo>
                    <a:pt x="5159125" y="6400230"/>
                  </a:lnTo>
                  <a:close/>
                </a:path>
                <a:path w="12192000" h="6845300">
                  <a:moveTo>
                    <a:pt x="4566412" y="6007099"/>
                  </a:moveTo>
                  <a:lnTo>
                    <a:pt x="4273931" y="6007099"/>
                  </a:lnTo>
                  <a:lnTo>
                    <a:pt x="4282362" y="6032499"/>
                  </a:lnTo>
                  <a:lnTo>
                    <a:pt x="4307665" y="6057899"/>
                  </a:lnTo>
                  <a:lnTo>
                    <a:pt x="4349851" y="6057899"/>
                  </a:lnTo>
                  <a:lnTo>
                    <a:pt x="4408932" y="6083299"/>
                  </a:lnTo>
                  <a:lnTo>
                    <a:pt x="4442299" y="6095999"/>
                  </a:lnTo>
                  <a:lnTo>
                    <a:pt x="4473559" y="6108699"/>
                  </a:lnTo>
                  <a:lnTo>
                    <a:pt x="4500604" y="6134099"/>
                  </a:lnTo>
                  <a:lnTo>
                    <a:pt x="4521327" y="6146799"/>
                  </a:lnTo>
                  <a:lnTo>
                    <a:pt x="4542123" y="6146799"/>
                  </a:lnTo>
                  <a:lnTo>
                    <a:pt x="4569206" y="6159499"/>
                  </a:lnTo>
                  <a:lnTo>
                    <a:pt x="4600479" y="6159499"/>
                  </a:lnTo>
                  <a:lnTo>
                    <a:pt x="4633849" y="6172199"/>
                  </a:lnTo>
                  <a:lnTo>
                    <a:pt x="4634200" y="6184899"/>
                  </a:lnTo>
                  <a:lnTo>
                    <a:pt x="4656328" y="6184899"/>
                  </a:lnTo>
                  <a:lnTo>
                    <a:pt x="4699370" y="6210299"/>
                  </a:lnTo>
                  <a:lnTo>
                    <a:pt x="4746711" y="6222999"/>
                  </a:lnTo>
                  <a:lnTo>
                    <a:pt x="4797282" y="6248399"/>
                  </a:lnTo>
                  <a:lnTo>
                    <a:pt x="4903851" y="6299199"/>
                  </a:lnTo>
                  <a:lnTo>
                    <a:pt x="4941081" y="6324599"/>
                  </a:lnTo>
                  <a:lnTo>
                    <a:pt x="5023973" y="6349999"/>
                  </a:lnTo>
                  <a:lnTo>
                    <a:pt x="5061204" y="6375399"/>
                  </a:lnTo>
                  <a:lnTo>
                    <a:pt x="5112878" y="6388099"/>
                  </a:lnTo>
                  <a:lnTo>
                    <a:pt x="5159125" y="6400230"/>
                  </a:lnTo>
                  <a:lnTo>
                    <a:pt x="5122773" y="6375399"/>
                  </a:lnTo>
                  <a:lnTo>
                    <a:pt x="5102127" y="6362699"/>
                  </a:lnTo>
                  <a:lnTo>
                    <a:pt x="5106289" y="6349999"/>
                  </a:lnTo>
                  <a:lnTo>
                    <a:pt x="5119284" y="6349999"/>
                  </a:lnTo>
                  <a:lnTo>
                    <a:pt x="5125958" y="6337299"/>
                  </a:lnTo>
                  <a:lnTo>
                    <a:pt x="5128416" y="6324599"/>
                  </a:lnTo>
                  <a:lnTo>
                    <a:pt x="5125958" y="6311899"/>
                  </a:lnTo>
                  <a:lnTo>
                    <a:pt x="5119284" y="6311899"/>
                  </a:lnTo>
                  <a:lnTo>
                    <a:pt x="5106289" y="6299199"/>
                  </a:lnTo>
                  <a:lnTo>
                    <a:pt x="5072145" y="6299199"/>
                  </a:lnTo>
                  <a:lnTo>
                    <a:pt x="5035931" y="6286499"/>
                  </a:lnTo>
                  <a:lnTo>
                    <a:pt x="4995525" y="6273799"/>
                  </a:lnTo>
                  <a:lnTo>
                    <a:pt x="4948809" y="6261099"/>
                  </a:lnTo>
                  <a:lnTo>
                    <a:pt x="4944945" y="6248399"/>
                  </a:lnTo>
                  <a:lnTo>
                    <a:pt x="4934759" y="6248399"/>
                  </a:lnTo>
                  <a:lnTo>
                    <a:pt x="4920359" y="6235699"/>
                  </a:lnTo>
                  <a:lnTo>
                    <a:pt x="4887269" y="6235699"/>
                  </a:lnTo>
                  <a:lnTo>
                    <a:pt x="4872831" y="6222999"/>
                  </a:lnTo>
                  <a:lnTo>
                    <a:pt x="4862631" y="6210299"/>
                  </a:lnTo>
                  <a:lnTo>
                    <a:pt x="4858766" y="6210299"/>
                  </a:lnTo>
                  <a:lnTo>
                    <a:pt x="4803577" y="6184899"/>
                  </a:lnTo>
                  <a:lnTo>
                    <a:pt x="4753096" y="6159499"/>
                  </a:lnTo>
                  <a:lnTo>
                    <a:pt x="4706540" y="6121399"/>
                  </a:lnTo>
                  <a:lnTo>
                    <a:pt x="4663128" y="6095999"/>
                  </a:lnTo>
                  <a:lnTo>
                    <a:pt x="4622077" y="6070599"/>
                  </a:lnTo>
                  <a:lnTo>
                    <a:pt x="4582606" y="6057899"/>
                  </a:lnTo>
                  <a:lnTo>
                    <a:pt x="4543933" y="6032499"/>
                  </a:lnTo>
                  <a:lnTo>
                    <a:pt x="4593457" y="6032499"/>
                  </a:lnTo>
                  <a:lnTo>
                    <a:pt x="4566412" y="6007099"/>
                  </a:lnTo>
                  <a:close/>
                </a:path>
                <a:path w="12192000" h="6845300">
                  <a:moveTo>
                    <a:pt x="8967894" y="6375399"/>
                  </a:moveTo>
                  <a:lnTo>
                    <a:pt x="8954547" y="6375399"/>
                  </a:lnTo>
                  <a:lnTo>
                    <a:pt x="8975344" y="6388099"/>
                  </a:lnTo>
                  <a:lnTo>
                    <a:pt x="8997823" y="6388099"/>
                  </a:lnTo>
                  <a:lnTo>
                    <a:pt x="8967894" y="6375399"/>
                  </a:lnTo>
                  <a:close/>
                </a:path>
                <a:path w="12192000" h="6845300">
                  <a:moveTo>
                    <a:pt x="9312656" y="6375399"/>
                  </a:moveTo>
                  <a:lnTo>
                    <a:pt x="9290177" y="6375399"/>
                  </a:lnTo>
                  <a:lnTo>
                    <a:pt x="9287015" y="6388099"/>
                  </a:lnTo>
                  <a:lnTo>
                    <a:pt x="9335208" y="6388099"/>
                  </a:lnTo>
                  <a:lnTo>
                    <a:pt x="9312656" y="6375399"/>
                  </a:lnTo>
                  <a:close/>
                </a:path>
                <a:path w="12192000" h="6845300">
                  <a:moveTo>
                    <a:pt x="9672574" y="6375399"/>
                  </a:moveTo>
                  <a:lnTo>
                    <a:pt x="9656748" y="6375399"/>
                  </a:lnTo>
                  <a:lnTo>
                    <a:pt x="9653871" y="6388099"/>
                  </a:lnTo>
                  <a:lnTo>
                    <a:pt x="9725332" y="6388099"/>
                  </a:lnTo>
                  <a:lnTo>
                    <a:pt x="9672574" y="6375399"/>
                  </a:lnTo>
                  <a:close/>
                </a:path>
                <a:path w="12192000" h="6845300">
                  <a:moveTo>
                    <a:pt x="6500173" y="6362699"/>
                  </a:moveTo>
                  <a:lnTo>
                    <a:pt x="6425009" y="6362699"/>
                  </a:lnTo>
                  <a:lnTo>
                    <a:pt x="6448542" y="6375399"/>
                  </a:lnTo>
                  <a:lnTo>
                    <a:pt x="6478397" y="6375399"/>
                  </a:lnTo>
                  <a:lnTo>
                    <a:pt x="6500173" y="6362699"/>
                  </a:lnTo>
                  <a:close/>
                </a:path>
                <a:path w="12192000" h="6845300">
                  <a:moveTo>
                    <a:pt x="8570341" y="6184899"/>
                  </a:moveTo>
                  <a:lnTo>
                    <a:pt x="8587976" y="6210299"/>
                  </a:lnTo>
                  <a:lnTo>
                    <a:pt x="8609790" y="6222999"/>
                  </a:lnTo>
                  <a:lnTo>
                    <a:pt x="8640010" y="6235699"/>
                  </a:lnTo>
                  <a:lnTo>
                    <a:pt x="8682863" y="6261099"/>
                  </a:lnTo>
                  <a:lnTo>
                    <a:pt x="8729948" y="6273799"/>
                  </a:lnTo>
                  <a:lnTo>
                    <a:pt x="8772842" y="6299199"/>
                  </a:lnTo>
                  <a:lnTo>
                    <a:pt x="8815736" y="6311899"/>
                  </a:lnTo>
                  <a:lnTo>
                    <a:pt x="8862822" y="6349999"/>
                  </a:lnTo>
                  <a:lnTo>
                    <a:pt x="8896191" y="6362699"/>
                  </a:lnTo>
                  <a:lnTo>
                    <a:pt x="8927465" y="6375399"/>
                  </a:lnTo>
                  <a:lnTo>
                    <a:pt x="8944324" y="6375399"/>
                  </a:lnTo>
                  <a:lnTo>
                    <a:pt x="8924992" y="6362699"/>
                  </a:lnTo>
                  <a:lnTo>
                    <a:pt x="8907780" y="6349999"/>
                  </a:lnTo>
                  <a:lnTo>
                    <a:pt x="8988511" y="6349999"/>
                  </a:lnTo>
                  <a:lnTo>
                    <a:pt x="8966575" y="6337299"/>
                  </a:lnTo>
                  <a:lnTo>
                    <a:pt x="8879875" y="6299199"/>
                  </a:lnTo>
                  <a:lnTo>
                    <a:pt x="8840343" y="6299199"/>
                  </a:lnTo>
                  <a:lnTo>
                    <a:pt x="8795226" y="6286499"/>
                  </a:lnTo>
                  <a:lnTo>
                    <a:pt x="8790949" y="6284123"/>
                  </a:lnTo>
                  <a:lnTo>
                    <a:pt x="8764365" y="6273799"/>
                  </a:lnTo>
                  <a:lnTo>
                    <a:pt x="8735901" y="6261099"/>
                  </a:lnTo>
                  <a:lnTo>
                    <a:pt x="8705342" y="6261099"/>
                  </a:lnTo>
                  <a:lnTo>
                    <a:pt x="8687427" y="6235699"/>
                  </a:lnTo>
                  <a:lnTo>
                    <a:pt x="8663178" y="6222999"/>
                  </a:lnTo>
                  <a:lnTo>
                    <a:pt x="8626260" y="6210299"/>
                  </a:lnTo>
                  <a:lnTo>
                    <a:pt x="8570341" y="6184899"/>
                  </a:lnTo>
                  <a:close/>
                </a:path>
                <a:path w="12192000" h="6845300">
                  <a:moveTo>
                    <a:pt x="8954898" y="6261099"/>
                  </a:moveTo>
                  <a:lnTo>
                    <a:pt x="8832264" y="6261099"/>
                  </a:lnTo>
                  <a:lnTo>
                    <a:pt x="8871251" y="6273799"/>
                  </a:lnTo>
                  <a:lnTo>
                    <a:pt x="8906023" y="6286499"/>
                  </a:lnTo>
                  <a:lnTo>
                    <a:pt x="9027227" y="6349999"/>
                  </a:lnTo>
                  <a:lnTo>
                    <a:pt x="9076689" y="6362699"/>
                  </a:lnTo>
                  <a:lnTo>
                    <a:pt x="9179523" y="6362699"/>
                  </a:lnTo>
                  <a:lnTo>
                    <a:pt x="9233677" y="6375399"/>
                  </a:lnTo>
                  <a:lnTo>
                    <a:pt x="9381019" y="6375399"/>
                  </a:lnTo>
                  <a:lnTo>
                    <a:pt x="9384061" y="6362699"/>
                  </a:lnTo>
                  <a:lnTo>
                    <a:pt x="9357741" y="6349999"/>
                  </a:lnTo>
                  <a:lnTo>
                    <a:pt x="9317626" y="6337299"/>
                  </a:lnTo>
                  <a:lnTo>
                    <a:pt x="9138562" y="6337299"/>
                  </a:lnTo>
                  <a:lnTo>
                    <a:pt x="9018637" y="6299199"/>
                  </a:lnTo>
                  <a:lnTo>
                    <a:pt x="8975344" y="6286499"/>
                  </a:lnTo>
                  <a:lnTo>
                    <a:pt x="8954898" y="6261099"/>
                  </a:lnTo>
                  <a:close/>
                </a:path>
                <a:path w="12192000" h="6845300">
                  <a:moveTo>
                    <a:pt x="5778230" y="6045199"/>
                  </a:moveTo>
                  <a:lnTo>
                    <a:pt x="5756102" y="6045199"/>
                  </a:lnTo>
                  <a:lnTo>
                    <a:pt x="5736082" y="6057899"/>
                  </a:lnTo>
                  <a:lnTo>
                    <a:pt x="5772985" y="6070599"/>
                  </a:lnTo>
                  <a:lnTo>
                    <a:pt x="5815283" y="6095999"/>
                  </a:lnTo>
                  <a:lnTo>
                    <a:pt x="5861625" y="6108699"/>
                  </a:lnTo>
                  <a:lnTo>
                    <a:pt x="5910663" y="6134099"/>
                  </a:lnTo>
                  <a:lnTo>
                    <a:pt x="6011426" y="6159499"/>
                  </a:lnTo>
                  <a:lnTo>
                    <a:pt x="6060452" y="6184899"/>
                  </a:lnTo>
                  <a:lnTo>
                    <a:pt x="6106775" y="6197599"/>
                  </a:lnTo>
                  <a:lnTo>
                    <a:pt x="6149046" y="6210299"/>
                  </a:lnTo>
                  <a:lnTo>
                    <a:pt x="6185916" y="6235699"/>
                  </a:lnTo>
                  <a:lnTo>
                    <a:pt x="6215651" y="6261099"/>
                  </a:lnTo>
                  <a:lnTo>
                    <a:pt x="6250763" y="6286499"/>
                  </a:lnTo>
                  <a:lnTo>
                    <a:pt x="6291264" y="6299199"/>
                  </a:lnTo>
                  <a:lnTo>
                    <a:pt x="6337165" y="6324599"/>
                  </a:lnTo>
                  <a:lnTo>
                    <a:pt x="6388481" y="6349999"/>
                  </a:lnTo>
                  <a:lnTo>
                    <a:pt x="6405691" y="6362699"/>
                  </a:lnTo>
                  <a:lnTo>
                    <a:pt x="6500876" y="6362699"/>
                  </a:lnTo>
                  <a:lnTo>
                    <a:pt x="6484719" y="6349999"/>
                  </a:lnTo>
                  <a:lnTo>
                    <a:pt x="6455918" y="6349999"/>
                  </a:lnTo>
                  <a:lnTo>
                    <a:pt x="6417931" y="6324599"/>
                  </a:lnTo>
                  <a:lnTo>
                    <a:pt x="6422151" y="6311899"/>
                  </a:lnTo>
                  <a:lnTo>
                    <a:pt x="6443255" y="6311899"/>
                  </a:lnTo>
                  <a:lnTo>
                    <a:pt x="6455918" y="6299199"/>
                  </a:lnTo>
                  <a:lnTo>
                    <a:pt x="6473126" y="6299199"/>
                  </a:lnTo>
                  <a:lnTo>
                    <a:pt x="6447472" y="6286499"/>
                  </a:lnTo>
                  <a:lnTo>
                    <a:pt x="6365875" y="6286499"/>
                  </a:lnTo>
                  <a:lnTo>
                    <a:pt x="6326185" y="6273799"/>
                  </a:lnTo>
                  <a:lnTo>
                    <a:pt x="6301247" y="6261099"/>
                  </a:lnTo>
                  <a:lnTo>
                    <a:pt x="6280525" y="6248399"/>
                  </a:lnTo>
                  <a:lnTo>
                    <a:pt x="6253480" y="6235699"/>
                  </a:lnTo>
                  <a:lnTo>
                    <a:pt x="6197670" y="6210299"/>
                  </a:lnTo>
                  <a:lnTo>
                    <a:pt x="6158069" y="6184899"/>
                  </a:lnTo>
                  <a:lnTo>
                    <a:pt x="6123882" y="6172199"/>
                  </a:lnTo>
                  <a:lnTo>
                    <a:pt x="6084311" y="6146799"/>
                  </a:lnTo>
                  <a:lnTo>
                    <a:pt x="6028563" y="6121399"/>
                  </a:lnTo>
                  <a:lnTo>
                    <a:pt x="5961014" y="6083299"/>
                  </a:lnTo>
                  <a:lnTo>
                    <a:pt x="5893562" y="6057899"/>
                  </a:lnTo>
                  <a:lnTo>
                    <a:pt x="5796143" y="6057899"/>
                  </a:lnTo>
                  <a:lnTo>
                    <a:pt x="5778230" y="6045199"/>
                  </a:lnTo>
                  <a:close/>
                </a:path>
                <a:path w="12192000" h="6845300">
                  <a:moveTo>
                    <a:pt x="7144845" y="6235699"/>
                  </a:moveTo>
                  <a:lnTo>
                    <a:pt x="6847095" y="6235699"/>
                  </a:lnTo>
                  <a:lnTo>
                    <a:pt x="6829885" y="6248399"/>
                  </a:lnTo>
                  <a:lnTo>
                    <a:pt x="6816889" y="6248399"/>
                  </a:lnTo>
                  <a:lnTo>
                    <a:pt x="6793357" y="6261099"/>
                  </a:lnTo>
                  <a:lnTo>
                    <a:pt x="7018264" y="6324599"/>
                  </a:lnTo>
                  <a:lnTo>
                    <a:pt x="7063232" y="6349999"/>
                  </a:lnTo>
                  <a:lnTo>
                    <a:pt x="7046723" y="6337299"/>
                  </a:lnTo>
                  <a:lnTo>
                    <a:pt x="7032323" y="6311899"/>
                  </a:lnTo>
                  <a:lnTo>
                    <a:pt x="7022137" y="6299199"/>
                  </a:lnTo>
                  <a:lnTo>
                    <a:pt x="7018274" y="6286499"/>
                  </a:lnTo>
                  <a:lnTo>
                    <a:pt x="7153275" y="6286499"/>
                  </a:lnTo>
                  <a:lnTo>
                    <a:pt x="7141684" y="6248399"/>
                  </a:lnTo>
                  <a:lnTo>
                    <a:pt x="7144845" y="6235699"/>
                  </a:lnTo>
                  <a:close/>
                </a:path>
                <a:path w="12192000" h="6845300">
                  <a:moveTo>
                    <a:pt x="9273333" y="6324599"/>
                  </a:moveTo>
                  <a:lnTo>
                    <a:pt x="9222740" y="6324599"/>
                  </a:lnTo>
                  <a:lnTo>
                    <a:pt x="9179393" y="6337299"/>
                  </a:lnTo>
                  <a:lnTo>
                    <a:pt x="9317626" y="6337299"/>
                  </a:lnTo>
                  <a:lnTo>
                    <a:pt x="9273333" y="6324599"/>
                  </a:lnTo>
                  <a:close/>
                </a:path>
                <a:path w="12192000" h="6845300">
                  <a:moveTo>
                    <a:pt x="9762617" y="6299199"/>
                  </a:moveTo>
                  <a:lnTo>
                    <a:pt x="9809333" y="6324599"/>
                  </a:lnTo>
                  <a:lnTo>
                    <a:pt x="9819735" y="6327869"/>
                  </a:lnTo>
                  <a:lnTo>
                    <a:pt x="9762617" y="6299199"/>
                  </a:lnTo>
                  <a:close/>
                </a:path>
                <a:path w="12192000" h="6845300">
                  <a:moveTo>
                    <a:pt x="3574875" y="5511799"/>
                  </a:moveTo>
                  <a:lnTo>
                    <a:pt x="2991739" y="5511799"/>
                  </a:lnTo>
                  <a:lnTo>
                    <a:pt x="3043245" y="5537199"/>
                  </a:lnTo>
                  <a:lnTo>
                    <a:pt x="3093958" y="5549899"/>
                  </a:lnTo>
                  <a:lnTo>
                    <a:pt x="3192995" y="5600699"/>
                  </a:lnTo>
                  <a:lnTo>
                    <a:pt x="3241317" y="5613399"/>
                  </a:lnTo>
                  <a:lnTo>
                    <a:pt x="3288840" y="5638799"/>
                  </a:lnTo>
                  <a:lnTo>
                    <a:pt x="3381487" y="5689599"/>
                  </a:lnTo>
                  <a:lnTo>
                    <a:pt x="3426608" y="5702299"/>
                  </a:lnTo>
                  <a:lnTo>
                    <a:pt x="3470926" y="5727699"/>
                  </a:lnTo>
                  <a:lnTo>
                    <a:pt x="3514440" y="5753099"/>
                  </a:lnTo>
                  <a:lnTo>
                    <a:pt x="3557149" y="5778499"/>
                  </a:lnTo>
                  <a:lnTo>
                    <a:pt x="3599053" y="5803899"/>
                  </a:lnTo>
                  <a:lnTo>
                    <a:pt x="3633547" y="5829299"/>
                  </a:lnTo>
                  <a:lnTo>
                    <a:pt x="3672220" y="5841999"/>
                  </a:lnTo>
                  <a:lnTo>
                    <a:pt x="3719300" y="5854699"/>
                  </a:lnTo>
                  <a:lnTo>
                    <a:pt x="3779033" y="5880111"/>
                  </a:lnTo>
                  <a:lnTo>
                    <a:pt x="3801617" y="5892799"/>
                  </a:lnTo>
                  <a:lnTo>
                    <a:pt x="3835607" y="5918199"/>
                  </a:lnTo>
                  <a:lnTo>
                    <a:pt x="3879313" y="5930899"/>
                  </a:lnTo>
                  <a:lnTo>
                    <a:pt x="3926269" y="5956299"/>
                  </a:lnTo>
                  <a:lnTo>
                    <a:pt x="3970005" y="5981699"/>
                  </a:lnTo>
                  <a:lnTo>
                    <a:pt x="4004055" y="6007099"/>
                  </a:lnTo>
                  <a:lnTo>
                    <a:pt x="4041218" y="6032499"/>
                  </a:lnTo>
                  <a:lnTo>
                    <a:pt x="4084014" y="6057899"/>
                  </a:lnTo>
                  <a:lnTo>
                    <a:pt x="4130563" y="6083299"/>
                  </a:lnTo>
                  <a:lnTo>
                    <a:pt x="4227402" y="6121399"/>
                  </a:lnTo>
                  <a:lnTo>
                    <a:pt x="4273931" y="6146799"/>
                  </a:lnTo>
                  <a:lnTo>
                    <a:pt x="4329870" y="6172199"/>
                  </a:lnTo>
                  <a:lnTo>
                    <a:pt x="4383922" y="6197599"/>
                  </a:lnTo>
                  <a:lnTo>
                    <a:pt x="4434220" y="6222999"/>
                  </a:lnTo>
                  <a:lnTo>
                    <a:pt x="4478899" y="6248399"/>
                  </a:lnTo>
                  <a:lnTo>
                    <a:pt x="4516092" y="6273799"/>
                  </a:lnTo>
                  <a:lnTo>
                    <a:pt x="4543933" y="6299199"/>
                  </a:lnTo>
                  <a:lnTo>
                    <a:pt x="4560441" y="6311899"/>
                  </a:lnTo>
                  <a:lnTo>
                    <a:pt x="4574841" y="6324599"/>
                  </a:lnTo>
                  <a:lnTo>
                    <a:pt x="4656973" y="6324599"/>
                  </a:lnTo>
                  <a:lnTo>
                    <a:pt x="4650724" y="6311899"/>
                  </a:lnTo>
                  <a:lnTo>
                    <a:pt x="4646587" y="6299199"/>
                  </a:lnTo>
                  <a:lnTo>
                    <a:pt x="4638768" y="6286499"/>
                  </a:lnTo>
                  <a:lnTo>
                    <a:pt x="4621468" y="6273799"/>
                  </a:lnTo>
                  <a:lnTo>
                    <a:pt x="4588891" y="6261099"/>
                  </a:lnTo>
                  <a:lnTo>
                    <a:pt x="4560776" y="6222999"/>
                  </a:lnTo>
                  <a:lnTo>
                    <a:pt x="4538259" y="6210299"/>
                  </a:lnTo>
                  <a:lnTo>
                    <a:pt x="4498848" y="6184899"/>
                  </a:lnTo>
                  <a:lnTo>
                    <a:pt x="4445089" y="6172199"/>
                  </a:lnTo>
                  <a:lnTo>
                    <a:pt x="4389199" y="6146799"/>
                  </a:lnTo>
                  <a:lnTo>
                    <a:pt x="4337524" y="6121399"/>
                  </a:lnTo>
                  <a:lnTo>
                    <a:pt x="4296410" y="6095999"/>
                  </a:lnTo>
                  <a:lnTo>
                    <a:pt x="4266203" y="6083299"/>
                  </a:lnTo>
                  <a:lnTo>
                    <a:pt x="4184015" y="6083299"/>
                  </a:lnTo>
                  <a:lnTo>
                    <a:pt x="4189985" y="6057899"/>
                  </a:lnTo>
                  <a:lnTo>
                    <a:pt x="4198064" y="6057899"/>
                  </a:lnTo>
                  <a:lnTo>
                    <a:pt x="4193498" y="6045199"/>
                  </a:lnTo>
                  <a:lnTo>
                    <a:pt x="4161536" y="6032499"/>
                  </a:lnTo>
                  <a:lnTo>
                    <a:pt x="4147466" y="6019799"/>
                  </a:lnTo>
                  <a:lnTo>
                    <a:pt x="4085562" y="5981699"/>
                  </a:lnTo>
                  <a:lnTo>
                    <a:pt x="4071492" y="5968999"/>
                  </a:lnTo>
                  <a:lnTo>
                    <a:pt x="4116451" y="5968999"/>
                  </a:lnTo>
                  <a:lnTo>
                    <a:pt x="4122070" y="5956299"/>
                  </a:lnTo>
                  <a:lnTo>
                    <a:pt x="4119260" y="5956299"/>
                  </a:lnTo>
                  <a:lnTo>
                    <a:pt x="4116451" y="5943599"/>
                  </a:lnTo>
                  <a:lnTo>
                    <a:pt x="4341368" y="5943599"/>
                  </a:lnTo>
                  <a:lnTo>
                    <a:pt x="4333640" y="5930899"/>
                  </a:lnTo>
                  <a:lnTo>
                    <a:pt x="4313269" y="5905499"/>
                  </a:lnTo>
                  <a:lnTo>
                    <a:pt x="4284468" y="5905499"/>
                  </a:lnTo>
                  <a:lnTo>
                    <a:pt x="4251452" y="5892799"/>
                  </a:lnTo>
                  <a:lnTo>
                    <a:pt x="4213147" y="5880099"/>
                  </a:lnTo>
                  <a:lnTo>
                    <a:pt x="4173369" y="5854699"/>
                  </a:lnTo>
                  <a:lnTo>
                    <a:pt x="4132302" y="5829299"/>
                  </a:lnTo>
                  <a:lnTo>
                    <a:pt x="4090128" y="5803899"/>
                  </a:lnTo>
                  <a:lnTo>
                    <a:pt x="4047029" y="5778499"/>
                  </a:lnTo>
                  <a:lnTo>
                    <a:pt x="4003190" y="5765799"/>
                  </a:lnTo>
                  <a:lnTo>
                    <a:pt x="3869054" y="5689599"/>
                  </a:lnTo>
                  <a:lnTo>
                    <a:pt x="3830557" y="5664199"/>
                  </a:lnTo>
                  <a:lnTo>
                    <a:pt x="3793121" y="5638799"/>
                  </a:lnTo>
                  <a:lnTo>
                    <a:pt x="3752441" y="5613399"/>
                  </a:lnTo>
                  <a:lnTo>
                    <a:pt x="3704215" y="5587999"/>
                  </a:lnTo>
                  <a:lnTo>
                    <a:pt x="3644138" y="5562599"/>
                  </a:lnTo>
                  <a:lnTo>
                    <a:pt x="3607749" y="5537199"/>
                  </a:lnTo>
                  <a:lnTo>
                    <a:pt x="3574875" y="5511799"/>
                  </a:lnTo>
                  <a:close/>
                </a:path>
                <a:path w="12192000" h="6845300">
                  <a:moveTo>
                    <a:pt x="6497012" y="6311899"/>
                  </a:moveTo>
                  <a:lnTo>
                    <a:pt x="6487001" y="6311899"/>
                  </a:lnTo>
                  <a:lnTo>
                    <a:pt x="6500876" y="6324599"/>
                  </a:lnTo>
                  <a:lnTo>
                    <a:pt x="6497012" y="6311899"/>
                  </a:lnTo>
                  <a:close/>
                </a:path>
                <a:path w="12192000" h="6845300">
                  <a:moveTo>
                    <a:pt x="7439658" y="6299199"/>
                  </a:moveTo>
                  <a:lnTo>
                    <a:pt x="7400671" y="6299199"/>
                  </a:lnTo>
                  <a:lnTo>
                    <a:pt x="7417530" y="6311899"/>
                  </a:lnTo>
                  <a:lnTo>
                    <a:pt x="7451248" y="6324599"/>
                  </a:lnTo>
                  <a:lnTo>
                    <a:pt x="7468108" y="6324599"/>
                  </a:lnTo>
                  <a:lnTo>
                    <a:pt x="7464244" y="6311899"/>
                  </a:lnTo>
                  <a:lnTo>
                    <a:pt x="7454058" y="6311899"/>
                  </a:lnTo>
                  <a:lnTo>
                    <a:pt x="7439658" y="6299199"/>
                  </a:lnTo>
                  <a:close/>
                </a:path>
                <a:path w="12192000" h="6845300">
                  <a:moveTo>
                    <a:pt x="6473126" y="6299199"/>
                  </a:moveTo>
                  <a:lnTo>
                    <a:pt x="6472426" y="6299199"/>
                  </a:lnTo>
                  <a:lnTo>
                    <a:pt x="6486826" y="6311899"/>
                  </a:lnTo>
                  <a:lnTo>
                    <a:pt x="6487001" y="6311899"/>
                  </a:lnTo>
                  <a:lnTo>
                    <a:pt x="6473126" y="6299199"/>
                  </a:lnTo>
                  <a:close/>
                </a:path>
                <a:path w="12192000" h="6845300">
                  <a:moveTo>
                    <a:pt x="7153275" y="6286499"/>
                  </a:moveTo>
                  <a:lnTo>
                    <a:pt x="7018274" y="6286499"/>
                  </a:lnTo>
                  <a:lnTo>
                    <a:pt x="7061495" y="6299199"/>
                  </a:lnTo>
                  <a:lnTo>
                    <a:pt x="7111063" y="6311899"/>
                  </a:lnTo>
                  <a:lnTo>
                    <a:pt x="7147986" y="6299199"/>
                  </a:lnTo>
                  <a:lnTo>
                    <a:pt x="7153275" y="6286499"/>
                  </a:lnTo>
                  <a:close/>
                </a:path>
                <a:path w="12192000" h="6845300">
                  <a:moveTo>
                    <a:pt x="7363088" y="6261099"/>
                  </a:moveTo>
                  <a:lnTo>
                    <a:pt x="7327263" y="6261099"/>
                  </a:lnTo>
                  <a:lnTo>
                    <a:pt x="7341663" y="6273799"/>
                  </a:lnTo>
                  <a:lnTo>
                    <a:pt x="7351849" y="6273799"/>
                  </a:lnTo>
                  <a:lnTo>
                    <a:pt x="7359576" y="6286499"/>
                  </a:lnTo>
                  <a:lnTo>
                    <a:pt x="7369762" y="6286499"/>
                  </a:lnTo>
                  <a:lnTo>
                    <a:pt x="7384162" y="6299199"/>
                  </a:lnTo>
                  <a:lnTo>
                    <a:pt x="7423150" y="6299199"/>
                  </a:lnTo>
                  <a:lnTo>
                    <a:pt x="7405939" y="6286499"/>
                  </a:lnTo>
                  <a:lnTo>
                    <a:pt x="7386621" y="6273799"/>
                  </a:lnTo>
                  <a:lnTo>
                    <a:pt x="7363088" y="6261099"/>
                  </a:lnTo>
                  <a:close/>
                </a:path>
                <a:path w="12192000" h="6845300">
                  <a:moveTo>
                    <a:pt x="8210423" y="5880099"/>
                  </a:moveTo>
                  <a:lnTo>
                    <a:pt x="7850505" y="5880099"/>
                  </a:lnTo>
                  <a:lnTo>
                    <a:pt x="7912697" y="5892799"/>
                  </a:lnTo>
                  <a:lnTo>
                    <a:pt x="7965519" y="5905499"/>
                  </a:lnTo>
                  <a:lnTo>
                    <a:pt x="8010842" y="5918199"/>
                  </a:lnTo>
                  <a:lnTo>
                    <a:pt x="8050534" y="5943599"/>
                  </a:lnTo>
                  <a:lnTo>
                    <a:pt x="8086466" y="5968999"/>
                  </a:lnTo>
                  <a:lnTo>
                    <a:pt x="8120507" y="5981699"/>
                  </a:lnTo>
                  <a:lnTo>
                    <a:pt x="8148202" y="6007099"/>
                  </a:lnTo>
                  <a:lnTo>
                    <a:pt x="8180219" y="6019799"/>
                  </a:lnTo>
                  <a:lnTo>
                    <a:pt x="8220880" y="6045199"/>
                  </a:lnTo>
                  <a:lnTo>
                    <a:pt x="8274508" y="6057899"/>
                  </a:lnTo>
                  <a:lnTo>
                    <a:pt x="8345424" y="6083299"/>
                  </a:lnTo>
                  <a:lnTo>
                    <a:pt x="8415041" y="6095999"/>
                  </a:lnTo>
                  <a:lnTo>
                    <a:pt x="8463549" y="6108699"/>
                  </a:lnTo>
                  <a:lnTo>
                    <a:pt x="8503604" y="6134099"/>
                  </a:lnTo>
                  <a:lnTo>
                    <a:pt x="8547862" y="6172199"/>
                  </a:lnTo>
                  <a:lnTo>
                    <a:pt x="8602344" y="6184899"/>
                  </a:lnTo>
                  <a:lnTo>
                    <a:pt x="8653690" y="6210299"/>
                  </a:lnTo>
                  <a:lnTo>
                    <a:pt x="8702532" y="6235699"/>
                  </a:lnTo>
                  <a:lnTo>
                    <a:pt x="8749500" y="6261099"/>
                  </a:lnTo>
                  <a:lnTo>
                    <a:pt x="8790949" y="6284123"/>
                  </a:lnTo>
                  <a:lnTo>
                    <a:pt x="8797067" y="6286499"/>
                  </a:lnTo>
                  <a:lnTo>
                    <a:pt x="8840343" y="6299199"/>
                  </a:lnTo>
                  <a:lnTo>
                    <a:pt x="8879875" y="6299199"/>
                  </a:lnTo>
                  <a:lnTo>
                    <a:pt x="8837292" y="6273799"/>
                  </a:lnTo>
                  <a:lnTo>
                    <a:pt x="8795385" y="6261099"/>
                  </a:lnTo>
                  <a:lnTo>
                    <a:pt x="8954898" y="6261099"/>
                  </a:lnTo>
                  <a:lnTo>
                    <a:pt x="8905674" y="6235699"/>
                  </a:lnTo>
                  <a:lnTo>
                    <a:pt x="8885301" y="6235699"/>
                  </a:lnTo>
                  <a:lnTo>
                    <a:pt x="8833855" y="6210299"/>
                  </a:lnTo>
                  <a:lnTo>
                    <a:pt x="8786708" y="6184899"/>
                  </a:lnTo>
                  <a:lnTo>
                    <a:pt x="8660384" y="6184899"/>
                  </a:lnTo>
                  <a:lnTo>
                    <a:pt x="8637905" y="6172199"/>
                  </a:lnTo>
                  <a:lnTo>
                    <a:pt x="8622099" y="6159499"/>
                  </a:lnTo>
                  <a:lnTo>
                    <a:pt x="8629475" y="6146799"/>
                  </a:lnTo>
                  <a:lnTo>
                    <a:pt x="8641066" y="6121399"/>
                  </a:lnTo>
                  <a:lnTo>
                    <a:pt x="8637905" y="6095999"/>
                  </a:lnTo>
                  <a:lnTo>
                    <a:pt x="8601241" y="6070599"/>
                  </a:lnTo>
                  <a:lnTo>
                    <a:pt x="8559837" y="6057899"/>
                  </a:lnTo>
                  <a:lnTo>
                    <a:pt x="8515275" y="6032499"/>
                  </a:lnTo>
                  <a:lnTo>
                    <a:pt x="8423005" y="5994399"/>
                  </a:lnTo>
                  <a:lnTo>
                    <a:pt x="8378461" y="5968999"/>
                  </a:lnTo>
                  <a:lnTo>
                    <a:pt x="8337087" y="5943599"/>
                  </a:lnTo>
                  <a:lnTo>
                    <a:pt x="8300466" y="5918199"/>
                  </a:lnTo>
                  <a:lnTo>
                    <a:pt x="8270609" y="5918199"/>
                  </a:lnTo>
                  <a:lnTo>
                    <a:pt x="8247062" y="5905499"/>
                  </a:lnTo>
                  <a:lnTo>
                    <a:pt x="8227706" y="5892799"/>
                  </a:lnTo>
                  <a:lnTo>
                    <a:pt x="8210423" y="5880099"/>
                  </a:lnTo>
                  <a:close/>
                </a:path>
                <a:path w="12192000" h="6845300">
                  <a:moveTo>
                    <a:pt x="9630679" y="6286499"/>
                  </a:moveTo>
                  <a:lnTo>
                    <a:pt x="9613526" y="6286499"/>
                  </a:lnTo>
                  <a:lnTo>
                    <a:pt x="9642067" y="6299199"/>
                  </a:lnTo>
                  <a:lnTo>
                    <a:pt x="9645460" y="6299199"/>
                  </a:lnTo>
                  <a:lnTo>
                    <a:pt x="9630679" y="6286499"/>
                  </a:lnTo>
                  <a:close/>
                </a:path>
                <a:path w="12192000" h="6845300">
                  <a:moveTo>
                    <a:pt x="9699133" y="6261099"/>
                  </a:moveTo>
                  <a:lnTo>
                    <a:pt x="9670837" y="6261099"/>
                  </a:lnTo>
                  <a:lnTo>
                    <a:pt x="9697926" y="6273799"/>
                  </a:lnTo>
                  <a:lnTo>
                    <a:pt x="9729229" y="6286499"/>
                  </a:lnTo>
                  <a:lnTo>
                    <a:pt x="9762617" y="6299199"/>
                  </a:lnTo>
                  <a:lnTo>
                    <a:pt x="9741874" y="6286499"/>
                  </a:lnTo>
                  <a:lnTo>
                    <a:pt x="9714785" y="6273799"/>
                  </a:lnTo>
                  <a:lnTo>
                    <a:pt x="9699133" y="6261099"/>
                  </a:lnTo>
                  <a:close/>
                </a:path>
                <a:path w="12192000" h="6845300">
                  <a:moveTo>
                    <a:pt x="6409150" y="6261099"/>
                  </a:moveTo>
                  <a:lnTo>
                    <a:pt x="6337425" y="6261099"/>
                  </a:lnTo>
                  <a:lnTo>
                    <a:pt x="6346205" y="6273799"/>
                  </a:lnTo>
                  <a:lnTo>
                    <a:pt x="6359201" y="6273799"/>
                  </a:lnTo>
                  <a:lnTo>
                    <a:pt x="6365875" y="6286499"/>
                  </a:lnTo>
                  <a:lnTo>
                    <a:pt x="6447472" y="6286499"/>
                  </a:lnTo>
                  <a:lnTo>
                    <a:pt x="6409150" y="6261099"/>
                  </a:lnTo>
                  <a:close/>
                </a:path>
                <a:path w="12192000" h="6845300">
                  <a:moveTo>
                    <a:pt x="6881805" y="6007099"/>
                  </a:moveTo>
                  <a:lnTo>
                    <a:pt x="6860794" y="6007099"/>
                  </a:lnTo>
                  <a:lnTo>
                    <a:pt x="6877653" y="6032499"/>
                  </a:lnTo>
                  <a:lnTo>
                    <a:pt x="6894512" y="6045199"/>
                  </a:lnTo>
                  <a:lnTo>
                    <a:pt x="6911371" y="6045199"/>
                  </a:lnTo>
                  <a:lnTo>
                    <a:pt x="6928231" y="6057899"/>
                  </a:lnTo>
                  <a:lnTo>
                    <a:pt x="6960124" y="6083299"/>
                  </a:lnTo>
                  <a:lnTo>
                    <a:pt x="6999552" y="6095999"/>
                  </a:lnTo>
                  <a:lnTo>
                    <a:pt x="7043289" y="6121399"/>
                  </a:lnTo>
                  <a:lnTo>
                    <a:pt x="7088112" y="6146799"/>
                  </a:lnTo>
                  <a:lnTo>
                    <a:pt x="7130796" y="6172199"/>
                  </a:lnTo>
                  <a:lnTo>
                    <a:pt x="7151518" y="6184899"/>
                  </a:lnTo>
                  <a:lnTo>
                    <a:pt x="7178563" y="6197599"/>
                  </a:lnTo>
                  <a:lnTo>
                    <a:pt x="7209823" y="6222999"/>
                  </a:lnTo>
                  <a:lnTo>
                    <a:pt x="7243191" y="6235699"/>
                  </a:lnTo>
                  <a:lnTo>
                    <a:pt x="7260052" y="6235699"/>
                  </a:lnTo>
                  <a:lnTo>
                    <a:pt x="7293822" y="6248399"/>
                  </a:lnTo>
                  <a:lnTo>
                    <a:pt x="7310755" y="6261099"/>
                  </a:lnTo>
                  <a:lnTo>
                    <a:pt x="7333233" y="6261099"/>
                  </a:lnTo>
                  <a:lnTo>
                    <a:pt x="7296409" y="6235699"/>
                  </a:lnTo>
                  <a:lnTo>
                    <a:pt x="7224075" y="6184899"/>
                  </a:lnTo>
                  <a:lnTo>
                    <a:pt x="7186711" y="6172199"/>
                  </a:lnTo>
                  <a:lnTo>
                    <a:pt x="7147313" y="6146799"/>
                  </a:lnTo>
                  <a:lnTo>
                    <a:pt x="7104953" y="6121399"/>
                  </a:lnTo>
                  <a:lnTo>
                    <a:pt x="7058706" y="6095999"/>
                  </a:lnTo>
                  <a:lnTo>
                    <a:pt x="7007642" y="6083299"/>
                  </a:lnTo>
                  <a:lnTo>
                    <a:pt x="6950836" y="6057899"/>
                  </a:lnTo>
                  <a:lnTo>
                    <a:pt x="6918448" y="6032499"/>
                  </a:lnTo>
                  <a:lnTo>
                    <a:pt x="6881805" y="6007099"/>
                  </a:lnTo>
                  <a:close/>
                </a:path>
                <a:path w="12192000" h="6845300">
                  <a:moveTo>
                    <a:pt x="5353685" y="6083299"/>
                  </a:moveTo>
                  <a:lnTo>
                    <a:pt x="5286248" y="6083299"/>
                  </a:lnTo>
                  <a:lnTo>
                    <a:pt x="5335343" y="6095999"/>
                  </a:lnTo>
                  <a:lnTo>
                    <a:pt x="5376891" y="6121399"/>
                  </a:lnTo>
                  <a:lnTo>
                    <a:pt x="5414135" y="6146799"/>
                  </a:lnTo>
                  <a:lnTo>
                    <a:pt x="5450319" y="6159499"/>
                  </a:lnTo>
                  <a:lnTo>
                    <a:pt x="5488686" y="6184899"/>
                  </a:lnTo>
                  <a:lnTo>
                    <a:pt x="5522404" y="6210299"/>
                  </a:lnTo>
                  <a:lnTo>
                    <a:pt x="5589841" y="6235699"/>
                  </a:lnTo>
                  <a:lnTo>
                    <a:pt x="5627571" y="6235699"/>
                  </a:lnTo>
                  <a:lnTo>
                    <a:pt x="5594463" y="6222999"/>
                  </a:lnTo>
                  <a:lnTo>
                    <a:pt x="5558113" y="6210299"/>
                  </a:lnTo>
                  <a:lnTo>
                    <a:pt x="5533644" y="6184899"/>
                  </a:lnTo>
                  <a:lnTo>
                    <a:pt x="5533644" y="6172199"/>
                  </a:lnTo>
                  <a:lnTo>
                    <a:pt x="5578602" y="6172199"/>
                  </a:lnTo>
                  <a:lnTo>
                    <a:pt x="5533630" y="6146799"/>
                  </a:lnTo>
                  <a:lnTo>
                    <a:pt x="5483246" y="6134099"/>
                  </a:lnTo>
                  <a:lnTo>
                    <a:pt x="5432855" y="6108699"/>
                  </a:lnTo>
                  <a:lnTo>
                    <a:pt x="5387866" y="6095999"/>
                  </a:lnTo>
                  <a:lnTo>
                    <a:pt x="5353685" y="6083299"/>
                  </a:lnTo>
                  <a:close/>
                </a:path>
                <a:path w="12192000" h="6845300">
                  <a:moveTo>
                    <a:pt x="7144883" y="6210299"/>
                  </a:moveTo>
                  <a:lnTo>
                    <a:pt x="6905752" y="6210299"/>
                  </a:lnTo>
                  <a:lnTo>
                    <a:pt x="6918045" y="6222999"/>
                  </a:lnTo>
                  <a:lnTo>
                    <a:pt x="6919801" y="6235699"/>
                  </a:lnTo>
                  <a:lnTo>
                    <a:pt x="7220711" y="6235699"/>
                  </a:lnTo>
                  <a:lnTo>
                    <a:pt x="7169087" y="6222999"/>
                  </a:lnTo>
                  <a:lnTo>
                    <a:pt x="7144883" y="6210299"/>
                  </a:lnTo>
                  <a:close/>
                </a:path>
                <a:path w="12192000" h="6845300">
                  <a:moveTo>
                    <a:pt x="4678807" y="5422899"/>
                  </a:moveTo>
                  <a:lnTo>
                    <a:pt x="3576574" y="5422899"/>
                  </a:lnTo>
                  <a:lnTo>
                    <a:pt x="3624064" y="5448299"/>
                  </a:lnTo>
                  <a:lnTo>
                    <a:pt x="3669411" y="5473699"/>
                  </a:lnTo>
                  <a:lnTo>
                    <a:pt x="3718948" y="5499099"/>
                  </a:lnTo>
                  <a:lnTo>
                    <a:pt x="3779012" y="5511799"/>
                  </a:lnTo>
                  <a:lnTo>
                    <a:pt x="3812452" y="5524499"/>
                  </a:lnTo>
                  <a:lnTo>
                    <a:pt x="3843750" y="5549899"/>
                  </a:lnTo>
                  <a:lnTo>
                    <a:pt x="3870809" y="5562599"/>
                  </a:lnTo>
                  <a:lnTo>
                    <a:pt x="3891534" y="5575299"/>
                  </a:lnTo>
                  <a:lnTo>
                    <a:pt x="3888372" y="5575299"/>
                  </a:lnTo>
                  <a:lnTo>
                    <a:pt x="3883104" y="5587999"/>
                  </a:lnTo>
                  <a:lnTo>
                    <a:pt x="3882050" y="5587999"/>
                  </a:lnTo>
                  <a:lnTo>
                    <a:pt x="3891534" y="5600699"/>
                  </a:lnTo>
                  <a:lnTo>
                    <a:pt x="3958971" y="5600699"/>
                  </a:lnTo>
                  <a:lnTo>
                    <a:pt x="3976254" y="5613399"/>
                  </a:lnTo>
                  <a:lnTo>
                    <a:pt x="3995610" y="5613399"/>
                  </a:lnTo>
                  <a:lnTo>
                    <a:pt x="4019157" y="5626099"/>
                  </a:lnTo>
                  <a:lnTo>
                    <a:pt x="4049014" y="5651499"/>
                  </a:lnTo>
                  <a:lnTo>
                    <a:pt x="4084559" y="5676899"/>
                  </a:lnTo>
                  <a:lnTo>
                    <a:pt x="4123383" y="5689599"/>
                  </a:lnTo>
                  <a:lnTo>
                    <a:pt x="4165016" y="5714999"/>
                  </a:lnTo>
                  <a:lnTo>
                    <a:pt x="4208991" y="5740399"/>
                  </a:lnTo>
                  <a:lnTo>
                    <a:pt x="4254839" y="5765799"/>
                  </a:lnTo>
                  <a:lnTo>
                    <a:pt x="4302093" y="5778499"/>
                  </a:lnTo>
                  <a:lnTo>
                    <a:pt x="4495833" y="5880111"/>
                  </a:lnTo>
                  <a:lnTo>
                    <a:pt x="4543042" y="5892799"/>
                  </a:lnTo>
                  <a:lnTo>
                    <a:pt x="4588891" y="5918199"/>
                  </a:lnTo>
                  <a:lnTo>
                    <a:pt x="4678839" y="5968999"/>
                  </a:lnTo>
                  <a:lnTo>
                    <a:pt x="4768817" y="6032499"/>
                  </a:lnTo>
                  <a:lnTo>
                    <a:pt x="4858766" y="6083299"/>
                  </a:lnTo>
                  <a:lnTo>
                    <a:pt x="4896421" y="6095999"/>
                  </a:lnTo>
                  <a:lnTo>
                    <a:pt x="4940363" y="6121399"/>
                  </a:lnTo>
                  <a:lnTo>
                    <a:pt x="4988496" y="6146799"/>
                  </a:lnTo>
                  <a:lnTo>
                    <a:pt x="5038725" y="6172199"/>
                  </a:lnTo>
                  <a:lnTo>
                    <a:pt x="5066839" y="6197599"/>
                  </a:lnTo>
                  <a:lnTo>
                    <a:pt x="5089356" y="6210299"/>
                  </a:lnTo>
                  <a:lnTo>
                    <a:pt x="5128768" y="6210299"/>
                  </a:lnTo>
                  <a:lnTo>
                    <a:pt x="5183209" y="6222999"/>
                  </a:lnTo>
                  <a:lnTo>
                    <a:pt x="5193395" y="6210299"/>
                  </a:lnTo>
                  <a:lnTo>
                    <a:pt x="5182506" y="6197599"/>
                  </a:lnTo>
                  <a:lnTo>
                    <a:pt x="5173726" y="6184899"/>
                  </a:lnTo>
                  <a:lnTo>
                    <a:pt x="5211425" y="6184899"/>
                  </a:lnTo>
                  <a:lnTo>
                    <a:pt x="5182155" y="6159499"/>
                  </a:lnTo>
                  <a:lnTo>
                    <a:pt x="5134036" y="6134099"/>
                  </a:lnTo>
                  <a:lnTo>
                    <a:pt x="5083810" y="6095999"/>
                  </a:lnTo>
                  <a:lnTo>
                    <a:pt x="5105937" y="6095999"/>
                  </a:lnTo>
                  <a:lnTo>
                    <a:pt x="5083810" y="6083299"/>
                  </a:lnTo>
                  <a:lnTo>
                    <a:pt x="5036317" y="6057899"/>
                  </a:lnTo>
                  <a:lnTo>
                    <a:pt x="4990957" y="6045199"/>
                  </a:lnTo>
                  <a:lnTo>
                    <a:pt x="4941381" y="6019799"/>
                  </a:lnTo>
                  <a:lnTo>
                    <a:pt x="4881245" y="5981699"/>
                  </a:lnTo>
                  <a:lnTo>
                    <a:pt x="4890781" y="5981699"/>
                  </a:lnTo>
                  <a:lnTo>
                    <a:pt x="4836287" y="5968999"/>
                  </a:lnTo>
                  <a:lnTo>
                    <a:pt x="4816969" y="5943599"/>
                  </a:lnTo>
                  <a:lnTo>
                    <a:pt x="4799758" y="5930899"/>
                  </a:lnTo>
                  <a:lnTo>
                    <a:pt x="4795192" y="5918199"/>
                  </a:lnTo>
                  <a:lnTo>
                    <a:pt x="5384593" y="5918199"/>
                  </a:lnTo>
                  <a:lnTo>
                    <a:pt x="5395481" y="5905499"/>
                  </a:lnTo>
                  <a:lnTo>
                    <a:pt x="5621135" y="5905499"/>
                  </a:lnTo>
                  <a:lnTo>
                    <a:pt x="5599177" y="5892799"/>
                  </a:lnTo>
                  <a:lnTo>
                    <a:pt x="5572353" y="5880099"/>
                  </a:lnTo>
                  <a:lnTo>
                    <a:pt x="5490792" y="5841999"/>
                  </a:lnTo>
                  <a:lnTo>
                    <a:pt x="5443601" y="5829299"/>
                  </a:lnTo>
                  <a:lnTo>
                    <a:pt x="5439737" y="5816599"/>
                  </a:lnTo>
                  <a:lnTo>
                    <a:pt x="5429551" y="5803899"/>
                  </a:lnTo>
                  <a:lnTo>
                    <a:pt x="5398643" y="5803899"/>
                  </a:lnTo>
                  <a:lnTo>
                    <a:pt x="5349175" y="5791199"/>
                  </a:lnTo>
                  <a:lnTo>
                    <a:pt x="5260989" y="5740399"/>
                  </a:lnTo>
                  <a:lnTo>
                    <a:pt x="5211503" y="5714999"/>
                  </a:lnTo>
                  <a:lnTo>
                    <a:pt x="5151247" y="5689599"/>
                  </a:lnTo>
                  <a:lnTo>
                    <a:pt x="5130522" y="5676899"/>
                  </a:lnTo>
                  <a:lnTo>
                    <a:pt x="5103463" y="5664199"/>
                  </a:lnTo>
                  <a:lnTo>
                    <a:pt x="5072165" y="5651499"/>
                  </a:lnTo>
                  <a:lnTo>
                    <a:pt x="5038725" y="5651499"/>
                  </a:lnTo>
                  <a:lnTo>
                    <a:pt x="5014136" y="5613399"/>
                  </a:lnTo>
                  <a:lnTo>
                    <a:pt x="4976891" y="5600699"/>
                  </a:lnTo>
                  <a:lnTo>
                    <a:pt x="4931193" y="5575299"/>
                  </a:lnTo>
                  <a:lnTo>
                    <a:pt x="4881245" y="5562599"/>
                  </a:lnTo>
                  <a:lnTo>
                    <a:pt x="4851038" y="5537199"/>
                  </a:lnTo>
                  <a:lnTo>
                    <a:pt x="4799056" y="5511799"/>
                  </a:lnTo>
                  <a:lnTo>
                    <a:pt x="4768850" y="5511799"/>
                  </a:lnTo>
                  <a:lnTo>
                    <a:pt x="4768850" y="5486399"/>
                  </a:lnTo>
                  <a:lnTo>
                    <a:pt x="4732653" y="5473699"/>
                  </a:lnTo>
                  <a:lnTo>
                    <a:pt x="4698539" y="5460999"/>
                  </a:lnTo>
                  <a:lnTo>
                    <a:pt x="4677070" y="5435599"/>
                  </a:lnTo>
                  <a:lnTo>
                    <a:pt x="4678807" y="5422899"/>
                  </a:lnTo>
                  <a:close/>
                </a:path>
                <a:path w="12192000" h="6845300">
                  <a:moveTo>
                    <a:pt x="6883273" y="6083299"/>
                  </a:moveTo>
                  <a:lnTo>
                    <a:pt x="6331825" y="6083299"/>
                  </a:lnTo>
                  <a:lnTo>
                    <a:pt x="6363128" y="6095999"/>
                  </a:lnTo>
                  <a:lnTo>
                    <a:pt x="6390217" y="6108699"/>
                  </a:lnTo>
                  <a:lnTo>
                    <a:pt x="6453953" y="6134099"/>
                  </a:lnTo>
                  <a:lnTo>
                    <a:pt x="6501280" y="6146799"/>
                  </a:lnTo>
                  <a:lnTo>
                    <a:pt x="6551850" y="6159499"/>
                  </a:lnTo>
                  <a:lnTo>
                    <a:pt x="6658356" y="6184899"/>
                  </a:lnTo>
                  <a:lnTo>
                    <a:pt x="6718139" y="6210299"/>
                  </a:lnTo>
                  <a:lnTo>
                    <a:pt x="6765242" y="6222999"/>
                  </a:lnTo>
                  <a:lnTo>
                    <a:pt x="6803892" y="6210299"/>
                  </a:lnTo>
                  <a:lnTo>
                    <a:pt x="7144883" y="6210299"/>
                  </a:lnTo>
                  <a:lnTo>
                    <a:pt x="7120680" y="6197599"/>
                  </a:lnTo>
                  <a:lnTo>
                    <a:pt x="7024940" y="6172199"/>
                  </a:lnTo>
                  <a:lnTo>
                    <a:pt x="6950836" y="6172199"/>
                  </a:lnTo>
                  <a:lnTo>
                    <a:pt x="6951188" y="6159499"/>
                  </a:lnTo>
                  <a:lnTo>
                    <a:pt x="6953646" y="6146799"/>
                  </a:lnTo>
                  <a:lnTo>
                    <a:pt x="6991931" y="6146799"/>
                  </a:lnTo>
                  <a:lnTo>
                    <a:pt x="6987365" y="6134099"/>
                  </a:lnTo>
                  <a:lnTo>
                    <a:pt x="6970154" y="6121399"/>
                  </a:lnTo>
                  <a:lnTo>
                    <a:pt x="6931056" y="6121399"/>
                  </a:lnTo>
                  <a:lnTo>
                    <a:pt x="6928584" y="6108699"/>
                  </a:lnTo>
                  <a:lnTo>
                    <a:pt x="6928231" y="6095999"/>
                  </a:lnTo>
                  <a:lnTo>
                    <a:pt x="6883273" y="6083299"/>
                  </a:lnTo>
                  <a:close/>
                </a:path>
                <a:path w="12192000" h="6845300">
                  <a:moveTo>
                    <a:pt x="5211425" y="6184899"/>
                  </a:moveTo>
                  <a:lnTo>
                    <a:pt x="5173726" y="6184899"/>
                  </a:lnTo>
                  <a:lnTo>
                    <a:pt x="5190936" y="6197599"/>
                  </a:lnTo>
                  <a:lnTo>
                    <a:pt x="5210254" y="6197599"/>
                  </a:lnTo>
                  <a:lnTo>
                    <a:pt x="5233787" y="6210299"/>
                  </a:lnTo>
                  <a:lnTo>
                    <a:pt x="5263642" y="6210299"/>
                  </a:lnTo>
                  <a:lnTo>
                    <a:pt x="5226059" y="6197599"/>
                  </a:lnTo>
                  <a:lnTo>
                    <a:pt x="5211425" y="6184899"/>
                  </a:lnTo>
                  <a:close/>
                </a:path>
                <a:path w="12192000" h="6845300">
                  <a:moveTo>
                    <a:pt x="7544101" y="6095999"/>
                  </a:moveTo>
                  <a:lnTo>
                    <a:pt x="7513193" y="6095999"/>
                  </a:lnTo>
                  <a:lnTo>
                    <a:pt x="7535672" y="6121399"/>
                  </a:lnTo>
                  <a:lnTo>
                    <a:pt x="7636881" y="6172199"/>
                  </a:lnTo>
                  <a:lnTo>
                    <a:pt x="7670673" y="6184899"/>
                  </a:lnTo>
                  <a:lnTo>
                    <a:pt x="7693152" y="6184899"/>
                  </a:lnTo>
                  <a:lnTo>
                    <a:pt x="7625603" y="6159499"/>
                  </a:lnTo>
                  <a:lnTo>
                    <a:pt x="7558151" y="6121399"/>
                  </a:lnTo>
                  <a:lnTo>
                    <a:pt x="7545857" y="6108699"/>
                  </a:lnTo>
                  <a:lnTo>
                    <a:pt x="7544101" y="6095999"/>
                  </a:lnTo>
                  <a:close/>
                </a:path>
                <a:path w="12192000" h="6845300">
                  <a:moveTo>
                    <a:pt x="7137961" y="5676899"/>
                  </a:moveTo>
                  <a:lnTo>
                    <a:pt x="6299303" y="5676899"/>
                  </a:lnTo>
                  <a:lnTo>
                    <a:pt x="6346269" y="5689599"/>
                  </a:lnTo>
                  <a:lnTo>
                    <a:pt x="6395108" y="5689599"/>
                  </a:lnTo>
                  <a:lnTo>
                    <a:pt x="6446438" y="5702299"/>
                  </a:lnTo>
                  <a:lnTo>
                    <a:pt x="6500876" y="5714999"/>
                  </a:lnTo>
                  <a:lnTo>
                    <a:pt x="6549027" y="5740399"/>
                  </a:lnTo>
                  <a:lnTo>
                    <a:pt x="6596773" y="5753099"/>
                  </a:lnTo>
                  <a:lnTo>
                    <a:pt x="6643727" y="5778499"/>
                  </a:lnTo>
                  <a:lnTo>
                    <a:pt x="6689499" y="5791199"/>
                  </a:lnTo>
                  <a:lnTo>
                    <a:pt x="6733700" y="5816599"/>
                  </a:lnTo>
                  <a:lnTo>
                    <a:pt x="6775942" y="5829299"/>
                  </a:lnTo>
                  <a:lnTo>
                    <a:pt x="6815835" y="5854699"/>
                  </a:lnTo>
                  <a:lnTo>
                    <a:pt x="6855748" y="5867399"/>
                  </a:lnTo>
                  <a:lnTo>
                    <a:pt x="6875315" y="5880111"/>
                  </a:lnTo>
                  <a:lnTo>
                    <a:pt x="6972757" y="5943599"/>
                  </a:lnTo>
                  <a:lnTo>
                    <a:pt x="7012654" y="5968999"/>
                  </a:lnTo>
                  <a:lnTo>
                    <a:pt x="7053900" y="5994399"/>
                  </a:lnTo>
                  <a:lnTo>
                    <a:pt x="7097035" y="6007099"/>
                  </a:lnTo>
                  <a:lnTo>
                    <a:pt x="7142601" y="6032499"/>
                  </a:lnTo>
                  <a:lnTo>
                    <a:pt x="7191140" y="6057899"/>
                  </a:lnTo>
                  <a:lnTo>
                    <a:pt x="7243191" y="6083299"/>
                  </a:lnTo>
                  <a:lnTo>
                    <a:pt x="7280397" y="6083299"/>
                  </a:lnTo>
                  <a:lnTo>
                    <a:pt x="7323210" y="6095999"/>
                  </a:lnTo>
                  <a:lnTo>
                    <a:pt x="7369762" y="6108699"/>
                  </a:lnTo>
                  <a:lnTo>
                    <a:pt x="7418187" y="6134099"/>
                  </a:lnTo>
                  <a:lnTo>
                    <a:pt x="7466619" y="6146799"/>
                  </a:lnTo>
                  <a:lnTo>
                    <a:pt x="7513193" y="6172199"/>
                  </a:lnTo>
                  <a:lnTo>
                    <a:pt x="7511065" y="6134099"/>
                  </a:lnTo>
                  <a:lnTo>
                    <a:pt x="7479410" y="6108699"/>
                  </a:lnTo>
                  <a:lnTo>
                    <a:pt x="7430896" y="6095999"/>
                  </a:lnTo>
                  <a:lnTo>
                    <a:pt x="7378192" y="6083299"/>
                  </a:lnTo>
                  <a:lnTo>
                    <a:pt x="7341643" y="6057899"/>
                  </a:lnTo>
                  <a:lnTo>
                    <a:pt x="7305071" y="6057899"/>
                  </a:lnTo>
                  <a:lnTo>
                    <a:pt x="7276929" y="6045199"/>
                  </a:lnTo>
                  <a:lnTo>
                    <a:pt x="7265670" y="6032499"/>
                  </a:lnTo>
                  <a:lnTo>
                    <a:pt x="7273417" y="6019799"/>
                  </a:lnTo>
                  <a:lnTo>
                    <a:pt x="7639299" y="6019799"/>
                  </a:lnTo>
                  <a:lnTo>
                    <a:pt x="7589095" y="6007099"/>
                  </a:lnTo>
                  <a:lnTo>
                    <a:pt x="7535672" y="5981699"/>
                  </a:lnTo>
                  <a:lnTo>
                    <a:pt x="7518459" y="5968999"/>
                  </a:lnTo>
                  <a:lnTo>
                    <a:pt x="7499127" y="5968999"/>
                  </a:lnTo>
                  <a:lnTo>
                    <a:pt x="7475557" y="5956299"/>
                  </a:lnTo>
                  <a:lnTo>
                    <a:pt x="7445629" y="5943599"/>
                  </a:lnTo>
                  <a:lnTo>
                    <a:pt x="7423150" y="5918199"/>
                  </a:lnTo>
                  <a:lnTo>
                    <a:pt x="7418935" y="5918199"/>
                  </a:lnTo>
                  <a:lnTo>
                    <a:pt x="7406290" y="5905499"/>
                  </a:lnTo>
                  <a:lnTo>
                    <a:pt x="7385216" y="5905499"/>
                  </a:lnTo>
                  <a:lnTo>
                    <a:pt x="7355713" y="5892799"/>
                  </a:lnTo>
                  <a:lnTo>
                    <a:pt x="7339204" y="5880099"/>
                  </a:lnTo>
                  <a:lnTo>
                    <a:pt x="7310755" y="5880099"/>
                  </a:lnTo>
                  <a:lnTo>
                    <a:pt x="7323028" y="5854699"/>
                  </a:lnTo>
                  <a:lnTo>
                    <a:pt x="7307881" y="5841999"/>
                  </a:lnTo>
                  <a:lnTo>
                    <a:pt x="7288520" y="5829299"/>
                  </a:lnTo>
                  <a:lnTo>
                    <a:pt x="7405939" y="5829299"/>
                  </a:lnTo>
                  <a:lnTo>
                    <a:pt x="7392241" y="5816599"/>
                  </a:lnTo>
                  <a:lnTo>
                    <a:pt x="7365898" y="5803899"/>
                  </a:lnTo>
                  <a:lnTo>
                    <a:pt x="7333233" y="5778499"/>
                  </a:lnTo>
                  <a:lnTo>
                    <a:pt x="7303305" y="5765799"/>
                  </a:lnTo>
                  <a:lnTo>
                    <a:pt x="7279735" y="5765799"/>
                  </a:lnTo>
                  <a:lnTo>
                    <a:pt x="7260403" y="5753099"/>
                  </a:lnTo>
                  <a:lnTo>
                    <a:pt x="7243191" y="5740399"/>
                  </a:lnTo>
                  <a:lnTo>
                    <a:pt x="7215316" y="5714999"/>
                  </a:lnTo>
                  <a:lnTo>
                    <a:pt x="7182039" y="5689599"/>
                  </a:lnTo>
                  <a:lnTo>
                    <a:pt x="7137961" y="5676899"/>
                  </a:lnTo>
                  <a:close/>
                </a:path>
                <a:path w="12192000" h="6845300">
                  <a:moveTo>
                    <a:pt x="7639299" y="6019799"/>
                  </a:moveTo>
                  <a:lnTo>
                    <a:pt x="7293832" y="6019799"/>
                  </a:lnTo>
                  <a:lnTo>
                    <a:pt x="7322677" y="6032499"/>
                  </a:lnTo>
                  <a:lnTo>
                    <a:pt x="7445629" y="6032499"/>
                  </a:lnTo>
                  <a:lnTo>
                    <a:pt x="7449494" y="6045199"/>
                  </a:lnTo>
                  <a:lnTo>
                    <a:pt x="7459694" y="6057899"/>
                  </a:lnTo>
                  <a:lnTo>
                    <a:pt x="7474132" y="6057899"/>
                  </a:lnTo>
                  <a:lnTo>
                    <a:pt x="7490714" y="6083299"/>
                  </a:lnTo>
                  <a:lnTo>
                    <a:pt x="7580630" y="6083299"/>
                  </a:lnTo>
                  <a:lnTo>
                    <a:pt x="7610486" y="6095999"/>
                  </a:lnTo>
                  <a:lnTo>
                    <a:pt x="7670673" y="6095999"/>
                  </a:lnTo>
                  <a:lnTo>
                    <a:pt x="7691747" y="6121399"/>
                  </a:lnTo>
                  <a:lnTo>
                    <a:pt x="7721250" y="6134099"/>
                  </a:lnTo>
                  <a:lnTo>
                    <a:pt x="7759184" y="6146799"/>
                  </a:lnTo>
                  <a:lnTo>
                    <a:pt x="7805547" y="6146799"/>
                  </a:lnTo>
                  <a:lnTo>
                    <a:pt x="7788687" y="6134099"/>
                  </a:lnTo>
                  <a:lnTo>
                    <a:pt x="7771828" y="6108699"/>
                  </a:lnTo>
                  <a:lnTo>
                    <a:pt x="7754969" y="6108699"/>
                  </a:lnTo>
                  <a:lnTo>
                    <a:pt x="7738109" y="6095999"/>
                  </a:lnTo>
                  <a:lnTo>
                    <a:pt x="7717056" y="6070599"/>
                  </a:lnTo>
                  <a:lnTo>
                    <a:pt x="7683036" y="6045199"/>
                  </a:lnTo>
                  <a:lnTo>
                    <a:pt x="7639299" y="6019799"/>
                  </a:lnTo>
                  <a:close/>
                </a:path>
                <a:path w="12192000" h="6845300">
                  <a:moveTo>
                    <a:pt x="5384593" y="5918199"/>
                  </a:moveTo>
                  <a:lnTo>
                    <a:pt x="4813808" y="5918199"/>
                  </a:lnTo>
                  <a:lnTo>
                    <a:pt x="4855120" y="5930899"/>
                  </a:lnTo>
                  <a:lnTo>
                    <a:pt x="4895369" y="5956299"/>
                  </a:lnTo>
                  <a:lnTo>
                    <a:pt x="4976907" y="5994399"/>
                  </a:lnTo>
                  <a:lnTo>
                    <a:pt x="5020309" y="6019799"/>
                  </a:lnTo>
                  <a:lnTo>
                    <a:pt x="5066875" y="6045199"/>
                  </a:lnTo>
                  <a:lnTo>
                    <a:pt x="5117661" y="6057899"/>
                  </a:lnTo>
                  <a:lnTo>
                    <a:pt x="5173726" y="6083299"/>
                  </a:lnTo>
                  <a:lnTo>
                    <a:pt x="5190585" y="6095999"/>
                  </a:lnTo>
                  <a:lnTo>
                    <a:pt x="5224303" y="6108699"/>
                  </a:lnTo>
                  <a:lnTo>
                    <a:pt x="5241163" y="6121399"/>
                  </a:lnTo>
                  <a:lnTo>
                    <a:pt x="5266154" y="6121399"/>
                  </a:lnTo>
                  <a:lnTo>
                    <a:pt x="5255260" y="6108699"/>
                  </a:lnTo>
                  <a:lnTo>
                    <a:pt x="5231697" y="6108699"/>
                  </a:lnTo>
                  <a:lnTo>
                    <a:pt x="5218684" y="6095999"/>
                  </a:lnTo>
                  <a:lnTo>
                    <a:pt x="5235545" y="6095999"/>
                  </a:lnTo>
                  <a:lnTo>
                    <a:pt x="5269315" y="6083299"/>
                  </a:lnTo>
                  <a:lnTo>
                    <a:pt x="5353685" y="6083299"/>
                  </a:lnTo>
                  <a:lnTo>
                    <a:pt x="5308727" y="6032499"/>
                  </a:lnTo>
                  <a:lnTo>
                    <a:pt x="5353685" y="6032499"/>
                  </a:lnTo>
                  <a:lnTo>
                    <a:pt x="5331206" y="6007099"/>
                  </a:lnTo>
                  <a:lnTo>
                    <a:pt x="5229955" y="5956299"/>
                  </a:lnTo>
                  <a:lnTo>
                    <a:pt x="5255267" y="5943599"/>
                  </a:lnTo>
                  <a:lnTo>
                    <a:pt x="5398643" y="5943599"/>
                  </a:lnTo>
                  <a:lnTo>
                    <a:pt x="5386349" y="5930899"/>
                  </a:lnTo>
                  <a:lnTo>
                    <a:pt x="5384593" y="5918199"/>
                  </a:lnTo>
                  <a:close/>
                </a:path>
                <a:path w="12192000" h="6845300">
                  <a:moveTo>
                    <a:pt x="7430527" y="6057899"/>
                  </a:moveTo>
                  <a:lnTo>
                    <a:pt x="7423150" y="6057899"/>
                  </a:lnTo>
                  <a:lnTo>
                    <a:pt x="7427718" y="6070599"/>
                  </a:lnTo>
                  <a:lnTo>
                    <a:pt x="7442834" y="6083299"/>
                  </a:lnTo>
                  <a:lnTo>
                    <a:pt x="7470620" y="6095999"/>
                  </a:lnTo>
                  <a:lnTo>
                    <a:pt x="7554989" y="6095999"/>
                  </a:lnTo>
                  <a:lnTo>
                    <a:pt x="7580630" y="6083299"/>
                  </a:lnTo>
                  <a:lnTo>
                    <a:pt x="7490714" y="6083299"/>
                  </a:lnTo>
                  <a:lnTo>
                    <a:pt x="7470620" y="6070599"/>
                  </a:lnTo>
                  <a:lnTo>
                    <a:pt x="7448454" y="6070599"/>
                  </a:lnTo>
                  <a:lnTo>
                    <a:pt x="7430527" y="6057899"/>
                  </a:lnTo>
                  <a:close/>
                </a:path>
                <a:path w="12192000" h="6845300">
                  <a:moveTo>
                    <a:pt x="4240212" y="6070599"/>
                  </a:moveTo>
                  <a:lnTo>
                    <a:pt x="4214221" y="6070599"/>
                  </a:lnTo>
                  <a:lnTo>
                    <a:pt x="4184015" y="6083299"/>
                  </a:lnTo>
                  <a:lnTo>
                    <a:pt x="4266203" y="6083299"/>
                  </a:lnTo>
                  <a:lnTo>
                    <a:pt x="4240212" y="6070599"/>
                  </a:lnTo>
                  <a:close/>
                </a:path>
                <a:path w="12192000" h="6845300">
                  <a:moveTo>
                    <a:pt x="4593457" y="6032499"/>
                  </a:moveTo>
                  <a:lnTo>
                    <a:pt x="4577651" y="6032499"/>
                  </a:lnTo>
                  <a:lnTo>
                    <a:pt x="4645088" y="6057899"/>
                  </a:lnTo>
                  <a:lnTo>
                    <a:pt x="4678807" y="6083299"/>
                  </a:lnTo>
                  <a:lnTo>
                    <a:pt x="4664406" y="6057899"/>
                  </a:lnTo>
                  <a:lnTo>
                    <a:pt x="4631039" y="6045199"/>
                  </a:lnTo>
                  <a:lnTo>
                    <a:pt x="4593457" y="6032499"/>
                  </a:lnTo>
                  <a:close/>
                </a:path>
                <a:path w="12192000" h="6845300">
                  <a:moveTo>
                    <a:pt x="5621135" y="5905499"/>
                  </a:moveTo>
                  <a:lnTo>
                    <a:pt x="5395481" y="5905499"/>
                  </a:lnTo>
                  <a:lnTo>
                    <a:pt x="5421122" y="5918199"/>
                  </a:lnTo>
                  <a:lnTo>
                    <a:pt x="5471703" y="5930899"/>
                  </a:lnTo>
                  <a:lnTo>
                    <a:pt x="5522019" y="5956299"/>
                  </a:lnTo>
                  <a:lnTo>
                    <a:pt x="5571806" y="5968999"/>
                  </a:lnTo>
                  <a:lnTo>
                    <a:pt x="5715337" y="6007099"/>
                  </a:lnTo>
                  <a:lnTo>
                    <a:pt x="5760355" y="6032499"/>
                  </a:lnTo>
                  <a:lnTo>
                    <a:pt x="5803519" y="6057899"/>
                  </a:lnTo>
                  <a:lnTo>
                    <a:pt x="5893562" y="6057899"/>
                  </a:lnTo>
                  <a:lnTo>
                    <a:pt x="5896723" y="6045199"/>
                  </a:lnTo>
                  <a:lnTo>
                    <a:pt x="5901991" y="6032499"/>
                  </a:lnTo>
                  <a:lnTo>
                    <a:pt x="5903045" y="6019799"/>
                  </a:lnTo>
                  <a:lnTo>
                    <a:pt x="5893562" y="6007099"/>
                  </a:lnTo>
                  <a:lnTo>
                    <a:pt x="5871083" y="6007099"/>
                  </a:lnTo>
                  <a:lnTo>
                    <a:pt x="5801465" y="5994399"/>
                  </a:lnTo>
                  <a:lnTo>
                    <a:pt x="5752957" y="5981699"/>
                  </a:lnTo>
                  <a:lnTo>
                    <a:pt x="5712902" y="5956299"/>
                  </a:lnTo>
                  <a:lnTo>
                    <a:pt x="5668645" y="5943599"/>
                  </a:lnTo>
                  <a:lnTo>
                    <a:pt x="5643094" y="5918199"/>
                  </a:lnTo>
                  <a:lnTo>
                    <a:pt x="5621135" y="5905499"/>
                  </a:lnTo>
                  <a:close/>
                </a:path>
                <a:path w="12192000" h="6845300">
                  <a:moveTo>
                    <a:pt x="4698507" y="5994399"/>
                  </a:moveTo>
                  <a:lnTo>
                    <a:pt x="4598374" y="5994399"/>
                  </a:lnTo>
                  <a:lnTo>
                    <a:pt x="4611370" y="6007099"/>
                  </a:lnTo>
                  <a:lnTo>
                    <a:pt x="4654222" y="6019799"/>
                  </a:lnTo>
                  <a:lnTo>
                    <a:pt x="4684442" y="6032499"/>
                  </a:lnTo>
                  <a:lnTo>
                    <a:pt x="4723892" y="6032499"/>
                  </a:lnTo>
                  <a:lnTo>
                    <a:pt x="4729491" y="6019799"/>
                  </a:lnTo>
                  <a:lnTo>
                    <a:pt x="4718208" y="6007099"/>
                  </a:lnTo>
                  <a:lnTo>
                    <a:pt x="4698507" y="5994399"/>
                  </a:lnTo>
                  <a:close/>
                </a:path>
                <a:path w="12192000" h="6845300">
                  <a:moveTo>
                    <a:pt x="4372387" y="5943599"/>
                  </a:moveTo>
                  <a:lnTo>
                    <a:pt x="4116451" y="5943599"/>
                  </a:lnTo>
                  <a:lnTo>
                    <a:pt x="4179044" y="5956299"/>
                  </a:lnTo>
                  <a:lnTo>
                    <a:pt x="4228957" y="5981699"/>
                  </a:lnTo>
                  <a:lnTo>
                    <a:pt x="4261987" y="6007099"/>
                  </a:lnTo>
                  <a:lnTo>
                    <a:pt x="4591700" y="6007099"/>
                  </a:lnTo>
                  <a:lnTo>
                    <a:pt x="4598374" y="5994399"/>
                  </a:lnTo>
                  <a:lnTo>
                    <a:pt x="4698507" y="5994399"/>
                  </a:lnTo>
                  <a:lnTo>
                    <a:pt x="4678807" y="5981699"/>
                  </a:lnTo>
                  <a:lnTo>
                    <a:pt x="4521327" y="5981699"/>
                  </a:lnTo>
                  <a:lnTo>
                    <a:pt x="4484447" y="5968999"/>
                  </a:lnTo>
                  <a:lnTo>
                    <a:pt x="4386453" y="5968999"/>
                  </a:lnTo>
                  <a:lnTo>
                    <a:pt x="4382587" y="5956299"/>
                  </a:lnTo>
                  <a:lnTo>
                    <a:pt x="4372387" y="5943599"/>
                  </a:lnTo>
                  <a:close/>
                </a:path>
                <a:path w="12192000" h="6845300">
                  <a:moveTo>
                    <a:pt x="5758561" y="5943599"/>
                  </a:moveTo>
                  <a:lnTo>
                    <a:pt x="5736082" y="5943599"/>
                  </a:lnTo>
                  <a:lnTo>
                    <a:pt x="5871083" y="6007099"/>
                  </a:lnTo>
                  <a:lnTo>
                    <a:pt x="5893562" y="6007099"/>
                  </a:lnTo>
                  <a:lnTo>
                    <a:pt x="5758561" y="5943599"/>
                  </a:lnTo>
                  <a:close/>
                </a:path>
                <a:path w="12192000" h="6845300">
                  <a:moveTo>
                    <a:pt x="4453890" y="5880099"/>
                  </a:moveTo>
                  <a:lnTo>
                    <a:pt x="4386453" y="5880099"/>
                  </a:lnTo>
                  <a:lnTo>
                    <a:pt x="4521327" y="5943599"/>
                  </a:lnTo>
                  <a:lnTo>
                    <a:pt x="4546687" y="5956299"/>
                  </a:lnTo>
                  <a:lnTo>
                    <a:pt x="4555140" y="5968999"/>
                  </a:lnTo>
                  <a:lnTo>
                    <a:pt x="4546687" y="5981699"/>
                  </a:lnTo>
                  <a:lnTo>
                    <a:pt x="4678807" y="5981699"/>
                  </a:lnTo>
                  <a:lnTo>
                    <a:pt x="4628929" y="5968999"/>
                  </a:lnTo>
                  <a:lnTo>
                    <a:pt x="4583255" y="5956299"/>
                  </a:lnTo>
                  <a:lnTo>
                    <a:pt x="4545986" y="5930899"/>
                  </a:lnTo>
                  <a:lnTo>
                    <a:pt x="4521327" y="5918199"/>
                  </a:lnTo>
                  <a:lnTo>
                    <a:pt x="4487608" y="5892799"/>
                  </a:lnTo>
                  <a:lnTo>
                    <a:pt x="4453890" y="5880099"/>
                  </a:lnTo>
                  <a:close/>
                </a:path>
                <a:path w="12192000" h="6845300">
                  <a:moveTo>
                    <a:pt x="4410688" y="5943599"/>
                  </a:moveTo>
                  <a:lnTo>
                    <a:pt x="4386453" y="5968999"/>
                  </a:lnTo>
                  <a:lnTo>
                    <a:pt x="4484447" y="5968999"/>
                  </a:lnTo>
                  <a:lnTo>
                    <a:pt x="4445460" y="5956299"/>
                  </a:lnTo>
                  <a:lnTo>
                    <a:pt x="4410688" y="5943599"/>
                  </a:lnTo>
                  <a:close/>
                </a:path>
                <a:path w="12192000" h="6845300">
                  <a:moveTo>
                    <a:pt x="5458757" y="5956299"/>
                  </a:moveTo>
                  <a:lnTo>
                    <a:pt x="5403911" y="5956299"/>
                  </a:lnTo>
                  <a:lnTo>
                    <a:pt x="5443601" y="5968999"/>
                  </a:lnTo>
                  <a:lnTo>
                    <a:pt x="5458757" y="5956299"/>
                  </a:lnTo>
                  <a:close/>
                </a:path>
                <a:path w="12192000" h="6845300">
                  <a:moveTo>
                    <a:pt x="5421491" y="5943599"/>
                  </a:moveTo>
                  <a:lnTo>
                    <a:pt x="5358251" y="5943599"/>
                  </a:lnTo>
                  <a:lnTo>
                    <a:pt x="5378973" y="5956299"/>
                  </a:lnTo>
                  <a:lnTo>
                    <a:pt x="5446458" y="5956299"/>
                  </a:lnTo>
                  <a:lnTo>
                    <a:pt x="5421491" y="5943599"/>
                  </a:lnTo>
                  <a:close/>
                </a:path>
                <a:path w="12192000" h="6845300">
                  <a:moveTo>
                    <a:pt x="7850517" y="5880111"/>
                  </a:moveTo>
                  <a:lnTo>
                    <a:pt x="7864222" y="5892799"/>
                  </a:lnTo>
                  <a:lnTo>
                    <a:pt x="7892716" y="5905499"/>
                  </a:lnTo>
                  <a:lnTo>
                    <a:pt x="7916995" y="5918199"/>
                  </a:lnTo>
                  <a:lnTo>
                    <a:pt x="7918069" y="5918199"/>
                  </a:lnTo>
                  <a:lnTo>
                    <a:pt x="7873985" y="5892799"/>
                  </a:lnTo>
                  <a:lnTo>
                    <a:pt x="7850517" y="5880111"/>
                  </a:lnTo>
                  <a:close/>
                </a:path>
                <a:path w="12192000" h="6845300">
                  <a:moveTo>
                    <a:pt x="12192000" y="5067300"/>
                  </a:moveTo>
                  <a:lnTo>
                    <a:pt x="6096000" y="5067300"/>
                  </a:lnTo>
                  <a:lnTo>
                    <a:pt x="6143860" y="5080000"/>
                  </a:lnTo>
                  <a:lnTo>
                    <a:pt x="6191082" y="5105400"/>
                  </a:lnTo>
                  <a:lnTo>
                    <a:pt x="6237714" y="5118100"/>
                  </a:lnTo>
                  <a:lnTo>
                    <a:pt x="6329404" y="5168900"/>
                  </a:lnTo>
                  <a:lnTo>
                    <a:pt x="6374562" y="5181600"/>
                  </a:lnTo>
                  <a:lnTo>
                    <a:pt x="6507871" y="5257799"/>
                  </a:lnTo>
                  <a:lnTo>
                    <a:pt x="6551750" y="5270499"/>
                  </a:lnTo>
                  <a:lnTo>
                    <a:pt x="6638968" y="5321299"/>
                  </a:lnTo>
                  <a:lnTo>
                    <a:pt x="6682405" y="5334000"/>
                  </a:lnTo>
                  <a:lnTo>
                    <a:pt x="6725793" y="5359399"/>
                  </a:lnTo>
                  <a:lnTo>
                    <a:pt x="6766588" y="5372099"/>
                  </a:lnTo>
                  <a:lnTo>
                    <a:pt x="6808026" y="5397499"/>
                  </a:lnTo>
                  <a:lnTo>
                    <a:pt x="6850146" y="5410199"/>
                  </a:lnTo>
                  <a:lnTo>
                    <a:pt x="6892987" y="5435599"/>
                  </a:lnTo>
                  <a:lnTo>
                    <a:pt x="6936589" y="5448299"/>
                  </a:lnTo>
                  <a:lnTo>
                    <a:pt x="6980991" y="5473699"/>
                  </a:lnTo>
                  <a:lnTo>
                    <a:pt x="7026234" y="5499099"/>
                  </a:lnTo>
                  <a:lnTo>
                    <a:pt x="7072355" y="5511799"/>
                  </a:lnTo>
                  <a:lnTo>
                    <a:pt x="7119396" y="5537199"/>
                  </a:lnTo>
                  <a:lnTo>
                    <a:pt x="7167395" y="5562599"/>
                  </a:lnTo>
                  <a:lnTo>
                    <a:pt x="7216392" y="5575299"/>
                  </a:lnTo>
                  <a:lnTo>
                    <a:pt x="7266426" y="5600699"/>
                  </a:lnTo>
                  <a:lnTo>
                    <a:pt x="7317538" y="5626099"/>
                  </a:lnTo>
                  <a:lnTo>
                    <a:pt x="7369766" y="5651499"/>
                  </a:lnTo>
                  <a:lnTo>
                    <a:pt x="7423150" y="5676899"/>
                  </a:lnTo>
                  <a:lnTo>
                    <a:pt x="7456888" y="5689599"/>
                  </a:lnTo>
                  <a:lnTo>
                    <a:pt x="7524412" y="5702299"/>
                  </a:lnTo>
                  <a:lnTo>
                    <a:pt x="7558151" y="5714999"/>
                  </a:lnTo>
                  <a:lnTo>
                    <a:pt x="7594816" y="5740399"/>
                  </a:lnTo>
                  <a:lnTo>
                    <a:pt x="7636498" y="5765799"/>
                  </a:lnTo>
                  <a:lnTo>
                    <a:pt x="7681876" y="5791199"/>
                  </a:lnTo>
                  <a:lnTo>
                    <a:pt x="7729632" y="5816599"/>
                  </a:lnTo>
                  <a:lnTo>
                    <a:pt x="7827006" y="5867399"/>
                  </a:lnTo>
                  <a:lnTo>
                    <a:pt x="7850517" y="5880111"/>
                  </a:lnTo>
                  <a:lnTo>
                    <a:pt x="8210423" y="5880099"/>
                  </a:lnTo>
                  <a:lnTo>
                    <a:pt x="8151519" y="5867399"/>
                  </a:lnTo>
                  <a:lnTo>
                    <a:pt x="8106348" y="5841999"/>
                  </a:lnTo>
                  <a:lnTo>
                    <a:pt x="8069913" y="5829299"/>
                  </a:lnTo>
                  <a:lnTo>
                    <a:pt x="8037213" y="5803899"/>
                  </a:lnTo>
                  <a:lnTo>
                    <a:pt x="8003251" y="5778499"/>
                  </a:lnTo>
                  <a:lnTo>
                    <a:pt x="7963027" y="5765799"/>
                  </a:lnTo>
                  <a:lnTo>
                    <a:pt x="7910223" y="5740399"/>
                  </a:lnTo>
                  <a:lnTo>
                    <a:pt x="7865690" y="5714999"/>
                  </a:lnTo>
                  <a:lnTo>
                    <a:pt x="7826673" y="5689599"/>
                  </a:lnTo>
                  <a:lnTo>
                    <a:pt x="7790418" y="5664199"/>
                  </a:lnTo>
                  <a:lnTo>
                    <a:pt x="7754169" y="5651499"/>
                  </a:lnTo>
                  <a:lnTo>
                    <a:pt x="7715172" y="5626099"/>
                  </a:lnTo>
                  <a:lnTo>
                    <a:pt x="7670673" y="5600699"/>
                  </a:lnTo>
                  <a:lnTo>
                    <a:pt x="7620373" y="5587999"/>
                  </a:lnTo>
                  <a:lnTo>
                    <a:pt x="7572216" y="5562599"/>
                  </a:lnTo>
                  <a:lnTo>
                    <a:pt x="7528298" y="5537199"/>
                  </a:lnTo>
                  <a:lnTo>
                    <a:pt x="7490714" y="5511799"/>
                  </a:lnTo>
                  <a:lnTo>
                    <a:pt x="7444942" y="5486399"/>
                  </a:lnTo>
                  <a:lnTo>
                    <a:pt x="7397876" y="5473699"/>
                  </a:lnTo>
                  <a:lnTo>
                    <a:pt x="7204060" y="5372099"/>
                  </a:lnTo>
                  <a:lnTo>
                    <a:pt x="7156069" y="5359399"/>
                  </a:lnTo>
                  <a:lnTo>
                    <a:pt x="7109003" y="5334000"/>
                  </a:lnTo>
                  <a:lnTo>
                    <a:pt x="7063232" y="5308599"/>
                  </a:lnTo>
                  <a:lnTo>
                    <a:pt x="7042860" y="5295899"/>
                  </a:lnTo>
                  <a:lnTo>
                    <a:pt x="6993687" y="5283199"/>
                  </a:lnTo>
                  <a:lnTo>
                    <a:pt x="6973316" y="5270499"/>
                  </a:lnTo>
                  <a:lnTo>
                    <a:pt x="12192000" y="5270499"/>
                  </a:lnTo>
                  <a:lnTo>
                    <a:pt x="12192000" y="5105400"/>
                  </a:lnTo>
                  <a:lnTo>
                    <a:pt x="12179004" y="5105400"/>
                  </a:lnTo>
                  <a:lnTo>
                    <a:pt x="12172330" y="5092700"/>
                  </a:lnTo>
                  <a:lnTo>
                    <a:pt x="12169872" y="5092700"/>
                  </a:lnTo>
                  <a:lnTo>
                    <a:pt x="12169521" y="5080000"/>
                  </a:lnTo>
                  <a:lnTo>
                    <a:pt x="12192000" y="5080000"/>
                  </a:lnTo>
                  <a:lnTo>
                    <a:pt x="12192000" y="5067300"/>
                  </a:lnTo>
                  <a:close/>
                </a:path>
                <a:path w="12192000" h="6845300">
                  <a:moveTo>
                    <a:pt x="4206494" y="5778499"/>
                  </a:moveTo>
                  <a:lnTo>
                    <a:pt x="4240916" y="5816599"/>
                  </a:lnTo>
                  <a:lnTo>
                    <a:pt x="4279566" y="5841999"/>
                  </a:lnTo>
                  <a:lnTo>
                    <a:pt x="4326669" y="5854699"/>
                  </a:lnTo>
                  <a:lnTo>
                    <a:pt x="4386453" y="5880099"/>
                  </a:lnTo>
                  <a:lnTo>
                    <a:pt x="4313285" y="5841999"/>
                  </a:lnTo>
                  <a:lnTo>
                    <a:pt x="4206494" y="5778499"/>
                  </a:lnTo>
                  <a:close/>
                </a:path>
                <a:path w="12192000" h="6845300">
                  <a:moveTo>
                    <a:pt x="7400671" y="5829299"/>
                  </a:moveTo>
                  <a:lnTo>
                    <a:pt x="7315267" y="5829299"/>
                  </a:lnTo>
                  <a:lnTo>
                    <a:pt x="7352887" y="5841999"/>
                  </a:lnTo>
                  <a:lnTo>
                    <a:pt x="7386268" y="5841999"/>
                  </a:lnTo>
                  <a:lnTo>
                    <a:pt x="7400671" y="5829299"/>
                  </a:lnTo>
                  <a:close/>
                </a:path>
                <a:path w="12192000" h="6845300">
                  <a:moveTo>
                    <a:pt x="3419221" y="5422899"/>
                  </a:moveTo>
                  <a:lnTo>
                    <a:pt x="2742235" y="5422899"/>
                  </a:lnTo>
                  <a:lnTo>
                    <a:pt x="2791408" y="5448299"/>
                  </a:lnTo>
                  <a:lnTo>
                    <a:pt x="2811780" y="5473699"/>
                  </a:lnTo>
                  <a:lnTo>
                    <a:pt x="2857571" y="5486399"/>
                  </a:lnTo>
                  <a:lnTo>
                    <a:pt x="2899813" y="5511799"/>
                  </a:lnTo>
                  <a:lnTo>
                    <a:pt x="2940475" y="5524499"/>
                  </a:lnTo>
                  <a:lnTo>
                    <a:pt x="2981529" y="5549899"/>
                  </a:lnTo>
                  <a:lnTo>
                    <a:pt x="3024943" y="5562599"/>
                  </a:lnTo>
                  <a:lnTo>
                    <a:pt x="3072690" y="5587999"/>
                  </a:lnTo>
                  <a:lnTo>
                    <a:pt x="3126740" y="5600699"/>
                  </a:lnTo>
                  <a:lnTo>
                    <a:pt x="3086679" y="5587999"/>
                  </a:lnTo>
                  <a:lnTo>
                    <a:pt x="3042380" y="5562599"/>
                  </a:lnTo>
                  <a:lnTo>
                    <a:pt x="3006510" y="5537199"/>
                  </a:lnTo>
                  <a:lnTo>
                    <a:pt x="2991739" y="5511799"/>
                  </a:lnTo>
                  <a:lnTo>
                    <a:pt x="3574875" y="5511799"/>
                  </a:lnTo>
                  <a:lnTo>
                    <a:pt x="3558438" y="5499099"/>
                  </a:lnTo>
                  <a:lnTo>
                    <a:pt x="3504829" y="5473699"/>
                  </a:lnTo>
                  <a:lnTo>
                    <a:pt x="3455548" y="5448299"/>
                  </a:lnTo>
                  <a:lnTo>
                    <a:pt x="3419221" y="5422899"/>
                  </a:lnTo>
                  <a:close/>
                </a:path>
                <a:path w="12192000" h="6845300">
                  <a:moveTo>
                    <a:pt x="12192000" y="5524499"/>
                  </a:moveTo>
                  <a:lnTo>
                    <a:pt x="12158279" y="5524499"/>
                  </a:lnTo>
                  <a:lnTo>
                    <a:pt x="12192000" y="5537199"/>
                  </a:lnTo>
                  <a:lnTo>
                    <a:pt x="12192000" y="5524499"/>
                  </a:lnTo>
                  <a:close/>
                </a:path>
                <a:path w="12192000" h="6845300">
                  <a:moveTo>
                    <a:pt x="6896637" y="5448299"/>
                  </a:moveTo>
                  <a:lnTo>
                    <a:pt x="6769473" y="5448299"/>
                  </a:lnTo>
                  <a:lnTo>
                    <a:pt x="6798976" y="5460999"/>
                  </a:lnTo>
                  <a:lnTo>
                    <a:pt x="6836910" y="5473699"/>
                  </a:lnTo>
                  <a:lnTo>
                    <a:pt x="6883273" y="5486399"/>
                  </a:lnTo>
                  <a:lnTo>
                    <a:pt x="6928231" y="5486399"/>
                  </a:lnTo>
                  <a:lnTo>
                    <a:pt x="6943036" y="5473699"/>
                  </a:lnTo>
                  <a:lnTo>
                    <a:pt x="6928278" y="5460999"/>
                  </a:lnTo>
                  <a:lnTo>
                    <a:pt x="6896637" y="5448299"/>
                  </a:lnTo>
                  <a:close/>
                </a:path>
                <a:path w="12192000" h="6845300">
                  <a:moveTo>
                    <a:pt x="6208522" y="5270499"/>
                  </a:moveTo>
                  <a:lnTo>
                    <a:pt x="6245752" y="5283199"/>
                  </a:lnTo>
                  <a:lnTo>
                    <a:pt x="6328644" y="5321299"/>
                  </a:lnTo>
                  <a:lnTo>
                    <a:pt x="6365875" y="5334000"/>
                  </a:lnTo>
                  <a:lnTo>
                    <a:pt x="6396154" y="5346699"/>
                  </a:lnTo>
                  <a:lnTo>
                    <a:pt x="6447145" y="5384036"/>
                  </a:lnTo>
                  <a:lnTo>
                    <a:pt x="6478397" y="5397499"/>
                  </a:lnTo>
                  <a:lnTo>
                    <a:pt x="3464179" y="5397499"/>
                  </a:lnTo>
                  <a:lnTo>
                    <a:pt x="3484550" y="5410199"/>
                  </a:lnTo>
                  <a:lnTo>
                    <a:pt x="3533723" y="5435599"/>
                  </a:lnTo>
                  <a:lnTo>
                    <a:pt x="3554095" y="5448299"/>
                  </a:lnTo>
                  <a:lnTo>
                    <a:pt x="3554446" y="5435599"/>
                  </a:lnTo>
                  <a:lnTo>
                    <a:pt x="3556904" y="5422899"/>
                  </a:lnTo>
                  <a:lnTo>
                    <a:pt x="6563568" y="5422899"/>
                  </a:lnTo>
                  <a:lnTo>
                    <a:pt x="6388481" y="5334000"/>
                  </a:lnTo>
                  <a:lnTo>
                    <a:pt x="6366631" y="5321299"/>
                  </a:lnTo>
                  <a:lnTo>
                    <a:pt x="6332172" y="5295899"/>
                  </a:lnTo>
                  <a:lnTo>
                    <a:pt x="6280878" y="5283199"/>
                  </a:lnTo>
                  <a:lnTo>
                    <a:pt x="6208522" y="5270499"/>
                  </a:lnTo>
                  <a:close/>
                </a:path>
                <a:path w="12192000" h="6845300">
                  <a:moveTo>
                    <a:pt x="6723738" y="5372099"/>
                  </a:moveTo>
                  <a:lnTo>
                    <a:pt x="6613398" y="5372099"/>
                  </a:lnTo>
                  <a:lnTo>
                    <a:pt x="6613398" y="5377823"/>
                  </a:lnTo>
                  <a:lnTo>
                    <a:pt x="6640796" y="5384799"/>
                  </a:lnTo>
                  <a:lnTo>
                    <a:pt x="6686470" y="5397499"/>
                  </a:lnTo>
                  <a:lnTo>
                    <a:pt x="6723739" y="5410199"/>
                  </a:lnTo>
                  <a:lnTo>
                    <a:pt x="6748399" y="5448299"/>
                  </a:lnTo>
                  <a:lnTo>
                    <a:pt x="6860794" y="5448299"/>
                  </a:lnTo>
                  <a:lnTo>
                    <a:pt x="6816797" y="5422899"/>
                  </a:lnTo>
                  <a:lnTo>
                    <a:pt x="6770977" y="5397499"/>
                  </a:lnTo>
                  <a:lnTo>
                    <a:pt x="6723738" y="5372099"/>
                  </a:lnTo>
                  <a:close/>
                </a:path>
                <a:path w="12192000" h="6845300">
                  <a:moveTo>
                    <a:pt x="5308727" y="1384299"/>
                  </a:moveTo>
                  <a:lnTo>
                    <a:pt x="5263642" y="1384299"/>
                  </a:lnTo>
                  <a:lnTo>
                    <a:pt x="5248910" y="1396999"/>
                  </a:lnTo>
                  <a:lnTo>
                    <a:pt x="5263705" y="1409699"/>
                  </a:lnTo>
                  <a:lnTo>
                    <a:pt x="5295360" y="1422399"/>
                  </a:lnTo>
                  <a:lnTo>
                    <a:pt x="5331206" y="1435099"/>
                  </a:lnTo>
                  <a:lnTo>
                    <a:pt x="5375202" y="1447799"/>
                  </a:lnTo>
                  <a:lnTo>
                    <a:pt x="5421022" y="1473199"/>
                  </a:lnTo>
                  <a:lnTo>
                    <a:pt x="5468261" y="1498599"/>
                  </a:lnTo>
                  <a:lnTo>
                    <a:pt x="5663296" y="1600199"/>
                  </a:lnTo>
                  <a:lnTo>
                    <a:pt x="5711548" y="1612899"/>
                  </a:lnTo>
                  <a:lnTo>
                    <a:pt x="5758787" y="1638299"/>
                  </a:lnTo>
                  <a:lnTo>
                    <a:pt x="5804607" y="1663699"/>
                  </a:lnTo>
                  <a:lnTo>
                    <a:pt x="5848604" y="1676399"/>
                  </a:lnTo>
                  <a:lnTo>
                    <a:pt x="5888784" y="1701799"/>
                  </a:lnTo>
                  <a:lnTo>
                    <a:pt x="5937720" y="1727199"/>
                  </a:lnTo>
                  <a:lnTo>
                    <a:pt x="5989161" y="1739899"/>
                  </a:lnTo>
                  <a:lnTo>
                    <a:pt x="6036855" y="1765299"/>
                  </a:lnTo>
                  <a:lnTo>
                    <a:pt x="6074552" y="1790699"/>
                  </a:lnTo>
                  <a:lnTo>
                    <a:pt x="6096000" y="1816099"/>
                  </a:lnTo>
                  <a:lnTo>
                    <a:pt x="0" y="1816099"/>
                  </a:lnTo>
                  <a:lnTo>
                    <a:pt x="0" y="4521200"/>
                  </a:lnTo>
                  <a:lnTo>
                    <a:pt x="742315" y="4521200"/>
                  </a:lnTo>
                  <a:lnTo>
                    <a:pt x="787304" y="4546600"/>
                  </a:lnTo>
                  <a:lnTo>
                    <a:pt x="832294" y="4559300"/>
                  </a:lnTo>
                  <a:lnTo>
                    <a:pt x="922274" y="4610100"/>
                  </a:lnTo>
                  <a:lnTo>
                    <a:pt x="967263" y="4622800"/>
                  </a:lnTo>
                  <a:lnTo>
                    <a:pt x="1057243" y="4660900"/>
                  </a:lnTo>
                  <a:lnTo>
                    <a:pt x="1102233" y="4686300"/>
                  </a:lnTo>
                  <a:lnTo>
                    <a:pt x="1147222" y="4699000"/>
                  </a:lnTo>
                  <a:lnTo>
                    <a:pt x="1237202" y="4749800"/>
                  </a:lnTo>
                  <a:lnTo>
                    <a:pt x="1282192" y="4762500"/>
                  </a:lnTo>
                  <a:lnTo>
                    <a:pt x="1299051" y="4775200"/>
                  </a:lnTo>
                  <a:lnTo>
                    <a:pt x="1332769" y="4775200"/>
                  </a:lnTo>
                  <a:lnTo>
                    <a:pt x="1349629" y="4787900"/>
                  </a:lnTo>
                  <a:lnTo>
                    <a:pt x="1501487" y="4864100"/>
                  </a:lnTo>
                  <a:lnTo>
                    <a:pt x="1552067" y="4876800"/>
                  </a:lnTo>
                  <a:lnTo>
                    <a:pt x="1568648" y="4889500"/>
                  </a:lnTo>
                  <a:lnTo>
                    <a:pt x="1583086" y="4902200"/>
                  </a:lnTo>
                  <a:lnTo>
                    <a:pt x="1664589" y="4902200"/>
                  </a:lnTo>
                  <a:lnTo>
                    <a:pt x="1755584" y="4953000"/>
                  </a:lnTo>
                  <a:lnTo>
                    <a:pt x="1800204" y="4965700"/>
                  </a:lnTo>
                  <a:lnTo>
                    <a:pt x="1931735" y="5041900"/>
                  </a:lnTo>
                  <a:lnTo>
                    <a:pt x="1975132" y="5054600"/>
                  </a:lnTo>
                  <a:lnTo>
                    <a:pt x="2193191" y="5181600"/>
                  </a:lnTo>
                  <a:lnTo>
                    <a:pt x="2237708" y="5194300"/>
                  </a:lnTo>
                  <a:lnTo>
                    <a:pt x="2282757" y="5219700"/>
                  </a:lnTo>
                  <a:lnTo>
                    <a:pt x="2374844" y="5270499"/>
                  </a:lnTo>
                  <a:lnTo>
                    <a:pt x="2422079" y="5283199"/>
                  </a:lnTo>
                  <a:lnTo>
                    <a:pt x="2470240" y="5308599"/>
                  </a:lnTo>
                  <a:lnTo>
                    <a:pt x="2519426" y="5334000"/>
                  </a:lnTo>
                  <a:lnTo>
                    <a:pt x="2527153" y="5346699"/>
                  </a:lnTo>
                  <a:lnTo>
                    <a:pt x="2547524" y="5372099"/>
                  </a:lnTo>
                  <a:lnTo>
                    <a:pt x="2576325" y="5384799"/>
                  </a:lnTo>
                  <a:lnTo>
                    <a:pt x="2609342" y="5397499"/>
                  </a:lnTo>
                  <a:lnTo>
                    <a:pt x="2623744" y="5410199"/>
                  </a:lnTo>
                  <a:lnTo>
                    <a:pt x="2640266" y="5410199"/>
                  </a:lnTo>
                  <a:lnTo>
                    <a:pt x="2669456" y="5422899"/>
                  </a:lnTo>
                  <a:lnTo>
                    <a:pt x="3398775" y="5422899"/>
                  </a:lnTo>
                  <a:lnTo>
                    <a:pt x="3349551" y="5397499"/>
                  </a:lnTo>
                  <a:lnTo>
                    <a:pt x="3329178" y="5372099"/>
                  </a:lnTo>
                  <a:lnTo>
                    <a:pt x="3312669" y="5359399"/>
                  </a:lnTo>
                  <a:lnTo>
                    <a:pt x="3298269" y="5359399"/>
                  </a:lnTo>
                  <a:lnTo>
                    <a:pt x="3288083" y="5346699"/>
                  </a:lnTo>
                  <a:lnTo>
                    <a:pt x="3284220" y="5334000"/>
                  </a:lnTo>
                  <a:lnTo>
                    <a:pt x="3270873" y="5334000"/>
                  </a:lnTo>
                  <a:lnTo>
                    <a:pt x="3261741" y="5321299"/>
                  </a:lnTo>
                  <a:lnTo>
                    <a:pt x="3239262" y="5308599"/>
                  </a:lnTo>
                  <a:lnTo>
                    <a:pt x="6288137" y="5308599"/>
                  </a:lnTo>
                  <a:lnTo>
                    <a:pt x="6271172" y="5295899"/>
                  </a:lnTo>
                  <a:lnTo>
                    <a:pt x="6231001" y="5283199"/>
                  </a:lnTo>
                  <a:lnTo>
                    <a:pt x="6197560" y="5270499"/>
                  </a:lnTo>
                  <a:lnTo>
                    <a:pt x="6166262" y="5270499"/>
                  </a:lnTo>
                  <a:lnTo>
                    <a:pt x="6139203" y="5257799"/>
                  </a:lnTo>
                  <a:lnTo>
                    <a:pt x="6118479" y="5245099"/>
                  </a:lnTo>
                  <a:lnTo>
                    <a:pt x="6117776" y="5232399"/>
                  </a:lnTo>
                  <a:lnTo>
                    <a:pt x="6112859" y="5232399"/>
                  </a:lnTo>
                  <a:lnTo>
                    <a:pt x="6099512" y="5219700"/>
                  </a:lnTo>
                  <a:lnTo>
                    <a:pt x="6028563" y="5219700"/>
                  </a:lnTo>
                  <a:lnTo>
                    <a:pt x="5978263" y="5194300"/>
                  </a:lnTo>
                  <a:lnTo>
                    <a:pt x="5930106" y="5168900"/>
                  </a:lnTo>
                  <a:lnTo>
                    <a:pt x="5886188" y="5143500"/>
                  </a:lnTo>
                  <a:lnTo>
                    <a:pt x="5848604" y="5130800"/>
                  </a:lnTo>
                  <a:lnTo>
                    <a:pt x="6202838" y="5130800"/>
                  </a:lnTo>
                  <a:lnTo>
                    <a:pt x="6155144" y="5105400"/>
                  </a:lnTo>
                  <a:lnTo>
                    <a:pt x="6117447" y="5080000"/>
                  </a:lnTo>
                  <a:lnTo>
                    <a:pt x="6096000" y="5067300"/>
                  </a:lnTo>
                  <a:lnTo>
                    <a:pt x="12192000" y="5067300"/>
                  </a:lnTo>
                  <a:lnTo>
                    <a:pt x="12192000" y="4343400"/>
                  </a:lnTo>
                  <a:lnTo>
                    <a:pt x="67483" y="4343400"/>
                  </a:lnTo>
                  <a:lnTo>
                    <a:pt x="50612" y="4330700"/>
                  </a:lnTo>
                  <a:lnTo>
                    <a:pt x="16870" y="4318000"/>
                  </a:lnTo>
                  <a:lnTo>
                    <a:pt x="12192000" y="4318000"/>
                  </a:lnTo>
                  <a:lnTo>
                    <a:pt x="12192000" y="2692399"/>
                  </a:lnTo>
                  <a:lnTo>
                    <a:pt x="12158630" y="2679699"/>
                  </a:lnTo>
                  <a:lnTo>
                    <a:pt x="12127357" y="2654299"/>
                  </a:lnTo>
                  <a:lnTo>
                    <a:pt x="12100274" y="2641599"/>
                  </a:lnTo>
                  <a:lnTo>
                    <a:pt x="12079478" y="2628899"/>
                  </a:lnTo>
                  <a:lnTo>
                    <a:pt x="12192000" y="2628899"/>
                  </a:lnTo>
                  <a:lnTo>
                    <a:pt x="12192000" y="2489199"/>
                  </a:lnTo>
                  <a:lnTo>
                    <a:pt x="12079478" y="2489199"/>
                  </a:lnTo>
                  <a:lnTo>
                    <a:pt x="12030924" y="2463799"/>
                  </a:lnTo>
                  <a:lnTo>
                    <a:pt x="11983288" y="2438399"/>
                  </a:lnTo>
                  <a:lnTo>
                    <a:pt x="11584686" y="2438399"/>
                  </a:lnTo>
                  <a:lnTo>
                    <a:pt x="11539399" y="2425699"/>
                  </a:lnTo>
                  <a:lnTo>
                    <a:pt x="11536854" y="2425699"/>
                  </a:lnTo>
                  <a:lnTo>
                    <a:pt x="11531346" y="2423465"/>
                  </a:lnTo>
                  <a:lnTo>
                    <a:pt x="11493635" y="2412999"/>
                  </a:lnTo>
                  <a:lnTo>
                    <a:pt x="11401158" y="2362199"/>
                  </a:lnTo>
                  <a:lnTo>
                    <a:pt x="11354684" y="2349499"/>
                  </a:lnTo>
                  <a:lnTo>
                    <a:pt x="11308212" y="2324099"/>
                  </a:lnTo>
                  <a:lnTo>
                    <a:pt x="11261861" y="2311399"/>
                  </a:lnTo>
                  <a:lnTo>
                    <a:pt x="11124739" y="2235199"/>
                  </a:lnTo>
                  <a:lnTo>
                    <a:pt x="11080073" y="2222499"/>
                  </a:lnTo>
                  <a:lnTo>
                    <a:pt x="11036127" y="2197099"/>
                  </a:lnTo>
                  <a:lnTo>
                    <a:pt x="10993021" y="2171699"/>
                  </a:lnTo>
                  <a:lnTo>
                    <a:pt x="10950875" y="2146299"/>
                  </a:lnTo>
                  <a:lnTo>
                    <a:pt x="10909808" y="2133599"/>
                  </a:lnTo>
                  <a:lnTo>
                    <a:pt x="10892948" y="2133599"/>
                  </a:lnTo>
                  <a:lnTo>
                    <a:pt x="10876089" y="2120899"/>
                  </a:lnTo>
                  <a:lnTo>
                    <a:pt x="10859230" y="2120899"/>
                  </a:lnTo>
                  <a:lnTo>
                    <a:pt x="10842371" y="2108199"/>
                  </a:lnTo>
                  <a:lnTo>
                    <a:pt x="10690512" y="2031999"/>
                  </a:lnTo>
                  <a:lnTo>
                    <a:pt x="10639933" y="2019299"/>
                  </a:lnTo>
                  <a:lnTo>
                    <a:pt x="10623351" y="2006599"/>
                  </a:lnTo>
                  <a:lnTo>
                    <a:pt x="10608913" y="1993899"/>
                  </a:lnTo>
                  <a:lnTo>
                    <a:pt x="10527411" y="1993899"/>
                  </a:lnTo>
                  <a:lnTo>
                    <a:pt x="10347629" y="1892299"/>
                  </a:lnTo>
                  <a:lnTo>
                    <a:pt x="10303818" y="1866899"/>
                  </a:lnTo>
                  <a:lnTo>
                    <a:pt x="10260264" y="1854199"/>
                  </a:lnTo>
                  <a:lnTo>
                    <a:pt x="10108398" y="1765299"/>
                  </a:lnTo>
                  <a:lnTo>
                    <a:pt x="6329346" y="1765299"/>
                  </a:lnTo>
                  <a:lnTo>
                    <a:pt x="6314946" y="1752599"/>
                  </a:lnTo>
                  <a:lnTo>
                    <a:pt x="6298438" y="1739899"/>
                  </a:lnTo>
                  <a:lnTo>
                    <a:pt x="6231001" y="1739899"/>
                  </a:lnTo>
                  <a:lnTo>
                    <a:pt x="6168056" y="1727199"/>
                  </a:lnTo>
                  <a:lnTo>
                    <a:pt x="6115685" y="1714499"/>
                  </a:lnTo>
                  <a:lnTo>
                    <a:pt x="6075981" y="1689099"/>
                  </a:lnTo>
                  <a:lnTo>
                    <a:pt x="6051042" y="1650999"/>
                  </a:lnTo>
                  <a:lnTo>
                    <a:pt x="5944139" y="1650999"/>
                  </a:lnTo>
                  <a:lnTo>
                    <a:pt x="5910421" y="1638299"/>
                  </a:lnTo>
                  <a:lnTo>
                    <a:pt x="5893562" y="1638299"/>
                  </a:lnTo>
                  <a:lnTo>
                    <a:pt x="5846590" y="1612899"/>
                  </a:lnTo>
                  <a:lnTo>
                    <a:pt x="5801596" y="1587499"/>
                  </a:lnTo>
                  <a:lnTo>
                    <a:pt x="5670567" y="1511299"/>
                  </a:lnTo>
                  <a:lnTo>
                    <a:pt x="5625573" y="1498599"/>
                  </a:lnTo>
                  <a:lnTo>
                    <a:pt x="5551203" y="1498599"/>
                  </a:lnTo>
                  <a:lnTo>
                    <a:pt x="5505529" y="1485899"/>
                  </a:lnTo>
                  <a:lnTo>
                    <a:pt x="5468260" y="1460499"/>
                  </a:lnTo>
                  <a:lnTo>
                    <a:pt x="5443601" y="1435099"/>
                  </a:lnTo>
                  <a:lnTo>
                    <a:pt x="5422526" y="1422399"/>
                  </a:lnTo>
                  <a:lnTo>
                    <a:pt x="5393023" y="1409699"/>
                  </a:lnTo>
                  <a:lnTo>
                    <a:pt x="5355089" y="1396999"/>
                  </a:lnTo>
                  <a:lnTo>
                    <a:pt x="5308727" y="1384299"/>
                  </a:lnTo>
                  <a:close/>
                </a:path>
                <a:path w="12192000" h="6845300">
                  <a:moveTo>
                    <a:pt x="7379976" y="5417602"/>
                  </a:moveTo>
                  <a:lnTo>
                    <a:pt x="7381001" y="5422899"/>
                  </a:lnTo>
                  <a:lnTo>
                    <a:pt x="7389431" y="5422899"/>
                  </a:lnTo>
                  <a:lnTo>
                    <a:pt x="7387357" y="5419491"/>
                  </a:lnTo>
                  <a:lnTo>
                    <a:pt x="7379976" y="5417602"/>
                  </a:lnTo>
                  <a:close/>
                </a:path>
                <a:path w="12192000" h="6845300">
                  <a:moveTo>
                    <a:pt x="12192000" y="5270499"/>
                  </a:moveTo>
                  <a:lnTo>
                    <a:pt x="7040753" y="5270499"/>
                  </a:lnTo>
                  <a:lnTo>
                    <a:pt x="7082987" y="5283199"/>
                  </a:lnTo>
                  <a:lnTo>
                    <a:pt x="7168485" y="5334000"/>
                  </a:lnTo>
                  <a:lnTo>
                    <a:pt x="7212282" y="5346699"/>
                  </a:lnTo>
                  <a:lnTo>
                    <a:pt x="7257132" y="5372099"/>
                  </a:lnTo>
                  <a:lnTo>
                    <a:pt x="7303303" y="5384799"/>
                  </a:lnTo>
                  <a:lnTo>
                    <a:pt x="7351060" y="5410199"/>
                  </a:lnTo>
                  <a:lnTo>
                    <a:pt x="7379976" y="5417602"/>
                  </a:lnTo>
                  <a:lnTo>
                    <a:pt x="7378543" y="5410199"/>
                  </a:lnTo>
                  <a:lnTo>
                    <a:pt x="7378192" y="5397499"/>
                  </a:lnTo>
                  <a:lnTo>
                    <a:pt x="12192000" y="5397499"/>
                  </a:lnTo>
                  <a:lnTo>
                    <a:pt x="12192000" y="5270499"/>
                  </a:lnTo>
                  <a:close/>
                </a:path>
                <a:path w="12192000" h="6845300">
                  <a:moveTo>
                    <a:pt x="6288137" y="5308599"/>
                  </a:moveTo>
                  <a:lnTo>
                    <a:pt x="3252608" y="5308599"/>
                  </a:lnTo>
                  <a:lnTo>
                    <a:pt x="3261741" y="5321299"/>
                  </a:lnTo>
                  <a:lnTo>
                    <a:pt x="3306699" y="5346699"/>
                  </a:lnTo>
                  <a:lnTo>
                    <a:pt x="3374136" y="5372099"/>
                  </a:lnTo>
                  <a:lnTo>
                    <a:pt x="3400903" y="5384799"/>
                  </a:lnTo>
                  <a:lnTo>
                    <a:pt x="3437483" y="5397499"/>
                  </a:lnTo>
                  <a:lnTo>
                    <a:pt x="6478397" y="5397499"/>
                  </a:lnTo>
                  <a:lnTo>
                    <a:pt x="6448188" y="5384799"/>
                  </a:lnTo>
                  <a:lnTo>
                    <a:pt x="6447145" y="5384036"/>
                  </a:lnTo>
                  <a:lnTo>
                    <a:pt x="6419440" y="5372099"/>
                  </a:lnTo>
                  <a:lnTo>
                    <a:pt x="6374238" y="5359399"/>
                  </a:lnTo>
                  <a:lnTo>
                    <a:pt x="6337792" y="5334000"/>
                  </a:lnTo>
                  <a:lnTo>
                    <a:pt x="6305103" y="5321299"/>
                  </a:lnTo>
                  <a:lnTo>
                    <a:pt x="6288137" y="5308599"/>
                  </a:lnTo>
                  <a:close/>
                </a:path>
                <a:path w="12192000" h="6845300">
                  <a:moveTo>
                    <a:pt x="6202838" y="5130800"/>
                  </a:moveTo>
                  <a:lnTo>
                    <a:pt x="5910421" y="5130800"/>
                  </a:lnTo>
                  <a:lnTo>
                    <a:pt x="5944139" y="5143500"/>
                  </a:lnTo>
                  <a:lnTo>
                    <a:pt x="5960999" y="5156200"/>
                  </a:lnTo>
                  <a:lnTo>
                    <a:pt x="6023943" y="5168900"/>
                  </a:lnTo>
                  <a:lnTo>
                    <a:pt x="6076315" y="5181600"/>
                  </a:lnTo>
                  <a:lnTo>
                    <a:pt x="6116018" y="5207000"/>
                  </a:lnTo>
                  <a:lnTo>
                    <a:pt x="6140958" y="5219700"/>
                  </a:lnTo>
                  <a:lnTo>
                    <a:pt x="6247860" y="5219700"/>
                  </a:lnTo>
                  <a:lnTo>
                    <a:pt x="6281578" y="5245099"/>
                  </a:lnTo>
                  <a:lnTo>
                    <a:pt x="6298438" y="5245099"/>
                  </a:lnTo>
                  <a:lnTo>
                    <a:pt x="6345409" y="5257799"/>
                  </a:lnTo>
                  <a:lnTo>
                    <a:pt x="6390403" y="5283199"/>
                  </a:lnTo>
                  <a:lnTo>
                    <a:pt x="6521432" y="5359399"/>
                  </a:lnTo>
                  <a:lnTo>
                    <a:pt x="6566426" y="5384799"/>
                  </a:lnTo>
                  <a:lnTo>
                    <a:pt x="6613398" y="5397499"/>
                  </a:lnTo>
                  <a:lnTo>
                    <a:pt x="6613398" y="5377823"/>
                  </a:lnTo>
                  <a:lnTo>
                    <a:pt x="6590919" y="5372099"/>
                  </a:lnTo>
                  <a:lnTo>
                    <a:pt x="6723738" y="5372099"/>
                  </a:lnTo>
                  <a:lnTo>
                    <a:pt x="6577563" y="5295899"/>
                  </a:lnTo>
                  <a:lnTo>
                    <a:pt x="6528703" y="5283199"/>
                  </a:lnTo>
                  <a:lnTo>
                    <a:pt x="6480451" y="5257799"/>
                  </a:lnTo>
                  <a:lnTo>
                    <a:pt x="6433212" y="5232399"/>
                  </a:lnTo>
                  <a:lnTo>
                    <a:pt x="6387392" y="5219700"/>
                  </a:lnTo>
                  <a:lnTo>
                    <a:pt x="6343396" y="5194300"/>
                  </a:lnTo>
                  <a:lnTo>
                    <a:pt x="6303215" y="5168900"/>
                  </a:lnTo>
                  <a:lnTo>
                    <a:pt x="6254279" y="5156200"/>
                  </a:lnTo>
                  <a:lnTo>
                    <a:pt x="6202838" y="5130800"/>
                  </a:lnTo>
                  <a:close/>
                </a:path>
                <a:path w="12192000" h="6845300">
                  <a:moveTo>
                    <a:pt x="1440706" y="4953000"/>
                  </a:moveTo>
                  <a:lnTo>
                    <a:pt x="1439672" y="4953000"/>
                  </a:lnTo>
                  <a:lnTo>
                    <a:pt x="1473392" y="4965700"/>
                  </a:lnTo>
                  <a:lnTo>
                    <a:pt x="1574673" y="5016500"/>
                  </a:lnTo>
                  <a:lnTo>
                    <a:pt x="1614526" y="5041900"/>
                  </a:lnTo>
                  <a:lnTo>
                    <a:pt x="1656749" y="5054600"/>
                  </a:lnTo>
                  <a:lnTo>
                    <a:pt x="1700946" y="5080000"/>
                  </a:lnTo>
                  <a:lnTo>
                    <a:pt x="1746717" y="5092700"/>
                  </a:lnTo>
                  <a:lnTo>
                    <a:pt x="1793666" y="5118100"/>
                  </a:lnTo>
                  <a:lnTo>
                    <a:pt x="1889506" y="5168900"/>
                  </a:lnTo>
                  <a:lnTo>
                    <a:pt x="1911985" y="5168900"/>
                  </a:lnTo>
                  <a:lnTo>
                    <a:pt x="1932376" y="5194300"/>
                  </a:lnTo>
                  <a:lnTo>
                    <a:pt x="1981636" y="5207000"/>
                  </a:lnTo>
                  <a:lnTo>
                    <a:pt x="2002027" y="5219700"/>
                  </a:lnTo>
                  <a:lnTo>
                    <a:pt x="2019238" y="5219700"/>
                  </a:lnTo>
                  <a:lnTo>
                    <a:pt x="2038556" y="5232399"/>
                  </a:lnTo>
                  <a:lnTo>
                    <a:pt x="2062089" y="5245099"/>
                  </a:lnTo>
                  <a:lnTo>
                    <a:pt x="2091944" y="5245099"/>
                  </a:lnTo>
                  <a:lnTo>
                    <a:pt x="2122574" y="5257799"/>
                  </a:lnTo>
                  <a:lnTo>
                    <a:pt x="2151062" y="5270499"/>
                  </a:lnTo>
                  <a:lnTo>
                    <a:pt x="2183741" y="5295899"/>
                  </a:lnTo>
                  <a:lnTo>
                    <a:pt x="2226945" y="5308599"/>
                  </a:lnTo>
                  <a:lnTo>
                    <a:pt x="2218864" y="5295899"/>
                  </a:lnTo>
                  <a:lnTo>
                    <a:pt x="2196020" y="5270499"/>
                  </a:lnTo>
                  <a:lnTo>
                    <a:pt x="2160508" y="5257799"/>
                  </a:lnTo>
                  <a:lnTo>
                    <a:pt x="2114423" y="5245099"/>
                  </a:lnTo>
                  <a:lnTo>
                    <a:pt x="2069455" y="5207000"/>
                  </a:lnTo>
                  <a:lnTo>
                    <a:pt x="2024474" y="5194300"/>
                  </a:lnTo>
                  <a:lnTo>
                    <a:pt x="1979485" y="5168900"/>
                  </a:lnTo>
                  <a:lnTo>
                    <a:pt x="1844548" y="5130800"/>
                  </a:lnTo>
                  <a:lnTo>
                    <a:pt x="1797576" y="5105400"/>
                  </a:lnTo>
                  <a:lnTo>
                    <a:pt x="1752582" y="5092700"/>
                  </a:lnTo>
                  <a:lnTo>
                    <a:pt x="1708774" y="5067300"/>
                  </a:lnTo>
                  <a:lnTo>
                    <a:pt x="1665361" y="5054600"/>
                  </a:lnTo>
                  <a:lnTo>
                    <a:pt x="1621553" y="5029200"/>
                  </a:lnTo>
                  <a:lnTo>
                    <a:pt x="1576559" y="5016500"/>
                  </a:lnTo>
                  <a:lnTo>
                    <a:pt x="1529588" y="4991100"/>
                  </a:lnTo>
                  <a:lnTo>
                    <a:pt x="1486774" y="4965700"/>
                  </a:lnTo>
                  <a:lnTo>
                    <a:pt x="1440706" y="4953000"/>
                  </a:lnTo>
                  <a:close/>
                </a:path>
                <a:path w="12192000" h="6845300">
                  <a:moveTo>
                    <a:pt x="1732026" y="5168900"/>
                  </a:moveTo>
                  <a:lnTo>
                    <a:pt x="1709547" y="5168900"/>
                  </a:lnTo>
                  <a:lnTo>
                    <a:pt x="1739773" y="5194300"/>
                  </a:lnTo>
                  <a:lnTo>
                    <a:pt x="1791843" y="5219700"/>
                  </a:lnTo>
                  <a:lnTo>
                    <a:pt x="1822069" y="5245099"/>
                  </a:lnTo>
                  <a:lnTo>
                    <a:pt x="1798516" y="5219700"/>
                  </a:lnTo>
                  <a:lnTo>
                    <a:pt x="1768617" y="5207000"/>
                  </a:lnTo>
                  <a:lnTo>
                    <a:pt x="1742934" y="5194300"/>
                  </a:lnTo>
                  <a:lnTo>
                    <a:pt x="1732026" y="5168900"/>
                  </a:lnTo>
                  <a:close/>
                </a:path>
                <a:path w="12192000" h="6845300">
                  <a:moveTo>
                    <a:pt x="6202146" y="5219700"/>
                  </a:moveTo>
                  <a:lnTo>
                    <a:pt x="6157819" y="5219700"/>
                  </a:lnTo>
                  <a:lnTo>
                    <a:pt x="6191589" y="5245099"/>
                  </a:lnTo>
                  <a:lnTo>
                    <a:pt x="6217652" y="5245099"/>
                  </a:lnTo>
                  <a:lnTo>
                    <a:pt x="6214125" y="5232399"/>
                  </a:lnTo>
                  <a:lnTo>
                    <a:pt x="6202146" y="5219700"/>
                  </a:lnTo>
                  <a:close/>
                </a:path>
                <a:path w="12192000" h="6845300">
                  <a:moveTo>
                    <a:pt x="6073521" y="5194300"/>
                  </a:moveTo>
                  <a:lnTo>
                    <a:pt x="6034182" y="5194300"/>
                  </a:lnTo>
                  <a:lnTo>
                    <a:pt x="6029265" y="5207000"/>
                  </a:lnTo>
                  <a:lnTo>
                    <a:pt x="6028563" y="5219700"/>
                  </a:lnTo>
                  <a:lnTo>
                    <a:pt x="6099512" y="5219700"/>
                  </a:lnTo>
                  <a:lnTo>
                    <a:pt x="6073521" y="5194300"/>
                  </a:lnTo>
                  <a:close/>
                </a:path>
                <a:path w="12192000" h="6845300">
                  <a:moveTo>
                    <a:pt x="629843" y="4521200"/>
                  </a:moveTo>
                  <a:lnTo>
                    <a:pt x="292430" y="4521200"/>
                  </a:lnTo>
                  <a:lnTo>
                    <a:pt x="340632" y="4546600"/>
                  </a:lnTo>
                  <a:lnTo>
                    <a:pt x="388834" y="4559300"/>
                  </a:lnTo>
                  <a:lnTo>
                    <a:pt x="581641" y="4660900"/>
                  </a:lnTo>
                  <a:lnTo>
                    <a:pt x="629843" y="4673600"/>
                  </a:lnTo>
                  <a:lnTo>
                    <a:pt x="765991" y="4749800"/>
                  </a:lnTo>
                  <a:lnTo>
                    <a:pt x="811782" y="4762500"/>
                  </a:lnTo>
                  <a:lnTo>
                    <a:pt x="903714" y="4813300"/>
                  </a:lnTo>
                  <a:lnTo>
                    <a:pt x="949769" y="4826000"/>
                  </a:lnTo>
                  <a:lnTo>
                    <a:pt x="995823" y="4851400"/>
                  </a:lnTo>
                  <a:lnTo>
                    <a:pt x="1087758" y="4889500"/>
                  </a:lnTo>
                  <a:lnTo>
                    <a:pt x="1179169" y="4940300"/>
                  </a:lnTo>
                  <a:lnTo>
                    <a:pt x="1224569" y="4953000"/>
                  </a:lnTo>
                  <a:lnTo>
                    <a:pt x="1314541" y="5003800"/>
                  </a:lnTo>
                  <a:lnTo>
                    <a:pt x="1359024" y="5016500"/>
                  </a:lnTo>
                  <a:lnTo>
                    <a:pt x="1446768" y="5067300"/>
                  </a:lnTo>
                  <a:lnTo>
                    <a:pt x="1489942" y="5080000"/>
                  </a:lnTo>
                  <a:lnTo>
                    <a:pt x="1574673" y="5130800"/>
                  </a:lnTo>
                  <a:lnTo>
                    <a:pt x="1605230" y="5143500"/>
                  </a:lnTo>
                  <a:lnTo>
                    <a:pt x="1633680" y="5156200"/>
                  </a:lnTo>
                  <a:lnTo>
                    <a:pt x="1666345" y="5168900"/>
                  </a:lnTo>
                  <a:lnTo>
                    <a:pt x="1701117" y="5168900"/>
                  </a:lnTo>
                  <a:lnTo>
                    <a:pt x="1690931" y="5156200"/>
                  </a:lnTo>
                  <a:lnTo>
                    <a:pt x="1687068" y="5156200"/>
                  </a:lnTo>
                  <a:lnTo>
                    <a:pt x="1667047" y="5143500"/>
                  </a:lnTo>
                  <a:lnTo>
                    <a:pt x="1644919" y="5130800"/>
                  </a:lnTo>
                  <a:lnTo>
                    <a:pt x="1627006" y="5118100"/>
                  </a:lnTo>
                  <a:lnTo>
                    <a:pt x="1619631" y="5105400"/>
                  </a:lnTo>
                  <a:lnTo>
                    <a:pt x="1631924" y="5105400"/>
                  </a:lnTo>
                  <a:lnTo>
                    <a:pt x="1616821" y="5092700"/>
                  </a:lnTo>
                  <a:lnTo>
                    <a:pt x="1597503" y="5092700"/>
                  </a:lnTo>
                  <a:lnTo>
                    <a:pt x="1597152" y="5080000"/>
                  </a:lnTo>
                  <a:lnTo>
                    <a:pt x="1634734" y="5080000"/>
                  </a:lnTo>
                  <a:lnTo>
                    <a:pt x="1616821" y="5067300"/>
                  </a:lnTo>
                  <a:lnTo>
                    <a:pt x="1574673" y="5067300"/>
                  </a:lnTo>
                  <a:lnTo>
                    <a:pt x="1554579" y="5054600"/>
                  </a:lnTo>
                  <a:lnTo>
                    <a:pt x="1532413" y="5041900"/>
                  </a:lnTo>
                  <a:lnTo>
                    <a:pt x="1514486" y="5029200"/>
                  </a:lnTo>
                  <a:lnTo>
                    <a:pt x="1507109" y="5016500"/>
                  </a:lnTo>
                  <a:lnTo>
                    <a:pt x="1489898" y="5003800"/>
                  </a:lnTo>
                  <a:lnTo>
                    <a:pt x="1470580" y="4991100"/>
                  </a:lnTo>
                  <a:lnTo>
                    <a:pt x="1447047" y="4978400"/>
                  </a:lnTo>
                  <a:lnTo>
                    <a:pt x="1417193" y="4965700"/>
                  </a:lnTo>
                  <a:lnTo>
                    <a:pt x="1420705" y="4953000"/>
                  </a:lnTo>
                  <a:lnTo>
                    <a:pt x="1440706" y="4953000"/>
                  </a:lnTo>
                  <a:lnTo>
                    <a:pt x="1393552" y="4927600"/>
                  </a:lnTo>
                  <a:lnTo>
                    <a:pt x="1347484" y="4902200"/>
                  </a:lnTo>
                  <a:lnTo>
                    <a:pt x="1304671" y="4876800"/>
                  </a:lnTo>
                  <a:lnTo>
                    <a:pt x="1237194" y="4851400"/>
                  </a:lnTo>
                  <a:lnTo>
                    <a:pt x="1203452" y="4826000"/>
                  </a:lnTo>
                  <a:lnTo>
                    <a:pt x="1169708" y="4813300"/>
                  </a:lnTo>
                  <a:lnTo>
                    <a:pt x="1149324" y="4800600"/>
                  </a:lnTo>
                  <a:lnTo>
                    <a:pt x="1100119" y="4775200"/>
                  </a:lnTo>
                  <a:lnTo>
                    <a:pt x="1079728" y="4762500"/>
                  </a:lnTo>
                  <a:lnTo>
                    <a:pt x="1128239" y="4762500"/>
                  </a:lnTo>
                  <a:lnTo>
                    <a:pt x="1124724" y="4749800"/>
                  </a:lnTo>
                  <a:lnTo>
                    <a:pt x="1094845" y="4737100"/>
                  </a:lnTo>
                  <a:lnTo>
                    <a:pt x="1071295" y="4737100"/>
                  </a:lnTo>
                  <a:lnTo>
                    <a:pt x="1051965" y="4711700"/>
                  </a:lnTo>
                  <a:lnTo>
                    <a:pt x="1034745" y="4699000"/>
                  </a:lnTo>
                  <a:lnTo>
                    <a:pt x="978509" y="4699000"/>
                  </a:lnTo>
                  <a:lnTo>
                    <a:pt x="952499" y="4686300"/>
                  </a:lnTo>
                  <a:lnTo>
                    <a:pt x="922274" y="4673600"/>
                  </a:lnTo>
                  <a:lnTo>
                    <a:pt x="922274" y="4660900"/>
                  </a:lnTo>
                  <a:lnTo>
                    <a:pt x="891692" y="4635500"/>
                  </a:lnTo>
                  <a:lnTo>
                    <a:pt x="863222" y="4622800"/>
                  </a:lnTo>
                  <a:lnTo>
                    <a:pt x="830537" y="4610100"/>
                  </a:lnTo>
                  <a:lnTo>
                    <a:pt x="787311" y="4610100"/>
                  </a:lnTo>
                  <a:lnTo>
                    <a:pt x="753214" y="4584700"/>
                  </a:lnTo>
                  <a:lnTo>
                    <a:pt x="717011" y="4559300"/>
                  </a:lnTo>
                  <a:lnTo>
                    <a:pt x="676591" y="4546600"/>
                  </a:lnTo>
                  <a:lnTo>
                    <a:pt x="629843" y="4521200"/>
                  </a:lnTo>
                  <a:close/>
                </a:path>
                <a:path w="12192000" h="6845300">
                  <a:moveTo>
                    <a:pt x="1537335" y="5016500"/>
                  </a:moveTo>
                  <a:lnTo>
                    <a:pt x="1507109" y="5016500"/>
                  </a:lnTo>
                  <a:lnTo>
                    <a:pt x="1527500" y="5029200"/>
                  </a:lnTo>
                  <a:lnTo>
                    <a:pt x="1576760" y="5054600"/>
                  </a:lnTo>
                  <a:lnTo>
                    <a:pt x="1597152" y="5067300"/>
                  </a:lnTo>
                  <a:lnTo>
                    <a:pt x="1619631" y="5067300"/>
                  </a:lnTo>
                  <a:lnTo>
                    <a:pt x="1589405" y="5041900"/>
                  </a:lnTo>
                  <a:lnTo>
                    <a:pt x="1537335" y="5016500"/>
                  </a:lnTo>
                  <a:close/>
                </a:path>
                <a:path w="12192000" h="6845300">
                  <a:moveTo>
                    <a:pt x="1147216" y="4762500"/>
                  </a:moveTo>
                  <a:lnTo>
                    <a:pt x="1079728" y="4762500"/>
                  </a:lnTo>
                  <a:lnTo>
                    <a:pt x="1109959" y="4775200"/>
                  </a:lnTo>
                  <a:lnTo>
                    <a:pt x="1161981" y="4800600"/>
                  </a:lnTo>
                  <a:lnTo>
                    <a:pt x="1192212" y="4813300"/>
                  </a:lnTo>
                  <a:lnTo>
                    <a:pt x="1237195" y="4813300"/>
                  </a:lnTo>
                  <a:lnTo>
                    <a:pt x="1147216" y="4762500"/>
                  </a:lnTo>
                  <a:close/>
                </a:path>
                <a:path w="12192000" h="6845300">
                  <a:moveTo>
                    <a:pt x="12192000" y="4318000"/>
                  </a:moveTo>
                  <a:lnTo>
                    <a:pt x="33741" y="4318000"/>
                  </a:lnTo>
                  <a:lnTo>
                    <a:pt x="67483" y="4343400"/>
                  </a:lnTo>
                  <a:lnTo>
                    <a:pt x="12192000" y="4343400"/>
                  </a:lnTo>
                  <a:lnTo>
                    <a:pt x="12192000" y="4318000"/>
                  </a:lnTo>
                  <a:close/>
                </a:path>
                <a:path w="12192000" h="6845300">
                  <a:moveTo>
                    <a:pt x="12192000" y="2628899"/>
                  </a:moveTo>
                  <a:lnTo>
                    <a:pt x="12079478" y="2628899"/>
                  </a:lnTo>
                  <a:lnTo>
                    <a:pt x="12112918" y="2641599"/>
                  </a:lnTo>
                  <a:lnTo>
                    <a:pt x="12144216" y="2641599"/>
                  </a:lnTo>
                  <a:lnTo>
                    <a:pt x="12171275" y="2654299"/>
                  </a:lnTo>
                  <a:lnTo>
                    <a:pt x="12192000" y="2666999"/>
                  </a:lnTo>
                  <a:lnTo>
                    <a:pt x="12192000" y="2628899"/>
                  </a:lnTo>
                  <a:close/>
                </a:path>
                <a:path w="12192000" h="6845300">
                  <a:moveTo>
                    <a:pt x="10999851" y="2082799"/>
                  </a:moveTo>
                  <a:lnTo>
                    <a:pt x="10954766" y="2082799"/>
                  </a:lnTo>
                  <a:lnTo>
                    <a:pt x="11067288" y="2146299"/>
                  </a:lnTo>
                  <a:lnTo>
                    <a:pt x="11097142" y="2158999"/>
                  </a:lnTo>
                  <a:lnTo>
                    <a:pt x="11120675" y="2171699"/>
                  </a:lnTo>
                  <a:lnTo>
                    <a:pt x="11139993" y="2184399"/>
                  </a:lnTo>
                  <a:lnTo>
                    <a:pt x="11157204" y="2197099"/>
                  </a:lnTo>
                  <a:lnTo>
                    <a:pt x="11187483" y="2197099"/>
                  </a:lnTo>
                  <a:lnTo>
                    <a:pt x="11239517" y="2209799"/>
                  </a:lnTo>
                  <a:lnTo>
                    <a:pt x="11269726" y="2222499"/>
                  </a:lnTo>
                  <a:lnTo>
                    <a:pt x="11269726" y="2247899"/>
                  </a:lnTo>
                  <a:lnTo>
                    <a:pt x="11300285" y="2273299"/>
                  </a:lnTo>
                  <a:lnTo>
                    <a:pt x="11328749" y="2298699"/>
                  </a:lnTo>
                  <a:lnTo>
                    <a:pt x="11361451" y="2298699"/>
                  </a:lnTo>
                  <a:lnTo>
                    <a:pt x="11448282" y="2324099"/>
                  </a:lnTo>
                  <a:lnTo>
                    <a:pt x="11483419" y="2336799"/>
                  </a:lnTo>
                  <a:lnTo>
                    <a:pt x="11518580" y="2362199"/>
                  </a:lnTo>
                  <a:lnTo>
                    <a:pt x="11562207" y="2374899"/>
                  </a:lnTo>
                  <a:lnTo>
                    <a:pt x="11557621" y="2387599"/>
                  </a:lnTo>
                  <a:lnTo>
                    <a:pt x="11542474" y="2400299"/>
                  </a:lnTo>
                  <a:lnTo>
                    <a:pt x="11472164" y="2400299"/>
                  </a:lnTo>
                  <a:lnTo>
                    <a:pt x="11505551" y="2412999"/>
                  </a:lnTo>
                  <a:lnTo>
                    <a:pt x="11531346" y="2423465"/>
                  </a:lnTo>
                  <a:lnTo>
                    <a:pt x="11539399" y="2425699"/>
                  </a:lnTo>
                  <a:lnTo>
                    <a:pt x="11563943" y="2425699"/>
                  </a:lnTo>
                  <a:lnTo>
                    <a:pt x="11584686" y="2438399"/>
                  </a:lnTo>
                  <a:lnTo>
                    <a:pt x="11983288" y="2438399"/>
                  </a:lnTo>
                  <a:lnTo>
                    <a:pt x="11751732" y="2311399"/>
                  </a:lnTo>
                  <a:lnTo>
                    <a:pt x="11705319" y="2298699"/>
                  </a:lnTo>
                  <a:lnTo>
                    <a:pt x="11610760" y="2247899"/>
                  </a:lnTo>
                  <a:lnTo>
                    <a:pt x="11562207" y="2222499"/>
                  </a:lnTo>
                  <a:lnTo>
                    <a:pt x="11426044" y="2146299"/>
                  </a:lnTo>
                  <a:lnTo>
                    <a:pt x="11112246" y="2146299"/>
                  </a:lnTo>
                  <a:lnTo>
                    <a:pt x="11082039" y="2133599"/>
                  </a:lnTo>
                  <a:lnTo>
                    <a:pt x="11030057" y="2095499"/>
                  </a:lnTo>
                  <a:lnTo>
                    <a:pt x="10999851" y="2082799"/>
                  </a:lnTo>
                  <a:close/>
                </a:path>
                <a:path w="12192000" h="6845300">
                  <a:moveTo>
                    <a:pt x="9965055" y="1562099"/>
                  </a:moveTo>
                  <a:lnTo>
                    <a:pt x="9973135" y="1587499"/>
                  </a:lnTo>
                  <a:lnTo>
                    <a:pt x="9995979" y="1600199"/>
                  </a:lnTo>
                  <a:lnTo>
                    <a:pt x="10031491" y="1612899"/>
                  </a:lnTo>
                  <a:lnTo>
                    <a:pt x="10077577" y="1638299"/>
                  </a:lnTo>
                  <a:lnTo>
                    <a:pt x="10212514" y="1714499"/>
                  </a:lnTo>
                  <a:lnTo>
                    <a:pt x="10302484" y="1739899"/>
                  </a:lnTo>
                  <a:lnTo>
                    <a:pt x="10347452" y="1739899"/>
                  </a:lnTo>
                  <a:lnTo>
                    <a:pt x="10394423" y="1777999"/>
                  </a:lnTo>
                  <a:lnTo>
                    <a:pt x="10439417" y="1803399"/>
                  </a:lnTo>
                  <a:lnTo>
                    <a:pt x="10483225" y="1816099"/>
                  </a:lnTo>
                  <a:lnTo>
                    <a:pt x="10570446" y="1866899"/>
                  </a:lnTo>
                  <a:lnTo>
                    <a:pt x="10615440" y="1879599"/>
                  </a:lnTo>
                  <a:lnTo>
                    <a:pt x="10662412" y="1904999"/>
                  </a:lnTo>
                  <a:lnTo>
                    <a:pt x="10705225" y="1930399"/>
                  </a:lnTo>
                  <a:lnTo>
                    <a:pt x="10751293" y="1943099"/>
                  </a:lnTo>
                  <a:lnTo>
                    <a:pt x="10798447" y="1968499"/>
                  </a:lnTo>
                  <a:lnTo>
                    <a:pt x="10844515" y="1993899"/>
                  </a:lnTo>
                  <a:lnTo>
                    <a:pt x="10887329" y="2019299"/>
                  </a:lnTo>
                  <a:lnTo>
                    <a:pt x="10921049" y="2031999"/>
                  </a:lnTo>
                  <a:lnTo>
                    <a:pt x="11022330" y="2082799"/>
                  </a:lnTo>
                  <a:lnTo>
                    <a:pt x="11042701" y="2095499"/>
                  </a:lnTo>
                  <a:lnTo>
                    <a:pt x="11091874" y="2133599"/>
                  </a:lnTo>
                  <a:lnTo>
                    <a:pt x="11112246" y="2146299"/>
                  </a:lnTo>
                  <a:lnTo>
                    <a:pt x="11426044" y="2146299"/>
                  </a:lnTo>
                  <a:lnTo>
                    <a:pt x="11380249" y="2133599"/>
                  </a:lnTo>
                  <a:lnTo>
                    <a:pt x="11288309" y="2082799"/>
                  </a:lnTo>
                  <a:lnTo>
                    <a:pt x="11196194" y="2044699"/>
                  </a:lnTo>
                  <a:lnTo>
                    <a:pt x="11150180" y="2019299"/>
                  </a:lnTo>
                  <a:lnTo>
                    <a:pt x="11104254" y="2006599"/>
                  </a:lnTo>
                  <a:lnTo>
                    <a:pt x="10990137" y="1943099"/>
                  </a:lnTo>
                  <a:lnTo>
                    <a:pt x="10752328" y="1943099"/>
                  </a:lnTo>
                  <a:lnTo>
                    <a:pt x="10718607" y="1930399"/>
                  </a:lnTo>
                  <a:lnTo>
                    <a:pt x="10624403" y="1859519"/>
                  </a:lnTo>
                  <a:lnTo>
                    <a:pt x="10602595" y="1854199"/>
                  </a:lnTo>
                  <a:lnTo>
                    <a:pt x="10572369" y="1841499"/>
                  </a:lnTo>
                  <a:lnTo>
                    <a:pt x="10577473" y="1841499"/>
                  </a:lnTo>
                  <a:lnTo>
                    <a:pt x="10535250" y="1816099"/>
                  </a:lnTo>
                  <a:lnTo>
                    <a:pt x="10491053" y="1803399"/>
                  </a:lnTo>
                  <a:lnTo>
                    <a:pt x="10445282" y="1777999"/>
                  </a:lnTo>
                  <a:lnTo>
                    <a:pt x="10398333" y="1765299"/>
                  </a:lnTo>
                  <a:lnTo>
                    <a:pt x="10350604" y="1739899"/>
                  </a:lnTo>
                  <a:lnTo>
                    <a:pt x="10302494" y="1727199"/>
                  </a:lnTo>
                  <a:lnTo>
                    <a:pt x="10298981" y="1727199"/>
                  </a:lnTo>
                  <a:lnTo>
                    <a:pt x="10291254" y="1714499"/>
                  </a:lnTo>
                  <a:lnTo>
                    <a:pt x="10283527" y="1714499"/>
                  </a:lnTo>
                  <a:lnTo>
                    <a:pt x="10280015" y="1701799"/>
                  </a:lnTo>
                  <a:lnTo>
                    <a:pt x="10259623" y="1701799"/>
                  </a:lnTo>
                  <a:lnTo>
                    <a:pt x="10210363" y="1676399"/>
                  </a:lnTo>
                  <a:lnTo>
                    <a:pt x="10189972" y="1650999"/>
                  </a:lnTo>
                  <a:lnTo>
                    <a:pt x="10172761" y="1650999"/>
                  </a:lnTo>
                  <a:lnTo>
                    <a:pt x="10153443" y="1638299"/>
                  </a:lnTo>
                  <a:lnTo>
                    <a:pt x="10100056" y="1638299"/>
                  </a:lnTo>
                  <a:lnTo>
                    <a:pt x="10069425" y="1612899"/>
                  </a:lnTo>
                  <a:lnTo>
                    <a:pt x="10040937" y="1600199"/>
                  </a:lnTo>
                  <a:lnTo>
                    <a:pt x="10008258" y="1587499"/>
                  </a:lnTo>
                  <a:lnTo>
                    <a:pt x="9965055" y="1562099"/>
                  </a:lnTo>
                  <a:close/>
                </a:path>
                <a:path w="12192000" h="6845300">
                  <a:moveTo>
                    <a:pt x="10369931" y="1638299"/>
                  </a:moveTo>
                  <a:lnTo>
                    <a:pt x="10393483" y="1650999"/>
                  </a:lnTo>
                  <a:lnTo>
                    <a:pt x="10423382" y="1676399"/>
                  </a:lnTo>
                  <a:lnTo>
                    <a:pt x="10449065" y="1689099"/>
                  </a:lnTo>
                  <a:lnTo>
                    <a:pt x="10459974" y="1701799"/>
                  </a:lnTo>
                  <a:lnTo>
                    <a:pt x="10476482" y="1714499"/>
                  </a:lnTo>
                  <a:lnTo>
                    <a:pt x="10490882" y="1714499"/>
                  </a:lnTo>
                  <a:lnTo>
                    <a:pt x="10501068" y="1727199"/>
                  </a:lnTo>
                  <a:lnTo>
                    <a:pt x="10504932" y="1727199"/>
                  </a:lnTo>
                  <a:lnTo>
                    <a:pt x="10524952" y="1739899"/>
                  </a:lnTo>
                  <a:lnTo>
                    <a:pt x="10547080" y="1752599"/>
                  </a:lnTo>
                  <a:lnTo>
                    <a:pt x="10564993" y="1765299"/>
                  </a:lnTo>
                  <a:lnTo>
                    <a:pt x="10572369" y="1765299"/>
                  </a:lnTo>
                  <a:lnTo>
                    <a:pt x="10560075" y="1777999"/>
                  </a:lnTo>
                  <a:lnTo>
                    <a:pt x="10575178" y="1777999"/>
                  </a:lnTo>
                  <a:lnTo>
                    <a:pt x="10594496" y="1790699"/>
                  </a:lnTo>
                  <a:lnTo>
                    <a:pt x="10594848" y="1816099"/>
                  </a:lnTo>
                  <a:lnTo>
                    <a:pt x="10597306" y="1816099"/>
                  </a:lnTo>
                  <a:lnTo>
                    <a:pt x="10617327" y="1841499"/>
                  </a:lnTo>
                  <a:lnTo>
                    <a:pt x="10637420" y="1841499"/>
                  </a:lnTo>
                  <a:lnTo>
                    <a:pt x="10659586" y="1854199"/>
                  </a:lnTo>
                  <a:lnTo>
                    <a:pt x="10677513" y="1866899"/>
                  </a:lnTo>
                  <a:lnTo>
                    <a:pt x="10684891" y="1879599"/>
                  </a:lnTo>
                  <a:lnTo>
                    <a:pt x="10702101" y="1892299"/>
                  </a:lnTo>
                  <a:lnTo>
                    <a:pt x="10721419" y="1904999"/>
                  </a:lnTo>
                  <a:lnTo>
                    <a:pt x="10744952" y="1917699"/>
                  </a:lnTo>
                  <a:lnTo>
                    <a:pt x="10774807" y="1930399"/>
                  </a:lnTo>
                  <a:lnTo>
                    <a:pt x="10774455" y="1930399"/>
                  </a:lnTo>
                  <a:lnTo>
                    <a:pt x="10771997" y="1943099"/>
                  </a:lnTo>
                  <a:lnTo>
                    <a:pt x="10990137" y="1943099"/>
                  </a:lnTo>
                  <a:lnTo>
                    <a:pt x="10967436" y="1930399"/>
                  </a:lnTo>
                  <a:lnTo>
                    <a:pt x="10922296" y="1917699"/>
                  </a:lnTo>
                  <a:lnTo>
                    <a:pt x="10788886" y="1841499"/>
                  </a:lnTo>
                  <a:lnTo>
                    <a:pt x="10702058" y="1790699"/>
                  </a:lnTo>
                  <a:lnTo>
                    <a:pt x="10617327" y="1739899"/>
                  </a:lnTo>
                  <a:lnTo>
                    <a:pt x="10586769" y="1727199"/>
                  </a:lnTo>
                  <a:lnTo>
                    <a:pt x="10558319" y="1714499"/>
                  </a:lnTo>
                  <a:lnTo>
                    <a:pt x="10525654" y="1701799"/>
                  </a:lnTo>
                  <a:lnTo>
                    <a:pt x="10482453" y="1701799"/>
                  </a:lnTo>
                  <a:lnTo>
                    <a:pt x="10452173" y="1689099"/>
                  </a:lnTo>
                  <a:lnTo>
                    <a:pt x="10400139" y="1650999"/>
                  </a:lnTo>
                  <a:lnTo>
                    <a:pt x="10369931" y="1638299"/>
                  </a:lnTo>
                  <a:close/>
                </a:path>
                <a:path w="12192000" h="6845300">
                  <a:moveTo>
                    <a:pt x="10615239" y="1841499"/>
                  </a:moveTo>
                  <a:lnTo>
                    <a:pt x="10577473" y="1841499"/>
                  </a:lnTo>
                  <a:lnTo>
                    <a:pt x="10617327" y="1854199"/>
                  </a:lnTo>
                  <a:lnTo>
                    <a:pt x="10624403" y="1859519"/>
                  </a:lnTo>
                  <a:lnTo>
                    <a:pt x="10654665" y="1866899"/>
                  </a:lnTo>
                  <a:lnTo>
                    <a:pt x="10684891" y="1879599"/>
                  </a:lnTo>
                  <a:lnTo>
                    <a:pt x="10664499" y="1866899"/>
                  </a:lnTo>
                  <a:lnTo>
                    <a:pt x="10615239" y="1841499"/>
                  </a:lnTo>
                  <a:close/>
                </a:path>
                <a:path w="12192000" h="6845300">
                  <a:moveTo>
                    <a:pt x="0" y="50800"/>
                  </a:moveTo>
                  <a:lnTo>
                    <a:pt x="0" y="1244599"/>
                  </a:lnTo>
                  <a:lnTo>
                    <a:pt x="22494" y="1269999"/>
                  </a:lnTo>
                  <a:lnTo>
                    <a:pt x="89978" y="1320799"/>
                  </a:lnTo>
                  <a:lnTo>
                    <a:pt x="93844" y="1320799"/>
                  </a:lnTo>
                  <a:lnTo>
                    <a:pt x="104036" y="1333499"/>
                  </a:lnTo>
                  <a:lnTo>
                    <a:pt x="0" y="1333499"/>
                  </a:lnTo>
                  <a:lnTo>
                    <a:pt x="0" y="1765299"/>
                  </a:lnTo>
                  <a:lnTo>
                    <a:pt x="22494" y="1765299"/>
                  </a:lnTo>
                  <a:lnTo>
                    <a:pt x="22845" y="1777999"/>
                  </a:lnTo>
                  <a:lnTo>
                    <a:pt x="25306" y="1790699"/>
                  </a:lnTo>
                  <a:lnTo>
                    <a:pt x="31983" y="1803399"/>
                  </a:lnTo>
                  <a:lnTo>
                    <a:pt x="44988" y="1816099"/>
                  </a:lnTo>
                  <a:lnTo>
                    <a:pt x="6096000" y="1816099"/>
                  </a:lnTo>
                  <a:lnTo>
                    <a:pt x="6048139" y="1790699"/>
                  </a:lnTo>
                  <a:lnTo>
                    <a:pt x="6000917" y="1777999"/>
                  </a:lnTo>
                  <a:lnTo>
                    <a:pt x="5954285" y="1752599"/>
                  </a:lnTo>
                  <a:lnTo>
                    <a:pt x="5908194" y="1739899"/>
                  </a:lnTo>
                  <a:lnTo>
                    <a:pt x="5817437" y="1689099"/>
                  </a:lnTo>
                  <a:lnTo>
                    <a:pt x="5772673" y="1676399"/>
                  </a:lnTo>
                  <a:lnTo>
                    <a:pt x="5728253" y="1650999"/>
                  </a:lnTo>
                  <a:lnTo>
                    <a:pt x="5684128" y="1638299"/>
                  </a:lnTo>
                  <a:lnTo>
                    <a:pt x="5640249" y="1612899"/>
                  </a:lnTo>
                  <a:lnTo>
                    <a:pt x="5151247" y="1612899"/>
                  </a:lnTo>
                  <a:lnTo>
                    <a:pt x="5023514" y="1536699"/>
                  </a:lnTo>
                  <a:lnTo>
                    <a:pt x="4979717" y="1523999"/>
                  </a:lnTo>
                  <a:lnTo>
                    <a:pt x="4934867" y="1498599"/>
                  </a:lnTo>
                  <a:lnTo>
                    <a:pt x="4840939" y="1473199"/>
                  </a:lnTo>
                  <a:lnTo>
                    <a:pt x="4813808" y="1473199"/>
                  </a:lnTo>
                  <a:lnTo>
                    <a:pt x="4810295" y="1460499"/>
                  </a:lnTo>
                  <a:lnTo>
                    <a:pt x="4802568" y="1460499"/>
                  </a:lnTo>
                  <a:lnTo>
                    <a:pt x="4796430" y="1450411"/>
                  </a:lnTo>
                  <a:lnTo>
                    <a:pt x="4791329" y="1447799"/>
                  </a:lnTo>
                  <a:lnTo>
                    <a:pt x="4750199" y="1422399"/>
                  </a:lnTo>
                  <a:lnTo>
                    <a:pt x="4707991" y="1396999"/>
                  </a:lnTo>
                  <a:lnTo>
                    <a:pt x="4664976" y="1371599"/>
                  </a:lnTo>
                  <a:lnTo>
                    <a:pt x="4621423" y="1358899"/>
                  </a:lnTo>
                  <a:lnTo>
                    <a:pt x="4490246" y="1282699"/>
                  </a:lnTo>
                  <a:lnTo>
                    <a:pt x="4447250" y="1269999"/>
                  </a:lnTo>
                  <a:lnTo>
                    <a:pt x="4405069" y="1244599"/>
                  </a:lnTo>
                  <a:lnTo>
                    <a:pt x="4363974" y="1231899"/>
                  </a:lnTo>
                  <a:lnTo>
                    <a:pt x="4318202" y="1206499"/>
                  </a:lnTo>
                  <a:lnTo>
                    <a:pt x="4271136" y="1181099"/>
                  </a:lnTo>
                  <a:lnTo>
                    <a:pt x="4174598" y="1130299"/>
                  </a:lnTo>
                  <a:lnTo>
                    <a:pt x="4125867" y="1117599"/>
                  </a:lnTo>
                  <a:lnTo>
                    <a:pt x="4029329" y="1066799"/>
                  </a:lnTo>
                  <a:lnTo>
                    <a:pt x="3982263" y="1041399"/>
                  </a:lnTo>
                  <a:lnTo>
                    <a:pt x="3936491" y="1028699"/>
                  </a:lnTo>
                  <a:lnTo>
                    <a:pt x="3840164" y="977899"/>
                  </a:lnTo>
                  <a:lnTo>
                    <a:pt x="3792123" y="965199"/>
                  </a:lnTo>
                  <a:lnTo>
                    <a:pt x="3696533" y="914399"/>
                  </a:lnTo>
                  <a:lnTo>
                    <a:pt x="3649082" y="901699"/>
                  </a:lnTo>
                  <a:lnTo>
                    <a:pt x="3462719" y="800099"/>
                  </a:lnTo>
                  <a:lnTo>
                    <a:pt x="3417234" y="774699"/>
                  </a:lnTo>
                  <a:lnTo>
                    <a:pt x="3372289" y="761999"/>
                  </a:lnTo>
                  <a:lnTo>
                    <a:pt x="3284220" y="711199"/>
                  </a:lnTo>
                  <a:lnTo>
                    <a:pt x="3246618" y="685799"/>
                  </a:lnTo>
                  <a:lnTo>
                    <a:pt x="3202670" y="673099"/>
                  </a:lnTo>
                  <a:lnTo>
                    <a:pt x="3154507" y="660399"/>
                  </a:lnTo>
                  <a:lnTo>
                    <a:pt x="3104261" y="634999"/>
                  </a:lnTo>
                  <a:lnTo>
                    <a:pt x="2459642" y="634999"/>
                  </a:lnTo>
                  <a:lnTo>
                    <a:pt x="2412539" y="622299"/>
                  </a:lnTo>
                  <a:lnTo>
                    <a:pt x="2373889" y="609599"/>
                  </a:lnTo>
                  <a:lnTo>
                    <a:pt x="2339467" y="596899"/>
                  </a:lnTo>
                  <a:lnTo>
                    <a:pt x="967258" y="596899"/>
                  </a:lnTo>
                  <a:lnTo>
                    <a:pt x="958120" y="584199"/>
                  </a:lnTo>
                  <a:lnTo>
                    <a:pt x="944765" y="571499"/>
                  </a:lnTo>
                  <a:lnTo>
                    <a:pt x="902857" y="546099"/>
                  </a:lnTo>
                  <a:lnTo>
                    <a:pt x="860274" y="533399"/>
                  </a:lnTo>
                  <a:lnTo>
                    <a:pt x="466895" y="304800"/>
                  </a:lnTo>
                  <a:lnTo>
                    <a:pt x="382409" y="254000"/>
                  </a:lnTo>
                  <a:lnTo>
                    <a:pt x="344116" y="228600"/>
                  </a:lnTo>
                  <a:lnTo>
                    <a:pt x="304342" y="215900"/>
                  </a:lnTo>
                  <a:lnTo>
                    <a:pt x="263271" y="190500"/>
                  </a:lnTo>
                  <a:lnTo>
                    <a:pt x="221088" y="165100"/>
                  </a:lnTo>
                  <a:lnTo>
                    <a:pt x="177981" y="139700"/>
                  </a:lnTo>
                  <a:lnTo>
                    <a:pt x="134133" y="127000"/>
                  </a:lnTo>
                  <a:lnTo>
                    <a:pt x="0" y="50800"/>
                  </a:lnTo>
                  <a:close/>
                </a:path>
                <a:path w="12192000" h="6845300">
                  <a:moveTo>
                    <a:pt x="10553753" y="1790699"/>
                  </a:moveTo>
                  <a:lnTo>
                    <a:pt x="10549890" y="1790699"/>
                  </a:lnTo>
                  <a:lnTo>
                    <a:pt x="10557265" y="1803399"/>
                  </a:lnTo>
                  <a:lnTo>
                    <a:pt x="10575178" y="1816099"/>
                  </a:lnTo>
                  <a:lnTo>
                    <a:pt x="10594848" y="1816099"/>
                  </a:lnTo>
                  <a:lnTo>
                    <a:pt x="10578339" y="1803399"/>
                  </a:lnTo>
                  <a:lnTo>
                    <a:pt x="10563939" y="1803399"/>
                  </a:lnTo>
                  <a:lnTo>
                    <a:pt x="10553753" y="1790699"/>
                  </a:lnTo>
                  <a:close/>
                </a:path>
                <a:path w="12192000" h="6845300">
                  <a:moveTo>
                    <a:pt x="9931767" y="1676399"/>
                  </a:moveTo>
                  <a:lnTo>
                    <a:pt x="6163437" y="1676399"/>
                  </a:lnTo>
                  <a:lnTo>
                    <a:pt x="6213736" y="1689099"/>
                  </a:lnTo>
                  <a:lnTo>
                    <a:pt x="6261893" y="1714499"/>
                  </a:lnTo>
                  <a:lnTo>
                    <a:pt x="6305811" y="1739899"/>
                  </a:lnTo>
                  <a:lnTo>
                    <a:pt x="6343396" y="1765299"/>
                  </a:lnTo>
                  <a:lnTo>
                    <a:pt x="10108398" y="1765299"/>
                  </a:lnTo>
                  <a:lnTo>
                    <a:pt x="10042892" y="1727199"/>
                  </a:lnTo>
                  <a:lnTo>
                    <a:pt x="9998808" y="1714499"/>
                  </a:lnTo>
                  <a:lnTo>
                    <a:pt x="9931767" y="1676399"/>
                  </a:lnTo>
                  <a:close/>
                </a:path>
                <a:path w="12192000" h="6845300">
                  <a:moveTo>
                    <a:pt x="8754516" y="1473199"/>
                  </a:moveTo>
                  <a:lnTo>
                    <a:pt x="5713603" y="1473199"/>
                  </a:lnTo>
                  <a:lnTo>
                    <a:pt x="5743811" y="1485899"/>
                  </a:lnTo>
                  <a:lnTo>
                    <a:pt x="5744854" y="1486663"/>
                  </a:lnTo>
                  <a:lnTo>
                    <a:pt x="5772559" y="1498599"/>
                  </a:lnTo>
                  <a:lnTo>
                    <a:pt x="5817761" y="1523999"/>
                  </a:lnTo>
                  <a:lnTo>
                    <a:pt x="5854207" y="1536699"/>
                  </a:lnTo>
                  <a:lnTo>
                    <a:pt x="5886896" y="1562099"/>
                  </a:lnTo>
                  <a:lnTo>
                    <a:pt x="5920827" y="1574799"/>
                  </a:lnTo>
                  <a:lnTo>
                    <a:pt x="5960999" y="1587499"/>
                  </a:lnTo>
                  <a:lnTo>
                    <a:pt x="5994439" y="1600199"/>
                  </a:lnTo>
                  <a:lnTo>
                    <a:pt x="6025737" y="1612899"/>
                  </a:lnTo>
                  <a:lnTo>
                    <a:pt x="6052796" y="1625599"/>
                  </a:lnTo>
                  <a:lnTo>
                    <a:pt x="6073521" y="1638299"/>
                  </a:lnTo>
                  <a:lnTo>
                    <a:pt x="6074223" y="1650999"/>
                  </a:lnTo>
                  <a:lnTo>
                    <a:pt x="6079140" y="1650999"/>
                  </a:lnTo>
                  <a:lnTo>
                    <a:pt x="6092487" y="1663699"/>
                  </a:lnTo>
                  <a:lnTo>
                    <a:pt x="6144470" y="1689099"/>
                  </a:lnTo>
                  <a:lnTo>
                    <a:pt x="6157817" y="1689099"/>
                  </a:lnTo>
                  <a:lnTo>
                    <a:pt x="6162734" y="1676399"/>
                  </a:lnTo>
                  <a:lnTo>
                    <a:pt x="9931767" y="1676399"/>
                  </a:lnTo>
                  <a:lnTo>
                    <a:pt x="9863563" y="1638299"/>
                  </a:lnTo>
                  <a:lnTo>
                    <a:pt x="9769920" y="1587499"/>
                  </a:lnTo>
                  <a:lnTo>
                    <a:pt x="9721759" y="1562099"/>
                  </a:lnTo>
                  <a:lnTo>
                    <a:pt x="8939391" y="1562099"/>
                  </a:lnTo>
                  <a:lnTo>
                    <a:pt x="8923617" y="1551131"/>
                  </a:lnTo>
                  <a:lnTo>
                    <a:pt x="8885301" y="1536699"/>
                  </a:lnTo>
                  <a:lnTo>
                    <a:pt x="8851582" y="1511299"/>
                  </a:lnTo>
                  <a:lnTo>
                    <a:pt x="8817864" y="1498599"/>
                  </a:lnTo>
                  <a:lnTo>
                    <a:pt x="8791096" y="1498599"/>
                  </a:lnTo>
                  <a:lnTo>
                    <a:pt x="8754516" y="1473199"/>
                  </a:lnTo>
                  <a:close/>
                </a:path>
                <a:path w="12192000" h="6845300">
                  <a:moveTo>
                    <a:pt x="6000410" y="1638299"/>
                  </a:moveTo>
                  <a:lnTo>
                    <a:pt x="5977874" y="1638299"/>
                  </a:lnTo>
                  <a:lnTo>
                    <a:pt x="5989853" y="1650999"/>
                  </a:lnTo>
                  <a:lnTo>
                    <a:pt x="6034180" y="1650999"/>
                  </a:lnTo>
                  <a:lnTo>
                    <a:pt x="6000410" y="1638299"/>
                  </a:lnTo>
                  <a:close/>
                </a:path>
                <a:path w="12192000" h="6845300">
                  <a:moveTo>
                    <a:pt x="4839112" y="1015999"/>
                  </a:moveTo>
                  <a:lnTo>
                    <a:pt x="4805731" y="1015999"/>
                  </a:lnTo>
                  <a:lnTo>
                    <a:pt x="4791329" y="1028699"/>
                  </a:lnTo>
                  <a:lnTo>
                    <a:pt x="4786060" y="1028699"/>
                  </a:lnTo>
                  <a:lnTo>
                    <a:pt x="4799758" y="1041399"/>
                  </a:lnTo>
                  <a:lnTo>
                    <a:pt x="4826101" y="1054099"/>
                  </a:lnTo>
                  <a:lnTo>
                    <a:pt x="4858766" y="1066799"/>
                  </a:lnTo>
                  <a:lnTo>
                    <a:pt x="4888694" y="1079499"/>
                  </a:lnTo>
                  <a:lnTo>
                    <a:pt x="4931596" y="1104899"/>
                  </a:lnTo>
                  <a:lnTo>
                    <a:pt x="4964003" y="1130299"/>
                  </a:lnTo>
                  <a:lnTo>
                    <a:pt x="4987943" y="1155699"/>
                  </a:lnTo>
                  <a:lnTo>
                    <a:pt x="5021881" y="1181099"/>
                  </a:lnTo>
                  <a:lnTo>
                    <a:pt x="5067069" y="1193799"/>
                  </a:lnTo>
                  <a:lnTo>
                    <a:pt x="5124759" y="1219199"/>
                  </a:lnTo>
                  <a:lnTo>
                    <a:pt x="5196205" y="1231899"/>
                  </a:lnTo>
                  <a:lnTo>
                    <a:pt x="5221754" y="1257299"/>
                  </a:lnTo>
                  <a:lnTo>
                    <a:pt x="5265664" y="1282699"/>
                  </a:lnTo>
                  <a:lnTo>
                    <a:pt x="5319292" y="1308099"/>
                  </a:lnTo>
                  <a:lnTo>
                    <a:pt x="5373992" y="1320799"/>
                  </a:lnTo>
                  <a:lnTo>
                    <a:pt x="5421122" y="1333499"/>
                  </a:lnTo>
                  <a:lnTo>
                    <a:pt x="5459430" y="1358899"/>
                  </a:lnTo>
                  <a:lnTo>
                    <a:pt x="5499218" y="1384299"/>
                  </a:lnTo>
                  <a:lnTo>
                    <a:pt x="5540299" y="1409699"/>
                  </a:lnTo>
                  <a:lnTo>
                    <a:pt x="5582487" y="1435099"/>
                  </a:lnTo>
                  <a:lnTo>
                    <a:pt x="5625596" y="1447799"/>
                  </a:lnTo>
                  <a:lnTo>
                    <a:pt x="5758587" y="1523999"/>
                  </a:lnTo>
                  <a:lnTo>
                    <a:pt x="5803519" y="1536699"/>
                  </a:lnTo>
                  <a:lnTo>
                    <a:pt x="5825368" y="1562099"/>
                  </a:lnTo>
                  <a:lnTo>
                    <a:pt x="5859827" y="1574799"/>
                  </a:lnTo>
                  <a:lnTo>
                    <a:pt x="5911121" y="1600199"/>
                  </a:lnTo>
                  <a:lnTo>
                    <a:pt x="5983478" y="1638299"/>
                  </a:lnTo>
                  <a:lnTo>
                    <a:pt x="5946247" y="1600199"/>
                  </a:lnTo>
                  <a:lnTo>
                    <a:pt x="5904801" y="1574799"/>
                  </a:lnTo>
                  <a:lnTo>
                    <a:pt x="5863355" y="1562099"/>
                  </a:lnTo>
                  <a:lnTo>
                    <a:pt x="5826125" y="1536699"/>
                  </a:lnTo>
                  <a:lnTo>
                    <a:pt x="5795845" y="1523999"/>
                  </a:lnTo>
                  <a:lnTo>
                    <a:pt x="5744854" y="1486663"/>
                  </a:lnTo>
                  <a:lnTo>
                    <a:pt x="5713603" y="1473199"/>
                  </a:lnTo>
                  <a:lnTo>
                    <a:pt x="8727821" y="1473199"/>
                  </a:lnTo>
                  <a:lnTo>
                    <a:pt x="8707449" y="1460499"/>
                  </a:lnTo>
                  <a:lnTo>
                    <a:pt x="8682863" y="1447799"/>
                  </a:lnTo>
                  <a:lnTo>
                    <a:pt x="7513193" y="1447799"/>
                  </a:lnTo>
                  <a:lnTo>
                    <a:pt x="7464455" y="1422399"/>
                  </a:lnTo>
                  <a:lnTo>
                    <a:pt x="7418617" y="1409699"/>
                  </a:lnTo>
                  <a:lnTo>
                    <a:pt x="7330376" y="1358899"/>
                  </a:lnTo>
                  <a:lnTo>
                    <a:pt x="7285342" y="1346199"/>
                  </a:lnTo>
                  <a:lnTo>
                    <a:pt x="7237944" y="1320799"/>
                  </a:lnTo>
                  <a:lnTo>
                    <a:pt x="7186867" y="1295399"/>
                  </a:lnTo>
                  <a:lnTo>
                    <a:pt x="7130796" y="1269999"/>
                  </a:lnTo>
                  <a:lnTo>
                    <a:pt x="7084639" y="1244599"/>
                  </a:lnTo>
                  <a:lnTo>
                    <a:pt x="7038946" y="1231899"/>
                  </a:lnTo>
                  <a:lnTo>
                    <a:pt x="6993651" y="1206499"/>
                  </a:lnTo>
                  <a:lnTo>
                    <a:pt x="5983478" y="1206499"/>
                  </a:lnTo>
                  <a:lnTo>
                    <a:pt x="5892696" y="1181099"/>
                  </a:lnTo>
                  <a:lnTo>
                    <a:pt x="5845730" y="1181099"/>
                  </a:lnTo>
                  <a:lnTo>
                    <a:pt x="5796891" y="1168399"/>
                  </a:lnTo>
                  <a:lnTo>
                    <a:pt x="5745561" y="1155699"/>
                  </a:lnTo>
                  <a:lnTo>
                    <a:pt x="5691124" y="1130299"/>
                  </a:lnTo>
                  <a:lnTo>
                    <a:pt x="5642972" y="1117599"/>
                  </a:lnTo>
                  <a:lnTo>
                    <a:pt x="5595226" y="1092199"/>
                  </a:lnTo>
                  <a:lnTo>
                    <a:pt x="5548272" y="1079499"/>
                  </a:lnTo>
                  <a:lnTo>
                    <a:pt x="5502500" y="1054099"/>
                  </a:lnTo>
                  <a:lnTo>
                    <a:pt x="5458299" y="1041399"/>
                  </a:lnTo>
                  <a:lnTo>
                    <a:pt x="4903851" y="1041399"/>
                  </a:lnTo>
                  <a:lnTo>
                    <a:pt x="4876732" y="1028699"/>
                  </a:lnTo>
                  <a:lnTo>
                    <a:pt x="4839112" y="1015999"/>
                  </a:lnTo>
                  <a:close/>
                </a:path>
                <a:path w="12192000" h="6845300">
                  <a:moveTo>
                    <a:pt x="3140041" y="495299"/>
                  </a:moveTo>
                  <a:lnTo>
                    <a:pt x="3093005" y="495299"/>
                  </a:lnTo>
                  <a:lnTo>
                    <a:pt x="3132563" y="520699"/>
                  </a:lnTo>
                  <a:lnTo>
                    <a:pt x="3173362" y="533399"/>
                  </a:lnTo>
                  <a:lnTo>
                    <a:pt x="3216656" y="546099"/>
                  </a:lnTo>
                  <a:lnTo>
                    <a:pt x="3237101" y="571499"/>
                  </a:lnTo>
                  <a:lnTo>
                    <a:pt x="3286325" y="596899"/>
                  </a:lnTo>
                  <a:lnTo>
                    <a:pt x="3306699" y="622299"/>
                  </a:lnTo>
                  <a:lnTo>
                    <a:pt x="3358144" y="634999"/>
                  </a:lnTo>
                  <a:lnTo>
                    <a:pt x="3405291" y="647699"/>
                  </a:lnTo>
                  <a:lnTo>
                    <a:pt x="3490960" y="647699"/>
                  </a:lnTo>
                  <a:lnTo>
                    <a:pt x="3531616" y="660399"/>
                  </a:lnTo>
                  <a:lnTo>
                    <a:pt x="3554095" y="660399"/>
                  </a:lnTo>
                  <a:lnTo>
                    <a:pt x="3578061" y="685799"/>
                  </a:lnTo>
                  <a:lnTo>
                    <a:pt x="3578247" y="698499"/>
                  </a:lnTo>
                  <a:lnTo>
                    <a:pt x="3568697" y="711199"/>
                  </a:lnTo>
                  <a:lnTo>
                    <a:pt x="3563458" y="723899"/>
                  </a:lnTo>
                  <a:lnTo>
                    <a:pt x="3610575" y="774699"/>
                  </a:lnTo>
                  <a:lnTo>
                    <a:pt x="3652833" y="800099"/>
                  </a:lnTo>
                  <a:lnTo>
                    <a:pt x="3700591" y="825499"/>
                  </a:lnTo>
                  <a:lnTo>
                    <a:pt x="3801589" y="876299"/>
                  </a:lnTo>
                  <a:lnTo>
                    <a:pt x="3849321" y="901699"/>
                  </a:lnTo>
                  <a:lnTo>
                    <a:pt x="3891534" y="927099"/>
                  </a:lnTo>
                  <a:lnTo>
                    <a:pt x="3921390" y="939799"/>
                  </a:lnTo>
                  <a:lnTo>
                    <a:pt x="3944937" y="952499"/>
                  </a:lnTo>
                  <a:lnTo>
                    <a:pt x="3964293" y="965199"/>
                  </a:lnTo>
                  <a:lnTo>
                    <a:pt x="3981577" y="977899"/>
                  </a:lnTo>
                  <a:lnTo>
                    <a:pt x="4042050" y="1003299"/>
                  </a:lnTo>
                  <a:lnTo>
                    <a:pt x="4090674" y="1028699"/>
                  </a:lnTo>
                  <a:lnTo>
                    <a:pt x="4130563" y="1041399"/>
                  </a:lnTo>
                  <a:lnTo>
                    <a:pt x="4164833" y="1066799"/>
                  </a:lnTo>
                  <a:lnTo>
                    <a:pt x="4196597" y="1092199"/>
                  </a:lnTo>
                  <a:lnTo>
                    <a:pt x="4228973" y="1117599"/>
                  </a:lnTo>
                  <a:lnTo>
                    <a:pt x="4281842" y="1130299"/>
                  </a:lnTo>
                  <a:lnTo>
                    <a:pt x="4326837" y="1155699"/>
                  </a:lnTo>
                  <a:lnTo>
                    <a:pt x="4367106" y="1168399"/>
                  </a:lnTo>
                  <a:lnTo>
                    <a:pt x="4405799" y="1193799"/>
                  </a:lnTo>
                  <a:lnTo>
                    <a:pt x="4446068" y="1219199"/>
                  </a:lnTo>
                  <a:lnTo>
                    <a:pt x="4491063" y="1244599"/>
                  </a:lnTo>
                  <a:lnTo>
                    <a:pt x="4543933" y="1269999"/>
                  </a:lnTo>
                  <a:lnTo>
                    <a:pt x="4581163" y="1282699"/>
                  </a:lnTo>
                  <a:lnTo>
                    <a:pt x="4664055" y="1333499"/>
                  </a:lnTo>
                  <a:lnTo>
                    <a:pt x="4701286" y="1358899"/>
                  </a:lnTo>
                  <a:lnTo>
                    <a:pt x="4747057" y="1384299"/>
                  </a:lnTo>
                  <a:lnTo>
                    <a:pt x="4794123" y="1409699"/>
                  </a:lnTo>
                  <a:lnTo>
                    <a:pt x="4842114" y="1435099"/>
                  </a:lnTo>
                  <a:lnTo>
                    <a:pt x="4890661" y="1447799"/>
                  </a:lnTo>
                  <a:lnTo>
                    <a:pt x="5035930" y="1523999"/>
                  </a:lnTo>
                  <a:lnTo>
                    <a:pt x="5082996" y="1536699"/>
                  </a:lnTo>
                  <a:lnTo>
                    <a:pt x="5128768" y="1562099"/>
                  </a:lnTo>
                  <a:lnTo>
                    <a:pt x="5149139" y="1587499"/>
                  </a:lnTo>
                  <a:lnTo>
                    <a:pt x="5173726" y="1600199"/>
                  </a:lnTo>
                  <a:lnTo>
                    <a:pt x="5198312" y="1600199"/>
                  </a:lnTo>
                  <a:lnTo>
                    <a:pt x="5218684" y="1612899"/>
                  </a:lnTo>
                  <a:lnTo>
                    <a:pt x="5640249" y="1612899"/>
                  </a:lnTo>
                  <a:lnTo>
                    <a:pt x="5553031" y="1562099"/>
                  </a:lnTo>
                  <a:lnTo>
                    <a:pt x="5509594" y="1549399"/>
                  </a:lnTo>
                  <a:lnTo>
                    <a:pt x="5466207" y="1523999"/>
                  </a:lnTo>
                  <a:lnTo>
                    <a:pt x="5383935" y="1473199"/>
                  </a:lnTo>
                  <a:lnTo>
                    <a:pt x="5341804" y="1460499"/>
                  </a:lnTo>
                  <a:lnTo>
                    <a:pt x="5298957" y="1435099"/>
                  </a:lnTo>
                  <a:lnTo>
                    <a:pt x="5255354" y="1409699"/>
                  </a:lnTo>
                  <a:lnTo>
                    <a:pt x="5210953" y="1396999"/>
                  </a:lnTo>
                  <a:lnTo>
                    <a:pt x="5165715" y="1371599"/>
                  </a:lnTo>
                  <a:lnTo>
                    <a:pt x="5119599" y="1346199"/>
                  </a:lnTo>
                  <a:lnTo>
                    <a:pt x="5072566" y="1333499"/>
                  </a:lnTo>
                  <a:lnTo>
                    <a:pt x="5024576" y="1308099"/>
                  </a:lnTo>
                  <a:lnTo>
                    <a:pt x="4975587" y="1295399"/>
                  </a:lnTo>
                  <a:lnTo>
                    <a:pt x="4925560" y="1269999"/>
                  </a:lnTo>
                  <a:lnTo>
                    <a:pt x="4822232" y="1231899"/>
                  </a:lnTo>
                  <a:lnTo>
                    <a:pt x="4768850" y="1206499"/>
                  </a:lnTo>
                  <a:lnTo>
                    <a:pt x="4735111" y="1181099"/>
                  </a:lnTo>
                  <a:lnTo>
                    <a:pt x="4667587" y="1155699"/>
                  </a:lnTo>
                  <a:lnTo>
                    <a:pt x="4633849" y="1130299"/>
                  </a:lnTo>
                  <a:lnTo>
                    <a:pt x="4597183" y="1104899"/>
                  </a:lnTo>
                  <a:lnTo>
                    <a:pt x="4555501" y="1079499"/>
                  </a:lnTo>
                  <a:lnTo>
                    <a:pt x="4510123" y="1054099"/>
                  </a:lnTo>
                  <a:lnTo>
                    <a:pt x="4462367" y="1028699"/>
                  </a:lnTo>
                  <a:lnTo>
                    <a:pt x="4364993" y="977899"/>
                  </a:lnTo>
                  <a:lnTo>
                    <a:pt x="4341368" y="977899"/>
                  </a:lnTo>
                  <a:lnTo>
                    <a:pt x="4287034" y="965199"/>
                  </a:lnTo>
                  <a:lnTo>
                    <a:pt x="4236433" y="952499"/>
                  </a:lnTo>
                  <a:lnTo>
                    <a:pt x="4189571" y="927099"/>
                  </a:lnTo>
                  <a:lnTo>
                    <a:pt x="4146455" y="914399"/>
                  </a:lnTo>
                  <a:lnTo>
                    <a:pt x="4107094" y="888999"/>
                  </a:lnTo>
                  <a:lnTo>
                    <a:pt x="4071492" y="863599"/>
                  </a:lnTo>
                  <a:lnTo>
                    <a:pt x="4043797" y="838199"/>
                  </a:lnTo>
                  <a:lnTo>
                    <a:pt x="4011780" y="825499"/>
                  </a:lnTo>
                  <a:lnTo>
                    <a:pt x="3971119" y="800099"/>
                  </a:lnTo>
                  <a:lnTo>
                    <a:pt x="3917491" y="787399"/>
                  </a:lnTo>
                  <a:lnTo>
                    <a:pt x="3846576" y="774699"/>
                  </a:lnTo>
                  <a:lnTo>
                    <a:pt x="3788787" y="761999"/>
                  </a:lnTo>
                  <a:lnTo>
                    <a:pt x="3746130" y="736599"/>
                  </a:lnTo>
                  <a:lnTo>
                    <a:pt x="3712122" y="723899"/>
                  </a:lnTo>
                  <a:lnTo>
                    <a:pt x="3680285" y="698499"/>
                  </a:lnTo>
                  <a:lnTo>
                    <a:pt x="3644138" y="685799"/>
                  </a:lnTo>
                  <a:lnTo>
                    <a:pt x="3597232" y="660399"/>
                  </a:lnTo>
                  <a:lnTo>
                    <a:pt x="3552696" y="647699"/>
                  </a:lnTo>
                  <a:lnTo>
                    <a:pt x="3510133" y="622299"/>
                  </a:lnTo>
                  <a:lnTo>
                    <a:pt x="3469146" y="596899"/>
                  </a:lnTo>
                  <a:lnTo>
                    <a:pt x="3396615" y="596899"/>
                  </a:lnTo>
                  <a:lnTo>
                    <a:pt x="3359735" y="584199"/>
                  </a:lnTo>
                  <a:lnTo>
                    <a:pt x="3320748" y="558799"/>
                  </a:lnTo>
                  <a:lnTo>
                    <a:pt x="3285976" y="558799"/>
                  </a:lnTo>
                  <a:lnTo>
                    <a:pt x="3213452" y="520699"/>
                  </a:lnTo>
                  <a:lnTo>
                    <a:pt x="3164772" y="507999"/>
                  </a:lnTo>
                  <a:lnTo>
                    <a:pt x="3140041" y="495299"/>
                  </a:lnTo>
                  <a:close/>
                </a:path>
                <a:path w="12192000" h="6845300">
                  <a:moveTo>
                    <a:pt x="8075549" y="876299"/>
                  </a:moveTo>
                  <a:lnTo>
                    <a:pt x="8069929" y="876299"/>
                  </a:lnTo>
                  <a:lnTo>
                    <a:pt x="8072739" y="888999"/>
                  </a:lnTo>
                  <a:lnTo>
                    <a:pt x="8075549" y="914399"/>
                  </a:lnTo>
                  <a:lnTo>
                    <a:pt x="7850505" y="914399"/>
                  </a:lnTo>
                  <a:lnTo>
                    <a:pt x="7858252" y="927099"/>
                  </a:lnTo>
                  <a:lnTo>
                    <a:pt x="7878667" y="939799"/>
                  </a:lnTo>
                  <a:lnTo>
                    <a:pt x="7907512" y="965199"/>
                  </a:lnTo>
                  <a:lnTo>
                    <a:pt x="7940548" y="977899"/>
                  </a:lnTo>
                  <a:lnTo>
                    <a:pt x="7984773" y="1003299"/>
                  </a:lnTo>
                  <a:lnTo>
                    <a:pt x="8027695" y="1028699"/>
                  </a:lnTo>
                  <a:lnTo>
                    <a:pt x="8069688" y="1041399"/>
                  </a:lnTo>
                  <a:lnTo>
                    <a:pt x="8193804" y="1117599"/>
                  </a:lnTo>
                  <a:lnTo>
                    <a:pt x="8235797" y="1130299"/>
                  </a:lnTo>
                  <a:lnTo>
                    <a:pt x="8278719" y="1155699"/>
                  </a:lnTo>
                  <a:lnTo>
                    <a:pt x="8322945" y="1181099"/>
                  </a:lnTo>
                  <a:lnTo>
                    <a:pt x="8361442" y="1206499"/>
                  </a:lnTo>
                  <a:lnTo>
                    <a:pt x="8398878" y="1231899"/>
                  </a:lnTo>
                  <a:lnTo>
                    <a:pt x="8439558" y="1244599"/>
                  </a:lnTo>
                  <a:lnTo>
                    <a:pt x="8487784" y="1269999"/>
                  </a:lnTo>
                  <a:lnTo>
                    <a:pt x="8547862" y="1295399"/>
                  </a:lnTo>
                  <a:lnTo>
                    <a:pt x="8584250" y="1320799"/>
                  </a:lnTo>
                  <a:lnTo>
                    <a:pt x="8633561" y="1346199"/>
                  </a:lnTo>
                  <a:lnTo>
                    <a:pt x="8687170" y="1371599"/>
                  </a:lnTo>
                  <a:lnTo>
                    <a:pt x="8736451" y="1396999"/>
                  </a:lnTo>
                  <a:lnTo>
                    <a:pt x="8772779" y="1435099"/>
                  </a:lnTo>
                  <a:lnTo>
                    <a:pt x="8793224" y="1447799"/>
                  </a:lnTo>
                  <a:lnTo>
                    <a:pt x="8817848" y="1460499"/>
                  </a:lnTo>
                  <a:lnTo>
                    <a:pt x="8842448" y="1485899"/>
                  </a:lnTo>
                  <a:lnTo>
                    <a:pt x="8862822" y="1498599"/>
                  </a:lnTo>
                  <a:lnTo>
                    <a:pt x="8879330" y="1511299"/>
                  </a:lnTo>
                  <a:lnTo>
                    <a:pt x="8893730" y="1523999"/>
                  </a:lnTo>
                  <a:lnTo>
                    <a:pt x="8903916" y="1523999"/>
                  </a:lnTo>
                  <a:lnTo>
                    <a:pt x="8907780" y="1536699"/>
                  </a:lnTo>
                  <a:lnTo>
                    <a:pt x="8921126" y="1549399"/>
                  </a:lnTo>
                  <a:lnTo>
                    <a:pt x="8923617" y="1551131"/>
                  </a:lnTo>
                  <a:lnTo>
                    <a:pt x="8952738" y="1562099"/>
                  </a:lnTo>
                  <a:lnTo>
                    <a:pt x="9721759" y="1562099"/>
                  </a:lnTo>
                  <a:lnTo>
                    <a:pt x="9672574" y="1536699"/>
                  </a:lnTo>
                  <a:lnTo>
                    <a:pt x="9664846" y="1523999"/>
                  </a:lnTo>
                  <a:lnTo>
                    <a:pt x="9644475" y="1511299"/>
                  </a:lnTo>
                  <a:lnTo>
                    <a:pt x="9615674" y="1485899"/>
                  </a:lnTo>
                  <a:lnTo>
                    <a:pt x="9582658" y="1473199"/>
                  </a:lnTo>
                  <a:lnTo>
                    <a:pt x="9568255" y="1473199"/>
                  </a:lnTo>
                  <a:lnTo>
                    <a:pt x="9551733" y="1460499"/>
                  </a:lnTo>
                  <a:lnTo>
                    <a:pt x="9522543" y="1447799"/>
                  </a:lnTo>
                  <a:lnTo>
                    <a:pt x="9470136" y="1435099"/>
                  </a:lnTo>
                  <a:lnTo>
                    <a:pt x="9459247" y="1435099"/>
                  </a:lnTo>
                  <a:lnTo>
                    <a:pt x="9433607" y="1422399"/>
                  </a:lnTo>
                  <a:lnTo>
                    <a:pt x="9403752" y="1422399"/>
                  </a:lnTo>
                  <a:lnTo>
                    <a:pt x="9380220" y="1409699"/>
                  </a:lnTo>
                  <a:lnTo>
                    <a:pt x="9334428" y="1384299"/>
                  </a:lnTo>
                  <a:lnTo>
                    <a:pt x="9292186" y="1371599"/>
                  </a:lnTo>
                  <a:lnTo>
                    <a:pt x="9271855" y="1358899"/>
                  </a:lnTo>
                  <a:lnTo>
                    <a:pt x="9200261" y="1358899"/>
                  </a:lnTo>
                  <a:lnTo>
                    <a:pt x="9098041" y="1308099"/>
                  </a:lnTo>
                  <a:lnTo>
                    <a:pt x="8999004" y="1257299"/>
                  </a:lnTo>
                  <a:lnTo>
                    <a:pt x="8950682" y="1244599"/>
                  </a:lnTo>
                  <a:lnTo>
                    <a:pt x="8903159" y="1219199"/>
                  </a:lnTo>
                  <a:lnTo>
                    <a:pt x="8810512" y="1168399"/>
                  </a:lnTo>
                  <a:lnTo>
                    <a:pt x="8765391" y="1155699"/>
                  </a:lnTo>
                  <a:lnTo>
                    <a:pt x="8721073" y="1130299"/>
                  </a:lnTo>
                  <a:lnTo>
                    <a:pt x="8677559" y="1104899"/>
                  </a:lnTo>
                  <a:lnTo>
                    <a:pt x="8634850" y="1092199"/>
                  </a:lnTo>
                  <a:lnTo>
                    <a:pt x="8592947" y="1066799"/>
                  </a:lnTo>
                  <a:lnTo>
                    <a:pt x="8558452" y="1041399"/>
                  </a:lnTo>
                  <a:lnTo>
                    <a:pt x="8519779" y="1015999"/>
                  </a:lnTo>
                  <a:lnTo>
                    <a:pt x="8472699" y="990599"/>
                  </a:lnTo>
                  <a:lnTo>
                    <a:pt x="8412988" y="977899"/>
                  </a:lnTo>
                  <a:lnTo>
                    <a:pt x="8390382" y="952499"/>
                  </a:lnTo>
                  <a:lnTo>
                    <a:pt x="8356392" y="927099"/>
                  </a:lnTo>
                  <a:lnTo>
                    <a:pt x="8312686" y="914399"/>
                  </a:lnTo>
                  <a:lnTo>
                    <a:pt x="8265730" y="888999"/>
                  </a:lnTo>
                  <a:lnTo>
                    <a:pt x="8098028" y="888999"/>
                  </a:lnTo>
                  <a:lnTo>
                    <a:pt x="8075549" y="876299"/>
                  </a:lnTo>
                  <a:close/>
                </a:path>
                <a:path w="12192000" h="6845300">
                  <a:moveTo>
                    <a:pt x="5578602" y="1473199"/>
                  </a:moveTo>
                  <a:lnTo>
                    <a:pt x="5578602" y="1498599"/>
                  </a:lnTo>
                  <a:lnTo>
                    <a:pt x="5625573" y="1498599"/>
                  </a:lnTo>
                  <a:lnTo>
                    <a:pt x="5578602" y="1473199"/>
                  </a:lnTo>
                  <a:close/>
                </a:path>
                <a:path w="12192000" h="6845300">
                  <a:moveTo>
                    <a:pt x="4809107" y="1456902"/>
                  </a:moveTo>
                  <a:lnTo>
                    <a:pt x="4810998" y="1460499"/>
                  </a:lnTo>
                  <a:lnTo>
                    <a:pt x="4813456" y="1460499"/>
                  </a:lnTo>
                  <a:lnTo>
                    <a:pt x="4813808" y="1473199"/>
                  </a:lnTo>
                  <a:lnTo>
                    <a:pt x="4840939" y="1473199"/>
                  </a:lnTo>
                  <a:lnTo>
                    <a:pt x="4809107" y="1456902"/>
                  </a:lnTo>
                  <a:close/>
                </a:path>
                <a:path w="12192000" h="6845300">
                  <a:moveTo>
                    <a:pt x="4804324" y="1447799"/>
                  </a:moveTo>
                  <a:lnTo>
                    <a:pt x="4794841" y="1447799"/>
                  </a:lnTo>
                  <a:lnTo>
                    <a:pt x="4796430" y="1450411"/>
                  </a:lnTo>
                  <a:lnTo>
                    <a:pt x="4809107" y="1456902"/>
                  </a:lnTo>
                  <a:lnTo>
                    <a:pt x="4804324" y="1447799"/>
                  </a:lnTo>
                  <a:close/>
                </a:path>
                <a:path w="12192000" h="6845300">
                  <a:moveTo>
                    <a:pt x="6476662" y="838199"/>
                  </a:moveTo>
                  <a:lnTo>
                    <a:pt x="6320917" y="838199"/>
                  </a:lnTo>
                  <a:lnTo>
                    <a:pt x="6378705" y="850899"/>
                  </a:lnTo>
                  <a:lnTo>
                    <a:pt x="6421362" y="863599"/>
                  </a:lnTo>
                  <a:lnTo>
                    <a:pt x="6455370" y="876299"/>
                  </a:lnTo>
                  <a:lnTo>
                    <a:pt x="6487207" y="888999"/>
                  </a:lnTo>
                  <a:lnTo>
                    <a:pt x="6523355" y="914399"/>
                  </a:lnTo>
                  <a:lnTo>
                    <a:pt x="6548905" y="939799"/>
                  </a:lnTo>
                  <a:lnTo>
                    <a:pt x="6592822" y="965199"/>
                  </a:lnTo>
                  <a:lnTo>
                    <a:pt x="6646469" y="990599"/>
                  </a:lnTo>
                  <a:lnTo>
                    <a:pt x="6701207" y="1003299"/>
                  </a:lnTo>
                  <a:lnTo>
                    <a:pt x="6748399" y="1028699"/>
                  </a:lnTo>
                  <a:lnTo>
                    <a:pt x="6752262" y="1041399"/>
                  </a:lnTo>
                  <a:lnTo>
                    <a:pt x="6793357" y="1041399"/>
                  </a:lnTo>
                  <a:lnTo>
                    <a:pt x="6842811" y="1066799"/>
                  </a:lnTo>
                  <a:lnTo>
                    <a:pt x="6930955" y="1117599"/>
                  </a:lnTo>
                  <a:lnTo>
                    <a:pt x="6980447" y="1142999"/>
                  </a:lnTo>
                  <a:lnTo>
                    <a:pt x="7040753" y="1155699"/>
                  </a:lnTo>
                  <a:lnTo>
                    <a:pt x="7061477" y="1181099"/>
                  </a:lnTo>
                  <a:lnTo>
                    <a:pt x="7088536" y="1193799"/>
                  </a:lnTo>
                  <a:lnTo>
                    <a:pt x="7119834" y="1206499"/>
                  </a:lnTo>
                  <a:lnTo>
                    <a:pt x="7153275" y="1231899"/>
                  </a:lnTo>
                  <a:lnTo>
                    <a:pt x="7177863" y="1244599"/>
                  </a:lnTo>
                  <a:lnTo>
                    <a:pt x="7215108" y="1257299"/>
                  </a:lnTo>
                  <a:lnTo>
                    <a:pt x="7260806" y="1282699"/>
                  </a:lnTo>
                  <a:lnTo>
                    <a:pt x="7310755" y="1295399"/>
                  </a:lnTo>
                  <a:lnTo>
                    <a:pt x="7340961" y="1308099"/>
                  </a:lnTo>
                  <a:lnTo>
                    <a:pt x="7392943" y="1346199"/>
                  </a:lnTo>
                  <a:lnTo>
                    <a:pt x="7423150" y="1358899"/>
                  </a:lnTo>
                  <a:lnTo>
                    <a:pt x="7423150" y="1384299"/>
                  </a:lnTo>
                  <a:lnTo>
                    <a:pt x="7459346" y="1396999"/>
                  </a:lnTo>
                  <a:lnTo>
                    <a:pt x="7493460" y="1422399"/>
                  </a:lnTo>
                  <a:lnTo>
                    <a:pt x="7514929" y="1435099"/>
                  </a:lnTo>
                  <a:lnTo>
                    <a:pt x="7513193" y="1447799"/>
                  </a:lnTo>
                  <a:lnTo>
                    <a:pt x="8615426" y="1447799"/>
                  </a:lnTo>
                  <a:lnTo>
                    <a:pt x="8577059" y="1422399"/>
                  </a:lnTo>
                  <a:lnTo>
                    <a:pt x="8540875" y="1409699"/>
                  </a:lnTo>
                  <a:lnTo>
                    <a:pt x="8503631" y="1384299"/>
                  </a:lnTo>
                  <a:lnTo>
                    <a:pt x="8462083" y="1358899"/>
                  </a:lnTo>
                  <a:lnTo>
                    <a:pt x="8412988" y="1333499"/>
                  </a:lnTo>
                  <a:lnTo>
                    <a:pt x="8379547" y="1320799"/>
                  </a:lnTo>
                  <a:lnTo>
                    <a:pt x="8348249" y="1320799"/>
                  </a:lnTo>
                  <a:lnTo>
                    <a:pt x="8321190" y="1308099"/>
                  </a:lnTo>
                  <a:lnTo>
                    <a:pt x="8300466" y="1295399"/>
                  </a:lnTo>
                  <a:lnTo>
                    <a:pt x="8303627" y="1295399"/>
                  </a:lnTo>
                  <a:lnTo>
                    <a:pt x="8308895" y="1282699"/>
                  </a:lnTo>
                  <a:lnTo>
                    <a:pt x="8309949" y="1269999"/>
                  </a:lnTo>
                  <a:lnTo>
                    <a:pt x="8255508" y="1269999"/>
                  </a:lnTo>
                  <a:lnTo>
                    <a:pt x="8225228" y="1257299"/>
                  </a:lnTo>
                  <a:lnTo>
                    <a:pt x="8173194" y="1231899"/>
                  </a:lnTo>
                  <a:lnTo>
                    <a:pt x="8142985" y="1231899"/>
                  </a:lnTo>
                  <a:lnTo>
                    <a:pt x="8107440" y="1193799"/>
                  </a:lnTo>
                  <a:lnTo>
                    <a:pt x="8068616" y="1168399"/>
                  </a:lnTo>
                  <a:lnTo>
                    <a:pt x="8026983" y="1142999"/>
                  </a:lnTo>
                  <a:lnTo>
                    <a:pt x="7983008" y="1117599"/>
                  </a:lnTo>
                  <a:lnTo>
                    <a:pt x="7937160" y="1092199"/>
                  </a:lnTo>
                  <a:lnTo>
                    <a:pt x="7889906" y="1066799"/>
                  </a:lnTo>
                  <a:lnTo>
                    <a:pt x="7841716" y="1041399"/>
                  </a:lnTo>
                  <a:lnTo>
                    <a:pt x="7793058" y="1028699"/>
                  </a:lnTo>
                  <a:lnTo>
                    <a:pt x="7696210" y="977899"/>
                  </a:lnTo>
                  <a:lnTo>
                    <a:pt x="7648957" y="952499"/>
                  </a:lnTo>
                  <a:lnTo>
                    <a:pt x="7626033" y="939799"/>
                  </a:lnTo>
                  <a:lnTo>
                    <a:pt x="6796518" y="939799"/>
                  </a:lnTo>
                  <a:lnTo>
                    <a:pt x="6770878" y="927099"/>
                  </a:lnTo>
                  <a:lnTo>
                    <a:pt x="6571202" y="876299"/>
                  </a:lnTo>
                  <a:lnTo>
                    <a:pt x="6523270" y="863599"/>
                  </a:lnTo>
                  <a:lnTo>
                    <a:pt x="6476662" y="838199"/>
                  </a:lnTo>
                  <a:close/>
                </a:path>
                <a:path w="12192000" h="6845300">
                  <a:moveTo>
                    <a:pt x="8658276" y="1435099"/>
                  </a:moveTo>
                  <a:lnTo>
                    <a:pt x="8635095" y="1435099"/>
                  </a:lnTo>
                  <a:lnTo>
                    <a:pt x="8628421" y="1447799"/>
                  </a:lnTo>
                  <a:lnTo>
                    <a:pt x="8682863" y="1447799"/>
                  </a:lnTo>
                  <a:lnTo>
                    <a:pt x="8658276" y="1435099"/>
                  </a:lnTo>
                  <a:close/>
                </a:path>
                <a:path w="12192000" h="6845300">
                  <a:moveTo>
                    <a:pt x="9065260" y="1244599"/>
                  </a:moveTo>
                  <a:lnTo>
                    <a:pt x="9105320" y="1282699"/>
                  </a:lnTo>
                  <a:lnTo>
                    <a:pt x="9149619" y="1308099"/>
                  </a:lnTo>
                  <a:lnTo>
                    <a:pt x="9185489" y="1333499"/>
                  </a:lnTo>
                  <a:lnTo>
                    <a:pt x="9200261" y="1358899"/>
                  </a:lnTo>
                  <a:lnTo>
                    <a:pt x="9271855" y="1358899"/>
                  </a:lnTo>
                  <a:lnTo>
                    <a:pt x="9210470" y="1320799"/>
                  </a:lnTo>
                  <a:lnTo>
                    <a:pt x="9167056" y="1308099"/>
                  </a:lnTo>
                  <a:lnTo>
                    <a:pt x="9119309" y="1282699"/>
                  </a:lnTo>
                  <a:lnTo>
                    <a:pt x="9065260" y="1244599"/>
                  </a:lnTo>
                  <a:close/>
                </a:path>
                <a:path w="12192000" h="6845300">
                  <a:moveTo>
                    <a:pt x="8274474" y="1257299"/>
                  </a:moveTo>
                  <a:lnTo>
                    <a:pt x="8261127" y="1257299"/>
                  </a:lnTo>
                  <a:lnTo>
                    <a:pt x="8256210" y="1269999"/>
                  </a:lnTo>
                  <a:lnTo>
                    <a:pt x="8300466" y="1269999"/>
                  </a:lnTo>
                  <a:lnTo>
                    <a:pt x="8274474" y="1257299"/>
                  </a:lnTo>
                  <a:close/>
                </a:path>
                <a:path w="12192000" h="6845300">
                  <a:moveTo>
                    <a:pt x="4881245" y="571499"/>
                  </a:moveTo>
                  <a:lnTo>
                    <a:pt x="4858766" y="571499"/>
                  </a:lnTo>
                  <a:lnTo>
                    <a:pt x="4895590" y="596899"/>
                  </a:lnTo>
                  <a:lnTo>
                    <a:pt x="4931667" y="622299"/>
                  </a:lnTo>
                  <a:lnTo>
                    <a:pt x="4967924" y="634999"/>
                  </a:lnTo>
                  <a:lnTo>
                    <a:pt x="5005288" y="660399"/>
                  </a:lnTo>
                  <a:lnTo>
                    <a:pt x="5044686" y="685799"/>
                  </a:lnTo>
                  <a:lnTo>
                    <a:pt x="5087046" y="711199"/>
                  </a:lnTo>
                  <a:lnTo>
                    <a:pt x="5133293" y="723899"/>
                  </a:lnTo>
                  <a:lnTo>
                    <a:pt x="5184357" y="749299"/>
                  </a:lnTo>
                  <a:lnTo>
                    <a:pt x="5241163" y="774699"/>
                  </a:lnTo>
                  <a:lnTo>
                    <a:pt x="5273551" y="800099"/>
                  </a:lnTo>
                  <a:lnTo>
                    <a:pt x="5310194" y="838199"/>
                  </a:lnTo>
                  <a:lnTo>
                    <a:pt x="5350350" y="863599"/>
                  </a:lnTo>
                  <a:lnTo>
                    <a:pt x="5393277" y="888999"/>
                  </a:lnTo>
                  <a:lnTo>
                    <a:pt x="5438236" y="914399"/>
                  </a:lnTo>
                  <a:lnTo>
                    <a:pt x="5484485" y="927099"/>
                  </a:lnTo>
                  <a:lnTo>
                    <a:pt x="5577888" y="977899"/>
                  </a:lnTo>
                  <a:lnTo>
                    <a:pt x="5623560" y="1003299"/>
                  </a:lnTo>
                  <a:lnTo>
                    <a:pt x="5670698" y="1015999"/>
                  </a:lnTo>
                  <a:lnTo>
                    <a:pt x="5756451" y="1066799"/>
                  </a:lnTo>
                  <a:lnTo>
                    <a:pt x="5803519" y="1092199"/>
                  </a:lnTo>
                  <a:lnTo>
                    <a:pt x="5831691" y="1117599"/>
                  </a:lnTo>
                  <a:lnTo>
                    <a:pt x="5876686" y="1142999"/>
                  </a:lnTo>
                  <a:lnTo>
                    <a:pt x="5930088" y="1168399"/>
                  </a:lnTo>
                  <a:lnTo>
                    <a:pt x="5983478" y="1206499"/>
                  </a:lnTo>
                  <a:lnTo>
                    <a:pt x="6993651" y="1206499"/>
                  </a:lnTo>
                  <a:lnTo>
                    <a:pt x="6903990" y="1155699"/>
                  </a:lnTo>
                  <a:lnTo>
                    <a:pt x="6859492" y="1142999"/>
                  </a:lnTo>
                  <a:lnTo>
                    <a:pt x="6637683" y="1015999"/>
                  </a:lnTo>
                  <a:lnTo>
                    <a:pt x="6592996" y="1003299"/>
                  </a:lnTo>
                  <a:lnTo>
                    <a:pt x="6457094" y="927099"/>
                  </a:lnTo>
                  <a:lnTo>
                    <a:pt x="6410960" y="914399"/>
                  </a:lnTo>
                  <a:lnTo>
                    <a:pt x="6390568" y="901699"/>
                  </a:lnTo>
                  <a:lnTo>
                    <a:pt x="6341308" y="876299"/>
                  </a:lnTo>
                  <a:lnTo>
                    <a:pt x="6320917" y="863599"/>
                  </a:lnTo>
                  <a:lnTo>
                    <a:pt x="6298438" y="863599"/>
                  </a:lnTo>
                  <a:lnTo>
                    <a:pt x="6289305" y="850899"/>
                  </a:lnTo>
                  <a:lnTo>
                    <a:pt x="6275959" y="838199"/>
                  </a:lnTo>
                  <a:lnTo>
                    <a:pt x="6226304" y="825499"/>
                  </a:lnTo>
                  <a:lnTo>
                    <a:pt x="5353685" y="825499"/>
                  </a:lnTo>
                  <a:lnTo>
                    <a:pt x="5323828" y="812799"/>
                  </a:lnTo>
                  <a:lnTo>
                    <a:pt x="5322776" y="812799"/>
                  </a:lnTo>
                  <a:lnTo>
                    <a:pt x="5320309" y="810902"/>
                  </a:lnTo>
                  <a:lnTo>
                    <a:pt x="5300281" y="800099"/>
                  </a:lnTo>
                  <a:lnTo>
                    <a:pt x="5280925" y="787399"/>
                  </a:lnTo>
                  <a:lnTo>
                    <a:pt x="5263642" y="774699"/>
                  </a:lnTo>
                  <a:lnTo>
                    <a:pt x="5231810" y="761999"/>
                  </a:lnTo>
                  <a:lnTo>
                    <a:pt x="5192420" y="736599"/>
                  </a:lnTo>
                  <a:lnTo>
                    <a:pt x="5148701" y="711199"/>
                  </a:lnTo>
                  <a:lnTo>
                    <a:pt x="5103886" y="685799"/>
                  </a:lnTo>
                  <a:lnTo>
                    <a:pt x="5061204" y="660399"/>
                  </a:lnTo>
                  <a:lnTo>
                    <a:pt x="5040481" y="660399"/>
                  </a:lnTo>
                  <a:lnTo>
                    <a:pt x="5013436" y="647699"/>
                  </a:lnTo>
                  <a:lnTo>
                    <a:pt x="4982176" y="634999"/>
                  </a:lnTo>
                  <a:lnTo>
                    <a:pt x="4948809" y="622299"/>
                  </a:lnTo>
                  <a:lnTo>
                    <a:pt x="4881245" y="571499"/>
                  </a:lnTo>
                  <a:close/>
                </a:path>
                <a:path w="12192000" h="6845300">
                  <a:moveTo>
                    <a:pt x="7805547" y="977899"/>
                  </a:moveTo>
                  <a:lnTo>
                    <a:pt x="7878667" y="1015999"/>
                  </a:lnTo>
                  <a:lnTo>
                    <a:pt x="7985506" y="1066799"/>
                  </a:lnTo>
                  <a:lnTo>
                    <a:pt x="7951083" y="1041399"/>
                  </a:lnTo>
                  <a:lnTo>
                    <a:pt x="7912433" y="1015999"/>
                  </a:lnTo>
                  <a:lnTo>
                    <a:pt x="7865330" y="990599"/>
                  </a:lnTo>
                  <a:lnTo>
                    <a:pt x="7805547" y="977899"/>
                  </a:lnTo>
                  <a:close/>
                </a:path>
                <a:path w="12192000" h="6845300">
                  <a:moveTo>
                    <a:pt x="4386453" y="685799"/>
                  </a:moveTo>
                  <a:lnTo>
                    <a:pt x="4453890" y="749299"/>
                  </a:lnTo>
                  <a:lnTo>
                    <a:pt x="4474943" y="774699"/>
                  </a:lnTo>
                  <a:lnTo>
                    <a:pt x="4508963" y="800099"/>
                  </a:lnTo>
                  <a:lnTo>
                    <a:pt x="4552700" y="812799"/>
                  </a:lnTo>
                  <a:lnTo>
                    <a:pt x="4602904" y="838199"/>
                  </a:lnTo>
                  <a:lnTo>
                    <a:pt x="4656328" y="863599"/>
                  </a:lnTo>
                  <a:lnTo>
                    <a:pt x="4673540" y="876299"/>
                  </a:lnTo>
                  <a:lnTo>
                    <a:pt x="4692872" y="888999"/>
                  </a:lnTo>
                  <a:lnTo>
                    <a:pt x="4716442" y="901699"/>
                  </a:lnTo>
                  <a:lnTo>
                    <a:pt x="4746371" y="914399"/>
                  </a:lnTo>
                  <a:lnTo>
                    <a:pt x="4768850" y="927099"/>
                  </a:lnTo>
                  <a:lnTo>
                    <a:pt x="4773064" y="939799"/>
                  </a:lnTo>
                  <a:lnTo>
                    <a:pt x="4785709" y="939799"/>
                  </a:lnTo>
                  <a:lnTo>
                    <a:pt x="4806783" y="952499"/>
                  </a:lnTo>
                  <a:lnTo>
                    <a:pt x="4836287" y="952499"/>
                  </a:lnTo>
                  <a:lnTo>
                    <a:pt x="4852795" y="965199"/>
                  </a:lnTo>
                  <a:lnTo>
                    <a:pt x="4867195" y="977899"/>
                  </a:lnTo>
                  <a:lnTo>
                    <a:pt x="4881245" y="977899"/>
                  </a:lnTo>
                  <a:lnTo>
                    <a:pt x="4868971" y="990599"/>
                  </a:lnTo>
                  <a:lnTo>
                    <a:pt x="4884118" y="1015999"/>
                  </a:lnTo>
                  <a:lnTo>
                    <a:pt x="4903479" y="1028699"/>
                  </a:lnTo>
                  <a:lnTo>
                    <a:pt x="4903851" y="1041399"/>
                  </a:lnTo>
                  <a:lnTo>
                    <a:pt x="5458299" y="1041399"/>
                  </a:lnTo>
                  <a:lnTo>
                    <a:pt x="5416057" y="1015999"/>
                  </a:lnTo>
                  <a:lnTo>
                    <a:pt x="5376164" y="1003299"/>
                  </a:lnTo>
                  <a:lnTo>
                    <a:pt x="5336251" y="977899"/>
                  </a:lnTo>
                  <a:lnTo>
                    <a:pt x="5219242" y="901699"/>
                  </a:lnTo>
                  <a:lnTo>
                    <a:pt x="5179345" y="876299"/>
                  </a:lnTo>
                  <a:lnTo>
                    <a:pt x="5138099" y="863599"/>
                  </a:lnTo>
                  <a:lnTo>
                    <a:pt x="5094964" y="838199"/>
                  </a:lnTo>
                  <a:lnTo>
                    <a:pt x="5072181" y="825499"/>
                  </a:lnTo>
                  <a:lnTo>
                    <a:pt x="4746371" y="825499"/>
                  </a:lnTo>
                  <a:lnTo>
                    <a:pt x="4742505" y="812799"/>
                  </a:lnTo>
                  <a:lnTo>
                    <a:pt x="4732305" y="800099"/>
                  </a:lnTo>
                  <a:lnTo>
                    <a:pt x="4717867" y="787399"/>
                  </a:lnTo>
                  <a:lnTo>
                    <a:pt x="4701286" y="774699"/>
                  </a:lnTo>
                  <a:lnTo>
                    <a:pt x="4701286" y="749299"/>
                  </a:lnTo>
                  <a:lnTo>
                    <a:pt x="4521327" y="749299"/>
                  </a:lnTo>
                  <a:lnTo>
                    <a:pt x="4503414" y="736599"/>
                  </a:lnTo>
                  <a:lnTo>
                    <a:pt x="4479178" y="723899"/>
                  </a:lnTo>
                  <a:lnTo>
                    <a:pt x="4442299" y="698499"/>
                  </a:lnTo>
                  <a:lnTo>
                    <a:pt x="4386453" y="685799"/>
                  </a:lnTo>
                  <a:close/>
                </a:path>
                <a:path w="12192000" h="6845300">
                  <a:moveTo>
                    <a:pt x="4273931" y="927099"/>
                  </a:moveTo>
                  <a:lnTo>
                    <a:pt x="4274984" y="939799"/>
                  </a:lnTo>
                  <a:lnTo>
                    <a:pt x="4299219" y="952499"/>
                  </a:lnTo>
                  <a:lnTo>
                    <a:pt x="4327669" y="965199"/>
                  </a:lnTo>
                  <a:lnTo>
                    <a:pt x="4341368" y="977899"/>
                  </a:lnTo>
                  <a:lnTo>
                    <a:pt x="4364993" y="977899"/>
                  </a:lnTo>
                  <a:lnTo>
                    <a:pt x="4318014" y="952499"/>
                  </a:lnTo>
                  <a:lnTo>
                    <a:pt x="4273931" y="927099"/>
                  </a:lnTo>
                  <a:close/>
                </a:path>
                <a:path w="12192000" h="6845300">
                  <a:moveTo>
                    <a:pt x="7537777" y="825499"/>
                  </a:moveTo>
                  <a:lnTo>
                    <a:pt x="7462508" y="825499"/>
                  </a:lnTo>
                  <a:lnTo>
                    <a:pt x="7473791" y="838199"/>
                  </a:lnTo>
                  <a:lnTo>
                    <a:pt x="7513193" y="863599"/>
                  </a:lnTo>
                  <a:lnTo>
                    <a:pt x="7563070" y="876299"/>
                  </a:lnTo>
                  <a:lnTo>
                    <a:pt x="7608744" y="901699"/>
                  </a:lnTo>
                  <a:lnTo>
                    <a:pt x="7646013" y="914399"/>
                  </a:lnTo>
                  <a:lnTo>
                    <a:pt x="7670673" y="927099"/>
                  </a:lnTo>
                  <a:lnTo>
                    <a:pt x="7704391" y="965199"/>
                  </a:lnTo>
                  <a:lnTo>
                    <a:pt x="7738109" y="977899"/>
                  </a:lnTo>
                  <a:lnTo>
                    <a:pt x="7805547" y="977899"/>
                  </a:lnTo>
                  <a:lnTo>
                    <a:pt x="7771828" y="965199"/>
                  </a:lnTo>
                  <a:lnTo>
                    <a:pt x="7670673" y="888999"/>
                  </a:lnTo>
                  <a:lnTo>
                    <a:pt x="7645312" y="888999"/>
                  </a:lnTo>
                  <a:lnTo>
                    <a:pt x="7636859" y="876299"/>
                  </a:lnTo>
                  <a:lnTo>
                    <a:pt x="7645312" y="863599"/>
                  </a:lnTo>
                  <a:lnTo>
                    <a:pt x="7963042" y="863599"/>
                  </a:lnTo>
                  <a:lnTo>
                    <a:pt x="7930012" y="850899"/>
                  </a:lnTo>
                  <a:lnTo>
                    <a:pt x="7593625" y="850899"/>
                  </a:lnTo>
                  <a:lnTo>
                    <a:pt x="7580630" y="838199"/>
                  </a:lnTo>
                  <a:lnTo>
                    <a:pt x="7537777" y="825499"/>
                  </a:lnTo>
                  <a:close/>
                </a:path>
                <a:path w="12192000" h="6845300">
                  <a:moveTo>
                    <a:pt x="6748399" y="863599"/>
                  </a:moveTo>
                  <a:lnTo>
                    <a:pt x="6733242" y="876299"/>
                  </a:lnTo>
                  <a:lnTo>
                    <a:pt x="6745541" y="901699"/>
                  </a:lnTo>
                  <a:lnTo>
                    <a:pt x="6770508" y="901699"/>
                  </a:lnTo>
                  <a:lnTo>
                    <a:pt x="6793357" y="914399"/>
                  </a:lnTo>
                  <a:lnTo>
                    <a:pt x="6805650" y="927099"/>
                  </a:lnTo>
                  <a:lnTo>
                    <a:pt x="6807406" y="939799"/>
                  </a:lnTo>
                  <a:lnTo>
                    <a:pt x="7626033" y="939799"/>
                  </a:lnTo>
                  <a:lnTo>
                    <a:pt x="7603108" y="927099"/>
                  </a:lnTo>
                  <a:lnTo>
                    <a:pt x="7378192" y="927099"/>
                  </a:lnTo>
                  <a:lnTo>
                    <a:pt x="7336879" y="914399"/>
                  </a:lnTo>
                  <a:lnTo>
                    <a:pt x="6860794" y="914399"/>
                  </a:lnTo>
                  <a:lnTo>
                    <a:pt x="6833748" y="901699"/>
                  </a:lnTo>
                  <a:lnTo>
                    <a:pt x="6813026" y="888999"/>
                  </a:lnTo>
                  <a:lnTo>
                    <a:pt x="6788088" y="876299"/>
                  </a:lnTo>
                  <a:lnTo>
                    <a:pt x="6748399" y="863599"/>
                  </a:lnTo>
                  <a:close/>
                </a:path>
                <a:path w="12192000" h="6845300">
                  <a:moveTo>
                    <a:pt x="7310755" y="838199"/>
                  </a:moveTo>
                  <a:lnTo>
                    <a:pt x="7301956" y="850899"/>
                  </a:lnTo>
                  <a:lnTo>
                    <a:pt x="7291038" y="863599"/>
                  </a:lnTo>
                  <a:lnTo>
                    <a:pt x="7301218" y="876299"/>
                  </a:lnTo>
                  <a:lnTo>
                    <a:pt x="7355713" y="888999"/>
                  </a:lnTo>
                  <a:lnTo>
                    <a:pt x="7375030" y="901699"/>
                  </a:lnTo>
                  <a:lnTo>
                    <a:pt x="7392241" y="914399"/>
                  </a:lnTo>
                  <a:lnTo>
                    <a:pt x="7396807" y="927099"/>
                  </a:lnTo>
                  <a:lnTo>
                    <a:pt x="7603108" y="927099"/>
                  </a:lnTo>
                  <a:lnTo>
                    <a:pt x="7490661" y="863599"/>
                  </a:lnTo>
                  <a:lnTo>
                    <a:pt x="7310755" y="863599"/>
                  </a:lnTo>
                  <a:lnTo>
                    <a:pt x="7310755" y="838199"/>
                  </a:lnTo>
                  <a:close/>
                </a:path>
                <a:path w="12192000" h="6845300">
                  <a:moveTo>
                    <a:pt x="6388481" y="800099"/>
                  </a:moveTo>
                  <a:lnTo>
                    <a:pt x="6295276" y="800099"/>
                  </a:lnTo>
                  <a:lnTo>
                    <a:pt x="6290008" y="812799"/>
                  </a:lnTo>
                  <a:lnTo>
                    <a:pt x="6288954" y="825499"/>
                  </a:lnTo>
                  <a:lnTo>
                    <a:pt x="6298438" y="838199"/>
                  </a:lnTo>
                  <a:lnTo>
                    <a:pt x="6433439" y="914399"/>
                  </a:lnTo>
                  <a:lnTo>
                    <a:pt x="6455918" y="914399"/>
                  </a:lnTo>
                  <a:lnTo>
                    <a:pt x="6320917" y="838199"/>
                  </a:lnTo>
                  <a:lnTo>
                    <a:pt x="6476662" y="838199"/>
                  </a:lnTo>
                  <a:lnTo>
                    <a:pt x="6431644" y="825499"/>
                  </a:lnTo>
                  <a:lnTo>
                    <a:pt x="6388481" y="800099"/>
                  </a:lnTo>
                  <a:close/>
                </a:path>
                <a:path w="12192000" h="6845300">
                  <a:moveTo>
                    <a:pt x="6602158" y="596899"/>
                  </a:moveTo>
                  <a:lnTo>
                    <a:pt x="6549688" y="596899"/>
                  </a:lnTo>
                  <a:lnTo>
                    <a:pt x="6564428" y="609599"/>
                  </a:lnTo>
                  <a:lnTo>
                    <a:pt x="6597536" y="622299"/>
                  </a:lnTo>
                  <a:lnTo>
                    <a:pt x="6633886" y="647699"/>
                  </a:lnTo>
                  <a:lnTo>
                    <a:pt x="6658356" y="660399"/>
                  </a:lnTo>
                  <a:lnTo>
                    <a:pt x="6613398" y="660399"/>
                  </a:lnTo>
                  <a:lnTo>
                    <a:pt x="6658369" y="685799"/>
                  </a:lnTo>
                  <a:lnTo>
                    <a:pt x="6708753" y="711199"/>
                  </a:lnTo>
                  <a:lnTo>
                    <a:pt x="6759144" y="723899"/>
                  </a:lnTo>
                  <a:lnTo>
                    <a:pt x="6804133" y="749299"/>
                  </a:lnTo>
                  <a:lnTo>
                    <a:pt x="6838315" y="774699"/>
                  </a:lnTo>
                  <a:lnTo>
                    <a:pt x="6851661" y="774699"/>
                  </a:lnTo>
                  <a:lnTo>
                    <a:pt x="6869926" y="800099"/>
                  </a:lnTo>
                  <a:lnTo>
                    <a:pt x="6838315" y="800099"/>
                  </a:lnTo>
                  <a:lnTo>
                    <a:pt x="6838666" y="812799"/>
                  </a:lnTo>
                  <a:lnTo>
                    <a:pt x="6841124" y="825499"/>
                  </a:lnTo>
                  <a:lnTo>
                    <a:pt x="6847798" y="825499"/>
                  </a:lnTo>
                  <a:lnTo>
                    <a:pt x="6860794" y="838199"/>
                  </a:lnTo>
                  <a:lnTo>
                    <a:pt x="6936732" y="876299"/>
                  </a:lnTo>
                  <a:lnTo>
                    <a:pt x="6962044" y="901699"/>
                  </a:lnTo>
                  <a:lnTo>
                    <a:pt x="6936732" y="914399"/>
                  </a:lnTo>
                  <a:lnTo>
                    <a:pt x="7336879" y="914399"/>
                  </a:lnTo>
                  <a:lnTo>
                    <a:pt x="7256386" y="863599"/>
                  </a:lnTo>
                  <a:lnTo>
                    <a:pt x="7215092" y="838199"/>
                  </a:lnTo>
                  <a:lnTo>
                    <a:pt x="7171690" y="825499"/>
                  </a:lnTo>
                  <a:lnTo>
                    <a:pt x="7125124" y="800099"/>
                  </a:lnTo>
                  <a:lnTo>
                    <a:pt x="7074338" y="774699"/>
                  </a:lnTo>
                  <a:lnTo>
                    <a:pt x="7018274" y="749299"/>
                  </a:lnTo>
                  <a:lnTo>
                    <a:pt x="6905752" y="749299"/>
                  </a:lnTo>
                  <a:lnTo>
                    <a:pt x="6845688" y="736599"/>
                  </a:lnTo>
                  <a:lnTo>
                    <a:pt x="6796151" y="711199"/>
                  </a:lnTo>
                  <a:lnTo>
                    <a:pt x="6750804" y="685799"/>
                  </a:lnTo>
                  <a:lnTo>
                    <a:pt x="6703314" y="660399"/>
                  </a:lnTo>
                  <a:lnTo>
                    <a:pt x="6669595" y="647699"/>
                  </a:lnTo>
                  <a:lnTo>
                    <a:pt x="6602158" y="596899"/>
                  </a:lnTo>
                  <a:close/>
                </a:path>
                <a:path w="12192000" h="6845300">
                  <a:moveTo>
                    <a:pt x="8012955" y="888999"/>
                  </a:moveTo>
                  <a:lnTo>
                    <a:pt x="7805547" y="888999"/>
                  </a:lnTo>
                  <a:lnTo>
                    <a:pt x="7809410" y="901699"/>
                  </a:lnTo>
                  <a:lnTo>
                    <a:pt x="7819596" y="901699"/>
                  </a:lnTo>
                  <a:lnTo>
                    <a:pt x="7833996" y="914399"/>
                  </a:lnTo>
                  <a:lnTo>
                    <a:pt x="8075549" y="914399"/>
                  </a:lnTo>
                  <a:lnTo>
                    <a:pt x="8012955" y="888999"/>
                  </a:lnTo>
                  <a:close/>
                </a:path>
                <a:path w="12192000" h="6845300">
                  <a:moveTo>
                    <a:pt x="7963042" y="863599"/>
                  </a:moveTo>
                  <a:lnTo>
                    <a:pt x="7670673" y="863599"/>
                  </a:lnTo>
                  <a:lnTo>
                    <a:pt x="7707552" y="876299"/>
                  </a:lnTo>
                  <a:lnTo>
                    <a:pt x="7746539" y="888999"/>
                  </a:lnTo>
                  <a:lnTo>
                    <a:pt x="7781311" y="901699"/>
                  </a:lnTo>
                  <a:lnTo>
                    <a:pt x="7805547" y="888999"/>
                  </a:lnTo>
                  <a:lnTo>
                    <a:pt x="8012955" y="888999"/>
                  </a:lnTo>
                  <a:lnTo>
                    <a:pt x="7963042" y="863599"/>
                  </a:lnTo>
                  <a:close/>
                </a:path>
                <a:path w="12192000" h="6845300">
                  <a:moveTo>
                    <a:pt x="7063232" y="254000"/>
                  </a:moveTo>
                  <a:lnTo>
                    <a:pt x="7040753" y="254000"/>
                  </a:lnTo>
                  <a:lnTo>
                    <a:pt x="7072283" y="279400"/>
                  </a:lnTo>
                  <a:lnTo>
                    <a:pt x="7108545" y="304800"/>
                  </a:lnTo>
                  <a:lnTo>
                    <a:pt x="7148751" y="317500"/>
                  </a:lnTo>
                  <a:lnTo>
                    <a:pt x="7192111" y="342900"/>
                  </a:lnTo>
                  <a:lnTo>
                    <a:pt x="7237838" y="368299"/>
                  </a:lnTo>
                  <a:lnTo>
                    <a:pt x="7333233" y="419099"/>
                  </a:lnTo>
                  <a:lnTo>
                    <a:pt x="7406290" y="444499"/>
                  </a:lnTo>
                  <a:lnTo>
                    <a:pt x="7434389" y="469899"/>
                  </a:lnTo>
                  <a:lnTo>
                    <a:pt x="7445629" y="482599"/>
                  </a:lnTo>
                  <a:lnTo>
                    <a:pt x="7492999" y="495299"/>
                  </a:lnTo>
                  <a:lnTo>
                    <a:pt x="7520866" y="507999"/>
                  </a:lnTo>
                  <a:lnTo>
                    <a:pt x="7535026" y="520699"/>
                  </a:lnTo>
                  <a:lnTo>
                    <a:pt x="7541275" y="533399"/>
                  </a:lnTo>
                  <a:lnTo>
                    <a:pt x="7545412" y="546099"/>
                  </a:lnTo>
                  <a:lnTo>
                    <a:pt x="7553231" y="558799"/>
                  </a:lnTo>
                  <a:lnTo>
                    <a:pt x="7570531" y="558799"/>
                  </a:lnTo>
                  <a:lnTo>
                    <a:pt x="7603108" y="571499"/>
                  </a:lnTo>
                  <a:lnTo>
                    <a:pt x="7631223" y="609599"/>
                  </a:lnTo>
                  <a:lnTo>
                    <a:pt x="7653740" y="622299"/>
                  </a:lnTo>
                  <a:lnTo>
                    <a:pt x="7693152" y="634999"/>
                  </a:lnTo>
                  <a:lnTo>
                    <a:pt x="7735773" y="660399"/>
                  </a:lnTo>
                  <a:lnTo>
                    <a:pt x="7780558" y="685799"/>
                  </a:lnTo>
                  <a:lnTo>
                    <a:pt x="7824276" y="711199"/>
                  </a:lnTo>
                  <a:lnTo>
                    <a:pt x="7863697" y="723899"/>
                  </a:lnTo>
                  <a:lnTo>
                    <a:pt x="7895590" y="749299"/>
                  </a:lnTo>
                  <a:lnTo>
                    <a:pt x="7925796" y="761999"/>
                  </a:lnTo>
                  <a:lnTo>
                    <a:pt x="7951787" y="774699"/>
                  </a:lnTo>
                  <a:lnTo>
                    <a:pt x="8007984" y="774699"/>
                  </a:lnTo>
                  <a:lnTo>
                    <a:pt x="8002014" y="787399"/>
                  </a:lnTo>
                  <a:lnTo>
                    <a:pt x="7993935" y="800099"/>
                  </a:lnTo>
                  <a:lnTo>
                    <a:pt x="7998501" y="812799"/>
                  </a:lnTo>
                  <a:lnTo>
                    <a:pt x="8030464" y="825499"/>
                  </a:lnTo>
                  <a:lnTo>
                    <a:pt x="8044533" y="838199"/>
                  </a:lnTo>
                  <a:lnTo>
                    <a:pt x="8106437" y="876299"/>
                  </a:lnTo>
                  <a:lnTo>
                    <a:pt x="8120507" y="888999"/>
                  </a:lnTo>
                  <a:lnTo>
                    <a:pt x="8265730" y="888999"/>
                  </a:lnTo>
                  <a:lnTo>
                    <a:pt x="8221994" y="863599"/>
                  </a:lnTo>
                  <a:lnTo>
                    <a:pt x="8187944" y="838199"/>
                  </a:lnTo>
                  <a:lnTo>
                    <a:pt x="8150781" y="825499"/>
                  </a:lnTo>
                  <a:lnTo>
                    <a:pt x="8107985" y="800099"/>
                  </a:lnTo>
                  <a:lnTo>
                    <a:pt x="8061436" y="774699"/>
                  </a:lnTo>
                  <a:lnTo>
                    <a:pt x="7964597" y="723899"/>
                  </a:lnTo>
                  <a:lnTo>
                    <a:pt x="7918069" y="711199"/>
                  </a:lnTo>
                  <a:lnTo>
                    <a:pt x="7862129" y="673099"/>
                  </a:lnTo>
                  <a:lnTo>
                    <a:pt x="7808077" y="634999"/>
                  </a:lnTo>
                  <a:lnTo>
                    <a:pt x="7757779" y="609599"/>
                  </a:lnTo>
                  <a:lnTo>
                    <a:pt x="7713100" y="584199"/>
                  </a:lnTo>
                  <a:lnTo>
                    <a:pt x="7675907" y="546099"/>
                  </a:lnTo>
                  <a:lnTo>
                    <a:pt x="7648067" y="520699"/>
                  </a:lnTo>
                  <a:lnTo>
                    <a:pt x="7617158" y="520699"/>
                  </a:lnTo>
                  <a:lnTo>
                    <a:pt x="7606972" y="507999"/>
                  </a:lnTo>
                  <a:lnTo>
                    <a:pt x="7603108" y="507999"/>
                  </a:lnTo>
                  <a:lnTo>
                    <a:pt x="7517097" y="457199"/>
                  </a:lnTo>
                  <a:lnTo>
                    <a:pt x="7374238" y="393699"/>
                  </a:lnTo>
                  <a:lnTo>
                    <a:pt x="7288149" y="342900"/>
                  </a:lnTo>
                  <a:lnTo>
                    <a:pt x="7267074" y="330200"/>
                  </a:lnTo>
                  <a:lnTo>
                    <a:pt x="7237571" y="317500"/>
                  </a:lnTo>
                  <a:lnTo>
                    <a:pt x="7199637" y="304800"/>
                  </a:lnTo>
                  <a:lnTo>
                    <a:pt x="7153275" y="304800"/>
                  </a:lnTo>
                  <a:lnTo>
                    <a:pt x="7136044" y="292100"/>
                  </a:lnTo>
                  <a:lnTo>
                    <a:pt x="7116683" y="279400"/>
                  </a:lnTo>
                  <a:lnTo>
                    <a:pt x="7093106" y="266700"/>
                  </a:lnTo>
                  <a:lnTo>
                    <a:pt x="7063232" y="254000"/>
                  </a:lnTo>
                  <a:close/>
                </a:path>
                <a:path w="12192000" h="6845300">
                  <a:moveTo>
                    <a:pt x="6928231" y="622299"/>
                  </a:moveTo>
                  <a:lnTo>
                    <a:pt x="6965886" y="647699"/>
                  </a:lnTo>
                  <a:lnTo>
                    <a:pt x="7009828" y="685799"/>
                  </a:lnTo>
                  <a:lnTo>
                    <a:pt x="7057961" y="711199"/>
                  </a:lnTo>
                  <a:lnTo>
                    <a:pt x="7108190" y="723899"/>
                  </a:lnTo>
                  <a:lnTo>
                    <a:pt x="7092384" y="736599"/>
                  </a:lnTo>
                  <a:lnTo>
                    <a:pt x="7082901" y="736599"/>
                  </a:lnTo>
                  <a:lnTo>
                    <a:pt x="7086062" y="749299"/>
                  </a:lnTo>
                  <a:lnTo>
                    <a:pt x="7108190" y="749299"/>
                  </a:lnTo>
                  <a:lnTo>
                    <a:pt x="7155682" y="787399"/>
                  </a:lnTo>
                  <a:lnTo>
                    <a:pt x="7201042" y="800099"/>
                  </a:lnTo>
                  <a:lnTo>
                    <a:pt x="7250618" y="825499"/>
                  </a:lnTo>
                  <a:lnTo>
                    <a:pt x="7310755" y="838199"/>
                  </a:lnTo>
                  <a:lnTo>
                    <a:pt x="7310755" y="863599"/>
                  </a:lnTo>
                  <a:lnTo>
                    <a:pt x="7490661" y="863599"/>
                  </a:lnTo>
                  <a:lnTo>
                    <a:pt x="7333233" y="774699"/>
                  </a:lnTo>
                  <a:lnTo>
                    <a:pt x="7295578" y="749299"/>
                  </a:lnTo>
                  <a:lnTo>
                    <a:pt x="7251636" y="723899"/>
                  </a:lnTo>
                  <a:lnTo>
                    <a:pt x="7203503" y="698499"/>
                  </a:lnTo>
                  <a:lnTo>
                    <a:pt x="7153275" y="685799"/>
                  </a:lnTo>
                  <a:lnTo>
                    <a:pt x="7139223" y="673099"/>
                  </a:lnTo>
                  <a:lnTo>
                    <a:pt x="7132192" y="660399"/>
                  </a:lnTo>
                  <a:lnTo>
                    <a:pt x="7018274" y="660399"/>
                  </a:lnTo>
                  <a:lnTo>
                    <a:pt x="7001061" y="647699"/>
                  </a:lnTo>
                  <a:lnTo>
                    <a:pt x="6981729" y="634999"/>
                  </a:lnTo>
                  <a:lnTo>
                    <a:pt x="6958159" y="634999"/>
                  </a:lnTo>
                  <a:lnTo>
                    <a:pt x="6928231" y="622299"/>
                  </a:lnTo>
                  <a:close/>
                </a:path>
                <a:path w="12192000" h="6845300">
                  <a:moveTo>
                    <a:pt x="7513193" y="774699"/>
                  </a:moveTo>
                  <a:lnTo>
                    <a:pt x="7527593" y="787399"/>
                  </a:lnTo>
                  <a:lnTo>
                    <a:pt x="7560960" y="812799"/>
                  </a:lnTo>
                  <a:lnTo>
                    <a:pt x="7598542" y="825499"/>
                  </a:lnTo>
                  <a:lnTo>
                    <a:pt x="7625588" y="838199"/>
                  </a:lnTo>
                  <a:lnTo>
                    <a:pt x="7603108" y="838199"/>
                  </a:lnTo>
                  <a:lnTo>
                    <a:pt x="7602757" y="850899"/>
                  </a:lnTo>
                  <a:lnTo>
                    <a:pt x="7930012" y="850899"/>
                  </a:lnTo>
                  <a:lnTo>
                    <a:pt x="7918069" y="838199"/>
                  </a:lnTo>
                  <a:lnTo>
                    <a:pt x="7913853" y="825499"/>
                  </a:lnTo>
                  <a:lnTo>
                    <a:pt x="7648067" y="825499"/>
                  </a:lnTo>
                  <a:lnTo>
                    <a:pt x="7513193" y="774699"/>
                  </a:lnTo>
                  <a:close/>
                </a:path>
                <a:path w="12192000" h="6845300">
                  <a:moveTo>
                    <a:pt x="4815915" y="812799"/>
                  </a:moveTo>
                  <a:lnTo>
                    <a:pt x="4766742" y="812799"/>
                  </a:lnTo>
                  <a:lnTo>
                    <a:pt x="4746371" y="825499"/>
                  </a:lnTo>
                  <a:lnTo>
                    <a:pt x="4836287" y="825499"/>
                  </a:lnTo>
                  <a:lnTo>
                    <a:pt x="4815915" y="812799"/>
                  </a:lnTo>
                  <a:close/>
                </a:path>
                <a:path w="12192000" h="6845300">
                  <a:moveTo>
                    <a:pt x="4678807" y="685799"/>
                  </a:moveTo>
                  <a:lnTo>
                    <a:pt x="4680934" y="711199"/>
                  </a:lnTo>
                  <a:lnTo>
                    <a:pt x="4712589" y="723899"/>
                  </a:lnTo>
                  <a:lnTo>
                    <a:pt x="4761103" y="749299"/>
                  </a:lnTo>
                  <a:lnTo>
                    <a:pt x="4813808" y="774699"/>
                  </a:lnTo>
                  <a:lnTo>
                    <a:pt x="4850356" y="774699"/>
                  </a:lnTo>
                  <a:lnTo>
                    <a:pt x="4886928" y="787399"/>
                  </a:lnTo>
                  <a:lnTo>
                    <a:pt x="4915070" y="800099"/>
                  </a:lnTo>
                  <a:lnTo>
                    <a:pt x="4926330" y="825499"/>
                  </a:lnTo>
                  <a:lnTo>
                    <a:pt x="5072181" y="825499"/>
                  </a:lnTo>
                  <a:lnTo>
                    <a:pt x="5049398" y="812799"/>
                  </a:lnTo>
                  <a:lnTo>
                    <a:pt x="5000859" y="800099"/>
                  </a:lnTo>
                  <a:lnTo>
                    <a:pt x="4948809" y="774699"/>
                  </a:lnTo>
                  <a:lnTo>
                    <a:pt x="4911602" y="749299"/>
                  </a:lnTo>
                  <a:lnTo>
                    <a:pt x="4868789" y="736599"/>
                  </a:lnTo>
                  <a:lnTo>
                    <a:pt x="4822237" y="723899"/>
                  </a:lnTo>
                  <a:lnTo>
                    <a:pt x="4725380" y="698499"/>
                  </a:lnTo>
                  <a:lnTo>
                    <a:pt x="4678807" y="685799"/>
                  </a:lnTo>
                  <a:close/>
                </a:path>
                <a:path w="12192000" h="6845300">
                  <a:moveTo>
                    <a:pt x="5272103" y="596899"/>
                  </a:moveTo>
                  <a:lnTo>
                    <a:pt x="4971288" y="596899"/>
                  </a:lnTo>
                  <a:lnTo>
                    <a:pt x="5022912" y="622299"/>
                  </a:lnTo>
                  <a:lnTo>
                    <a:pt x="5071319" y="634999"/>
                  </a:lnTo>
                  <a:lnTo>
                    <a:pt x="5118652" y="660399"/>
                  </a:lnTo>
                  <a:lnTo>
                    <a:pt x="5167059" y="673099"/>
                  </a:lnTo>
                  <a:lnTo>
                    <a:pt x="5218684" y="685799"/>
                  </a:lnTo>
                  <a:lnTo>
                    <a:pt x="5240811" y="685799"/>
                  </a:lnTo>
                  <a:lnTo>
                    <a:pt x="5238353" y="698499"/>
                  </a:lnTo>
                  <a:lnTo>
                    <a:pt x="5231679" y="698499"/>
                  </a:lnTo>
                  <a:lnTo>
                    <a:pt x="5218684" y="711199"/>
                  </a:lnTo>
                  <a:lnTo>
                    <a:pt x="5221845" y="711199"/>
                  </a:lnTo>
                  <a:lnTo>
                    <a:pt x="5241163" y="723899"/>
                  </a:lnTo>
                  <a:lnTo>
                    <a:pt x="5263642" y="723899"/>
                  </a:lnTo>
                  <a:lnTo>
                    <a:pt x="5264346" y="736599"/>
                  </a:lnTo>
                  <a:lnTo>
                    <a:pt x="5269277" y="736599"/>
                  </a:lnTo>
                  <a:lnTo>
                    <a:pt x="5282662" y="749299"/>
                  </a:lnTo>
                  <a:lnTo>
                    <a:pt x="5308727" y="749299"/>
                  </a:lnTo>
                  <a:lnTo>
                    <a:pt x="5334015" y="774699"/>
                  </a:lnTo>
                  <a:lnTo>
                    <a:pt x="5342445" y="787399"/>
                  </a:lnTo>
                  <a:lnTo>
                    <a:pt x="5334015" y="787399"/>
                  </a:lnTo>
                  <a:lnTo>
                    <a:pt x="5308727" y="800099"/>
                  </a:lnTo>
                  <a:lnTo>
                    <a:pt x="5306268" y="800099"/>
                  </a:lnTo>
                  <a:lnTo>
                    <a:pt x="5320309" y="810902"/>
                  </a:lnTo>
                  <a:lnTo>
                    <a:pt x="5323828" y="812799"/>
                  </a:lnTo>
                  <a:lnTo>
                    <a:pt x="5343499" y="812799"/>
                  </a:lnTo>
                  <a:lnTo>
                    <a:pt x="5353685" y="825499"/>
                  </a:lnTo>
                  <a:lnTo>
                    <a:pt x="6226304" y="825499"/>
                  </a:lnTo>
                  <a:lnTo>
                    <a:pt x="6178240" y="800099"/>
                  </a:lnTo>
                  <a:lnTo>
                    <a:pt x="6131235" y="787399"/>
                  </a:lnTo>
                  <a:lnTo>
                    <a:pt x="6107998" y="774699"/>
                  </a:lnTo>
                  <a:lnTo>
                    <a:pt x="5860174" y="774699"/>
                  </a:lnTo>
                  <a:lnTo>
                    <a:pt x="5828871" y="761999"/>
                  </a:lnTo>
                  <a:lnTo>
                    <a:pt x="5801782" y="749299"/>
                  </a:lnTo>
                  <a:lnTo>
                    <a:pt x="5781040" y="723899"/>
                  </a:lnTo>
                  <a:lnTo>
                    <a:pt x="5738046" y="711199"/>
                  </a:lnTo>
                  <a:lnTo>
                    <a:pt x="5690719" y="698499"/>
                  </a:lnTo>
                  <a:lnTo>
                    <a:pt x="5640149" y="685799"/>
                  </a:lnTo>
                  <a:lnTo>
                    <a:pt x="5533644" y="634999"/>
                  </a:lnTo>
                  <a:lnTo>
                    <a:pt x="5306268" y="634999"/>
                  </a:lnTo>
                  <a:lnTo>
                    <a:pt x="5286248" y="622299"/>
                  </a:lnTo>
                  <a:lnTo>
                    <a:pt x="5273883" y="609599"/>
                  </a:lnTo>
                  <a:lnTo>
                    <a:pt x="5272103" y="596899"/>
                  </a:lnTo>
                  <a:close/>
                </a:path>
                <a:path w="12192000" h="6845300">
                  <a:moveTo>
                    <a:pt x="7072715" y="495299"/>
                  </a:moveTo>
                  <a:lnTo>
                    <a:pt x="7066041" y="495299"/>
                  </a:lnTo>
                  <a:lnTo>
                    <a:pt x="7063583" y="507999"/>
                  </a:lnTo>
                  <a:lnTo>
                    <a:pt x="7063232" y="520699"/>
                  </a:lnTo>
                  <a:lnTo>
                    <a:pt x="7085710" y="520699"/>
                  </a:lnTo>
                  <a:lnTo>
                    <a:pt x="7119854" y="546099"/>
                  </a:lnTo>
                  <a:lnTo>
                    <a:pt x="7156069" y="546099"/>
                  </a:lnTo>
                  <a:lnTo>
                    <a:pt x="7196474" y="558799"/>
                  </a:lnTo>
                  <a:lnTo>
                    <a:pt x="7243191" y="571499"/>
                  </a:lnTo>
                  <a:lnTo>
                    <a:pt x="7247054" y="584199"/>
                  </a:lnTo>
                  <a:lnTo>
                    <a:pt x="7257240" y="596899"/>
                  </a:lnTo>
                  <a:lnTo>
                    <a:pt x="7288149" y="596899"/>
                  </a:lnTo>
                  <a:lnTo>
                    <a:pt x="7304730" y="609599"/>
                  </a:lnTo>
                  <a:lnTo>
                    <a:pt x="7319168" y="622299"/>
                  </a:lnTo>
                  <a:lnTo>
                    <a:pt x="7329368" y="622299"/>
                  </a:lnTo>
                  <a:lnTo>
                    <a:pt x="7333233" y="634999"/>
                  </a:lnTo>
                  <a:lnTo>
                    <a:pt x="7388422" y="660399"/>
                  </a:lnTo>
                  <a:lnTo>
                    <a:pt x="7438903" y="685799"/>
                  </a:lnTo>
                  <a:lnTo>
                    <a:pt x="7485459" y="711199"/>
                  </a:lnTo>
                  <a:lnTo>
                    <a:pt x="7528871" y="736599"/>
                  </a:lnTo>
                  <a:lnTo>
                    <a:pt x="7569922" y="761999"/>
                  </a:lnTo>
                  <a:lnTo>
                    <a:pt x="7609393" y="787399"/>
                  </a:lnTo>
                  <a:lnTo>
                    <a:pt x="7648067" y="825499"/>
                  </a:lnTo>
                  <a:lnTo>
                    <a:pt x="7913853" y="825499"/>
                  </a:lnTo>
                  <a:lnTo>
                    <a:pt x="7909637" y="812799"/>
                  </a:lnTo>
                  <a:lnTo>
                    <a:pt x="7884334" y="787399"/>
                  </a:lnTo>
                  <a:lnTo>
                    <a:pt x="7842148" y="774699"/>
                  </a:lnTo>
                  <a:lnTo>
                    <a:pt x="7783068" y="749299"/>
                  </a:lnTo>
                  <a:lnTo>
                    <a:pt x="7749700" y="749299"/>
                  </a:lnTo>
                  <a:lnTo>
                    <a:pt x="7718440" y="736599"/>
                  </a:lnTo>
                  <a:lnTo>
                    <a:pt x="7691395" y="723899"/>
                  </a:lnTo>
                  <a:lnTo>
                    <a:pt x="7649876" y="685799"/>
                  </a:lnTo>
                  <a:lnTo>
                    <a:pt x="7622793" y="673099"/>
                  </a:lnTo>
                  <a:lnTo>
                    <a:pt x="7591520" y="660399"/>
                  </a:lnTo>
                  <a:lnTo>
                    <a:pt x="7535672" y="660399"/>
                  </a:lnTo>
                  <a:lnTo>
                    <a:pt x="7492629" y="634999"/>
                  </a:lnTo>
                  <a:lnTo>
                    <a:pt x="7445288" y="609599"/>
                  </a:lnTo>
                  <a:lnTo>
                    <a:pt x="7394717" y="584199"/>
                  </a:lnTo>
                  <a:lnTo>
                    <a:pt x="7341981" y="571499"/>
                  </a:lnTo>
                  <a:lnTo>
                    <a:pt x="7288149" y="546099"/>
                  </a:lnTo>
                  <a:lnTo>
                    <a:pt x="7250918" y="520699"/>
                  </a:lnTo>
                  <a:lnTo>
                    <a:pt x="7230195" y="507999"/>
                  </a:lnTo>
                  <a:lnTo>
                    <a:pt x="7085710" y="507999"/>
                  </a:lnTo>
                  <a:lnTo>
                    <a:pt x="7072715" y="495299"/>
                  </a:lnTo>
                  <a:close/>
                </a:path>
                <a:path w="12192000" h="6845300">
                  <a:moveTo>
                    <a:pt x="5920986" y="546099"/>
                  </a:moveTo>
                  <a:lnTo>
                    <a:pt x="5826125" y="546099"/>
                  </a:lnTo>
                  <a:lnTo>
                    <a:pt x="5865814" y="571499"/>
                  </a:lnTo>
                  <a:lnTo>
                    <a:pt x="5890752" y="584199"/>
                  </a:lnTo>
                  <a:lnTo>
                    <a:pt x="5911474" y="596899"/>
                  </a:lnTo>
                  <a:lnTo>
                    <a:pt x="5938520" y="596899"/>
                  </a:lnTo>
                  <a:lnTo>
                    <a:pt x="5986445" y="622299"/>
                  </a:lnTo>
                  <a:lnTo>
                    <a:pt x="6021864" y="634999"/>
                  </a:lnTo>
                  <a:lnTo>
                    <a:pt x="6080176" y="685799"/>
                  </a:lnTo>
                  <a:lnTo>
                    <a:pt x="6115564" y="711199"/>
                  </a:lnTo>
                  <a:lnTo>
                    <a:pt x="6163437" y="723899"/>
                  </a:lnTo>
                  <a:lnTo>
                    <a:pt x="6264717" y="774699"/>
                  </a:lnTo>
                  <a:lnTo>
                    <a:pt x="6298438" y="800099"/>
                  </a:lnTo>
                  <a:lnTo>
                    <a:pt x="6385302" y="800099"/>
                  </a:lnTo>
                  <a:lnTo>
                    <a:pt x="6380003" y="787399"/>
                  </a:lnTo>
                  <a:lnTo>
                    <a:pt x="6378944" y="774699"/>
                  </a:lnTo>
                  <a:lnTo>
                    <a:pt x="6419014" y="774699"/>
                  </a:lnTo>
                  <a:lnTo>
                    <a:pt x="6376716" y="761999"/>
                  </a:lnTo>
                  <a:lnTo>
                    <a:pt x="6330374" y="736599"/>
                  </a:lnTo>
                  <a:lnTo>
                    <a:pt x="6281336" y="711199"/>
                  </a:lnTo>
                  <a:lnTo>
                    <a:pt x="6180573" y="673099"/>
                  </a:lnTo>
                  <a:lnTo>
                    <a:pt x="6131547" y="660399"/>
                  </a:lnTo>
                  <a:lnTo>
                    <a:pt x="6085224" y="634999"/>
                  </a:lnTo>
                  <a:lnTo>
                    <a:pt x="6042953" y="609599"/>
                  </a:lnTo>
                  <a:lnTo>
                    <a:pt x="6006084" y="596899"/>
                  </a:lnTo>
                  <a:lnTo>
                    <a:pt x="5976348" y="584199"/>
                  </a:lnTo>
                  <a:lnTo>
                    <a:pt x="5941236" y="558799"/>
                  </a:lnTo>
                  <a:lnTo>
                    <a:pt x="5920986" y="546099"/>
                  </a:lnTo>
                  <a:close/>
                </a:path>
                <a:path w="12192000" h="6845300">
                  <a:moveTo>
                    <a:pt x="6419014" y="774699"/>
                  </a:moveTo>
                  <a:lnTo>
                    <a:pt x="6395856" y="774699"/>
                  </a:lnTo>
                  <a:lnTo>
                    <a:pt x="6413769" y="787399"/>
                  </a:lnTo>
                  <a:lnTo>
                    <a:pt x="6435897" y="800099"/>
                  </a:lnTo>
                  <a:lnTo>
                    <a:pt x="6455918" y="800099"/>
                  </a:lnTo>
                  <a:lnTo>
                    <a:pt x="6419014" y="774699"/>
                  </a:lnTo>
                  <a:close/>
                </a:path>
                <a:path w="12192000" h="6845300">
                  <a:moveTo>
                    <a:pt x="4768850" y="774699"/>
                  </a:moveTo>
                  <a:lnTo>
                    <a:pt x="4743545" y="774699"/>
                  </a:lnTo>
                  <a:lnTo>
                    <a:pt x="4761472" y="787399"/>
                  </a:lnTo>
                  <a:lnTo>
                    <a:pt x="4768850" y="774699"/>
                  </a:lnTo>
                  <a:close/>
                </a:path>
                <a:path w="12192000" h="6845300">
                  <a:moveTo>
                    <a:pt x="4521327" y="660399"/>
                  </a:moveTo>
                  <a:lnTo>
                    <a:pt x="4498848" y="660399"/>
                  </a:lnTo>
                  <a:lnTo>
                    <a:pt x="4600128" y="711199"/>
                  </a:lnTo>
                  <a:lnTo>
                    <a:pt x="4633849" y="723899"/>
                  </a:lnTo>
                  <a:lnTo>
                    <a:pt x="4646142" y="736599"/>
                  </a:lnTo>
                  <a:lnTo>
                    <a:pt x="4647898" y="749299"/>
                  </a:lnTo>
                  <a:lnTo>
                    <a:pt x="4701286" y="749299"/>
                  </a:lnTo>
                  <a:lnTo>
                    <a:pt x="4721379" y="774699"/>
                  </a:lnTo>
                  <a:lnTo>
                    <a:pt x="4767443" y="774699"/>
                  </a:lnTo>
                  <a:lnTo>
                    <a:pt x="4757594" y="761999"/>
                  </a:lnTo>
                  <a:lnTo>
                    <a:pt x="4730863" y="749299"/>
                  </a:lnTo>
                  <a:lnTo>
                    <a:pt x="4678807" y="723899"/>
                  </a:lnTo>
                  <a:lnTo>
                    <a:pt x="4656328" y="723899"/>
                  </a:lnTo>
                  <a:lnTo>
                    <a:pt x="4622607" y="711199"/>
                  </a:lnTo>
                  <a:lnTo>
                    <a:pt x="4521327" y="660399"/>
                  </a:lnTo>
                  <a:close/>
                </a:path>
                <a:path w="12192000" h="6845300">
                  <a:moveTo>
                    <a:pt x="5241163" y="342900"/>
                  </a:moveTo>
                  <a:lnTo>
                    <a:pt x="5299131" y="368299"/>
                  </a:lnTo>
                  <a:lnTo>
                    <a:pt x="5343055" y="393699"/>
                  </a:lnTo>
                  <a:lnTo>
                    <a:pt x="5380499" y="419099"/>
                  </a:lnTo>
                  <a:lnTo>
                    <a:pt x="5419028" y="431799"/>
                  </a:lnTo>
                  <a:lnTo>
                    <a:pt x="5466207" y="457199"/>
                  </a:lnTo>
                  <a:lnTo>
                    <a:pt x="5496413" y="469899"/>
                  </a:lnTo>
                  <a:lnTo>
                    <a:pt x="5548395" y="507999"/>
                  </a:lnTo>
                  <a:lnTo>
                    <a:pt x="5578602" y="520699"/>
                  </a:lnTo>
                  <a:lnTo>
                    <a:pt x="5619675" y="558799"/>
                  </a:lnTo>
                  <a:lnTo>
                    <a:pt x="5664669" y="584199"/>
                  </a:lnTo>
                  <a:lnTo>
                    <a:pt x="5807494" y="660399"/>
                  </a:lnTo>
                  <a:lnTo>
                    <a:pt x="5852488" y="685799"/>
                  </a:lnTo>
                  <a:lnTo>
                    <a:pt x="5893562" y="711199"/>
                  </a:lnTo>
                  <a:lnTo>
                    <a:pt x="5884078" y="711199"/>
                  </a:lnTo>
                  <a:lnTo>
                    <a:pt x="5885132" y="723899"/>
                  </a:lnTo>
                  <a:lnTo>
                    <a:pt x="5893562" y="723899"/>
                  </a:lnTo>
                  <a:lnTo>
                    <a:pt x="5906206" y="749299"/>
                  </a:lnTo>
                  <a:lnTo>
                    <a:pt x="5910421" y="761999"/>
                  </a:lnTo>
                  <a:lnTo>
                    <a:pt x="5906206" y="774699"/>
                  </a:lnTo>
                  <a:lnTo>
                    <a:pt x="6107998" y="774699"/>
                  </a:lnTo>
                  <a:lnTo>
                    <a:pt x="6038285" y="736599"/>
                  </a:lnTo>
                  <a:lnTo>
                    <a:pt x="5943216" y="685799"/>
                  </a:lnTo>
                  <a:lnTo>
                    <a:pt x="5893562" y="660399"/>
                  </a:lnTo>
                  <a:lnTo>
                    <a:pt x="5847852" y="634999"/>
                  </a:lnTo>
                  <a:lnTo>
                    <a:pt x="5801219" y="622299"/>
                  </a:lnTo>
                  <a:lnTo>
                    <a:pt x="5708144" y="571499"/>
                  </a:lnTo>
                  <a:lnTo>
                    <a:pt x="5663185" y="546099"/>
                  </a:lnTo>
                  <a:lnTo>
                    <a:pt x="5620267" y="520699"/>
                  </a:lnTo>
                  <a:lnTo>
                    <a:pt x="5580130" y="507999"/>
                  </a:lnTo>
                  <a:lnTo>
                    <a:pt x="5543515" y="482599"/>
                  </a:lnTo>
                  <a:lnTo>
                    <a:pt x="5511165" y="457199"/>
                  </a:lnTo>
                  <a:lnTo>
                    <a:pt x="5486909" y="444499"/>
                  </a:lnTo>
                  <a:lnTo>
                    <a:pt x="5452094" y="419099"/>
                  </a:lnTo>
                  <a:lnTo>
                    <a:pt x="5413063" y="393699"/>
                  </a:lnTo>
                  <a:lnTo>
                    <a:pt x="5409882" y="393699"/>
                  </a:lnTo>
                  <a:lnTo>
                    <a:pt x="5376164" y="368299"/>
                  </a:lnTo>
                  <a:lnTo>
                    <a:pt x="5336121" y="368299"/>
                  </a:lnTo>
                  <a:lnTo>
                    <a:pt x="5314330" y="355599"/>
                  </a:lnTo>
                  <a:lnTo>
                    <a:pt x="5284087" y="355599"/>
                  </a:lnTo>
                  <a:lnTo>
                    <a:pt x="5241163" y="342900"/>
                  </a:lnTo>
                  <a:close/>
                </a:path>
                <a:path w="12192000" h="6845300">
                  <a:moveTo>
                    <a:pt x="6950836" y="711199"/>
                  </a:moveTo>
                  <a:lnTo>
                    <a:pt x="6925845" y="711199"/>
                  </a:lnTo>
                  <a:lnTo>
                    <a:pt x="6936740" y="723899"/>
                  </a:lnTo>
                  <a:lnTo>
                    <a:pt x="6960302" y="749299"/>
                  </a:lnTo>
                  <a:lnTo>
                    <a:pt x="7001414" y="749299"/>
                  </a:lnTo>
                  <a:lnTo>
                    <a:pt x="6950836" y="711199"/>
                  </a:lnTo>
                  <a:close/>
                </a:path>
                <a:path w="12192000" h="6845300">
                  <a:moveTo>
                    <a:pt x="7063232" y="634999"/>
                  </a:moveTo>
                  <a:lnTo>
                    <a:pt x="6998604" y="634999"/>
                  </a:lnTo>
                  <a:lnTo>
                    <a:pt x="7009493" y="647699"/>
                  </a:lnTo>
                  <a:lnTo>
                    <a:pt x="7018274" y="660399"/>
                  </a:lnTo>
                  <a:lnTo>
                    <a:pt x="7132192" y="660399"/>
                  </a:lnTo>
                  <a:lnTo>
                    <a:pt x="7125160" y="647699"/>
                  </a:lnTo>
                  <a:lnTo>
                    <a:pt x="7102643" y="647699"/>
                  </a:lnTo>
                  <a:lnTo>
                    <a:pt x="7063232" y="634999"/>
                  </a:lnTo>
                  <a:close/>
                </a:path>
                <a:path w="12192000" h="6845300">
                  <a:moveTo>
                    <a:pt x="2429383" y="520699"/>
                  </a:moveTo>
                  <a:lnTo>
                    <a:pt x="2450125" y="558799"/>
                  </a:lnTo>
                  <a:lnTo>
                    <a:pt x="2477214" y="584199"/>
                  </a:lnTo>
                  <a:lnTo>
                    <a:pt x="2508517" y="596899"/>
                  </a:lnTo>
                  <a:lnTo>
                    <a:pt x="2541905" y="622299"/>
                  </a:lnTo>
                  <a:lnTo>
                    <a:pt x="2522235" y="622299"/>
                  </a:lnTo>
                  <a:lnTo>
                    <a:pt x="2526099" y="634999"/>
                  </a:lnTo>
                  <a:lnTo>
                    <a:pt x="3104261" y="634999"/>
                  </a:lnTo>
                  <a:lnTo>
                    <a:pt x="3067964" y="609599"/>
                  </a:lnTo>
                  <a:lnTo>
                    <a:pt x="3047590" y="596899"/>
                  </a:lnTo>
                  <a:lnTo>
                    <a:pt x="2541905" y="596899"/>
                  </a:lnTo>
                  <a:lnTo>
                    <a:pt x="2521162" y="571499"/>
                  </a:lnTo>
                  <a:lnTo>
                    <a:pt x="2494073" y="558799"/>
                  </a:lnTo>
                  <a:lnTo>
                    <a:pt x="2462770" y="546099"/>
                  </a:lnTo>
                  <a:lnTo>
                    <a:pt x="2429383" y="520699"/>
                  </a:lnTo>
                  <a:close/>
                </a:path>
                <a:path w="12192000" h="6845300">
                  <a:moveTo>
                    <a:pt x="3551989" y="596899"/>
                  </a:moveTo>
                  <a:lnTo>
                    <a:pt x="3507734" y="596899"/>
                  </a:lnTo>
                  <a:lnTo>
                    <a:pt x="3537251" y="609599"/>
                  </a:lnTo>
                  <a:lnTo>
                    <a:pt x="3575222" y="622299"/>
                  </a:lnTo>
                  <a:lnTo>
                    <a:pt x="3621659" y="634999"/>
                  </a:lnTo>
                  <a:lnTo>
                    <a:pt x="3604023" y="622299"/>
                  </a:lnTo>
                  <a:lnTo>
                    <a:pt x="3582209" y="609599"/>
                  </a:lnTo>
                  <a:lnTo>
                    <a:pt x="3551989" y="596899"/>
                  </a:lnTo>
                  <a:close/>
                </a:path>
                <a:path w="12192000" h="6845300">
                  <a:moveTo>
                    <a:pt x="5473860" y="622299"/>
                  </a:moveTo>
                  <a:lnTo>
                    <a:pt x="5388107" y="622299"/>
                  </a:lnTo>
                  <a:lnTo>
                    <a:pt x="5353685" y="634999"/>
                  </a:lnTo>
                  <a:lnTo>
                    <a:pt x="5533644" y="634999"/>
                  </a:lnTo>
                  <a:lnTo>
                    <a:pt x="5473860" y="622299"/>
                  </a:lnTo>
                  <a:close/>
                </a:path>
                <a:path w="12192000" h="6845300">
                  <a:moveTo>
                    <a:pt x="472389" y="139700"/>
                  </a:moveTo>
                  <a:lnTo>
                    <a:pt x="447078" y="152400"/>
                  </a:lnTo>
                  <a:lnTo>
                    <a:pt x="438642" y="152400"/>
                  </a:lnTo>
                  <a:lnTo>
                    <a:pt x="447078" y="177800"/>
                  </a:lnTo>
                  <a:lnTo>
                    <a:pt x="472389" y="190500"/>
                  </a:lnTo>
                  <a:lnTo>
                    <a:pt x="494880" y="215900"/>
                  </a:lnTo>
                  <a:lnTo>
                    <a:pt x="529103" y="241300"/>
                  </a:lnTo>
                  <a:lnTo>
                    <a:pt x="564341" y="279400"/>
                  </a:lnTo>
                  <a:lnTo>
                    <a:pt x="600673" y="304800"/>
                  </a:lnTo>
                  <a:lnTo>
                    <a:pt x="638177" y="342900"/>
                  </a:lnTo>
                  <a:lnTo>
                    <a:pt x="676931" y="368299"/>
                  </a:lnTo>
                  <a:lnTo>
                    <a:pt x="717013" y="406399"/>
                  </a:lnTo>
                  <a:lnTo>
                    <a:pt x="758501" y="431799"/>
                  </a:lnTo>
                  <a:lnTo>
                    <a:pt x="801473" y="469899"/>
                  </a:lnTo>
                  <a:lnTo>
                    <a:pt x="846006" y="495299"/>
                  </a:lnTo>
                  <a:lnTo>
                    <a:pt x="892180" y="533399"/>
                  </a:lnTo>
                  <a:lnTo>
                    <a:pt x="940073" y="558799"/>
                  </a:lnTo>
                  <a:lnTo>
                    <a:pt x="989761" y="596899"/>
                  </a:lnTo>
                  <a:lnTo>
                    <a:pt x="2339467" y="596899"/>
                  </a:lnTo>
                  <a:lnTo>
                    <a:pt x="1859145" y="317500"/>
                  </a:lnTo>
                  <a:lnTo>
                    <a:pt x="854786" y="317500"/>
                  </a:lnTo>
                  <a:lnTo>
                    <a:pt x="807830" y="304800"/>
                  </a:lnTo>
                  <a:lnTo>
                    <a:pt x="719032" y="279400"/>
                  </a:lnTo>
                  <a:lnTo>
                    <a:pt x="675617" y="254000"/>
                  </a:lnTo>
                  <a:lnTo>
                    <a:pt x="586820" y="228600"/>
                  </a:lnTo>
                  <a:lnTo>
                    <a:pt x="539864" y="215900"/>
                  </a:lnTo>
                  <a:lnTo>
                    <a:pt x="535647" y="190500"/>
                  </a:lnTo>
                  <a:lnTo>
                    <a:pt x="522995" y="177800"/>
                  </a:lnTo>
                  <a:lnTo>
                    <a:pt x="501909" y="165100"/>
                  </a:lnTo>
                  <a:lnTo>
                    <a:pt x="472389" y="139700"/>
                  </a:lnTo>
                  <a:close/>
                </a:path>
                <a:path w="12192000" h="6845300">
                  <a:moveTo>
                    <a:pt x="2742134" y="444499"/>
                  </a:moveTo>
                  <a:lnTo>
                    <a:pt x="2561147" y="444499"/>
                  </a:lnTo>
                  <a:lnTo>
                    <a:pt x="2658921" y="469899"/>
                  </a:lnTo>
                  <a:lnTo>
                    <a:pt x="2685272" y="495299"/>
                  </a:lnTo>
                  <a:lnTo>
                    <a:pt x="2707407" y="507999"/>
                  </a:lnTo>
                  <a:lnTo>
                    <a:pt x="2744343" y="520699"/>
                  </a:lnTo>
                  <a:lnTo>
                    <a:pt x="2726761" y="546099"/>
                  </a:lnTo>
                  <a:lnTo>
                    <a:pt x="2688082" y="558799"/>
                  </a:lnTo>
                  <a:lnTo>
                    <a:pt x="2597918" y="558799"/>
                  </a:lnTo>
                  <a:lnTo>
                    <a:pt x="2609368" y="571499"/>
                  </a:lnTo>
                  <a:lnTo>
                    <a:pt x="2614961" y="571499"/>
                  </a:lnTo>
                  <a:lnTo>
                    <a:pt x="2603019" y="584199"/>
                  </a:lnTo>
                  <a:lnTo>
                    <a:pt x="2586863" y="596899"/>
                  </a:lnTo>
                  <a:lnTo>
                    <a:pt x="3047590" y="596899"/>
                  </a:lnTo>
                  <a:lnTo>
                    <a:pt x="3027216" y="584199"/>
                  </a:lnTo>
                  <a:lnTo>
                    <a:pt x="2982962" y="558799"/>
                  </a:lnTo>
                  <a:lnTo>
                    <a:pt x="2936145" y="533399"/>
                  </a:lnTo>
                  <a:lnTo>
                    <a:pt x="2887710" y="520699"/>
                  </a:lnTo>
                  <a:lnTo>
                    <a:pt x="2789760" y="469899"/>
                  </a:lnTo>
                  <a:lnTo>
                    <a:pt x="2742134" y="444499"/>
                  </a:lnTo>
                  <a:close/>
                </a:path>
                <a:path w="12192000" h="6845300">
                  <a:moveTo>
                    <a:pt x="2826099" y="254000"/>
                  </a:moveTo>
                  <a:lnTo>
                    <a:pt x="2793164" y="254000"/>
                  </a:lnTo>
                  <a:lnTo>
                    <a:pt x="2808970" y="266700"/>
                  </a:lnTo>
                  <a:lnTo>
                    <a:pt x="2820560" y="279400"/>
                  </a:lnTo>
                  <a:lnTo>
                    <a:pt x="2834259" y="279400"/>
                  </a:lnTo>
                  <a:lnTo>
                    <a:pt x="2918749" y="330200"/>
                  </a:lnTo>
                  <a:lnTo>
                    <a:pt x="3049321" y="406399"/>
                  </a:lnTo>
                  <a:lnTo>
                    <a:pt x="3093378" y="419099"/>
                  </a:lnTo>
                  <a:lnTo>
                    <a:pt x="3312124" y="546099"/>
                  </a:lnTo>
                  <a:lnTo>
                    <a:pt x="3396615" y="596899"/>
                  </a:lnTo>
                  <a:lnTo>
                    <a:pt x="3469146" y="596899"/>
                  </a:lnTo>
                  <a:lnTo>
                    <a:pt x="3429335" y="571499"/>
                  </a:lnTo>
                  <a:lnTo>
                    <a:pt x="3351657" y="520699"/>
                  </a:lnTo>
                  <a:lnTo>
                    <a:pt x="3397710" y="520699"/>
                  </a:lnTo>
                  <a:lnTo>
                    <a:pt x="3376263" y="507999"/>
                  </a:lnTo>
                  <a:lnTo>
                    <a:pt x="3329178" y="482599"/>
                  </a:lnTo>
                  <a:lnTo>
                    <a:pt x="3261741" y="482599"/>
                  </a:lnTo>
                  <a:lnTo>
                    <a:pt x="3216735" y="457199"/>
                  </a:lnTo>
                  <a:lnTo>
                    <a:pt x="3167516" y="431799"/>
                  </a:lnTo>
                  <a:lnTo>
                    <a:pt x="3064875" y="380999"/>
                  </a:lnTo>
                  <a:lnTo>
                    <a:pt x="3015669" y="355599"/>
                  </a:lnTo>
                  <a:lnTo>
                    <a:pt x="2970686" y="330200"/>
                  </a:lnTo>
                  <a:lnTo>
                    <a:pt x="2932034" y="304800"/>
                  </a:lnTo>
                  <a:lnTo>
                    <a:pt x="2901823" y="279400"/>
                  </a:lnTo>
                  <a:lnTo>
                    <a:pt x="2854684" y="266700"/>
                  </a:lnTo>
                  <a:lnTo>
                    <a:pt x="2826099" y="254000"/>
                  </a:lnTo>
                  <a:close/>
                </a:path>
                <a:path w="12192000" h="6845300">
                  <a:moveTo>
                    <a:pt x="3397710" y="520699"/>
                  </a:moveTo>
                  <a:lnTo>
                    <a:pt x="3351657" y="520699"/>
                  </a:lnTo>
                  <a:lnTo>
                    <a:pt x="3394932" y="546099"/>
                  </a:lnTo>
                  <a:lnTo>
                    <a:pt x="3427634" y="558799"/>
                  </a:lnTo>
                  <a:lnTo>
                    <a:pt x="3456098" y="571499"/>
                  </a:lnTo>
                  <a:lnTo>
                    <a:pt x="3486658" y="596899"/>
                  </a:lnTo>
                  <a:lnTo>
                    <a:pt x="3509137" y="596899"/>
                  </a:lnTo>
                  <a:lnTo>
                    <a:pt x="3462051" y="558799"/>
                  </a:lnTo>
                  <a:lnTo>
                    <a:pt x="3397710" y="520699"/>
                  </a:lnTo>
                  <a:close/>
                </a:path>
                <a:path w="12192000" h="6845300">
                  <a:moveTo>
                    <a:pt x="5080936" y="533399"/>
                  </a:moveTo>
                  <a:lnTo>
                    <a:pt x="5044013" y="533399"/>
                  </a:lnTo>
                  <a:lnTo>
                    <a:pt x="5038725" y="546099"/>
                  </a:lnTo>
                  <a:lnTo>
                    <a:pt x="5050315" y="571499"/>
                  </a:lnTo>
                  <a:lnTo>
                    <a:pt x="5047154" y="584199"/>
                  </a:lnTo>
                  <a:lnTo>
                    <a:pt x="5022919" y="596899"/>
                  </a:lnTo>
                  <a:lnTo>
                    <a:pt x="5362114" y="596899"/>
                  </a:lnTo>
                  <a:lnTo>
                    <a:pt x="5375110" y="584199"/>
                  </a:lnTo>
                  <a:lnTo>
                    <a:pt x="5398643" y="571499"/>
                  </a:lnTo>
                  <a:lnTo>
                    <a:pt x="5308679" y="546099"/>
                  </a:lnTo>
                  <a:lnTo>
                    <a:pt x="5130504" y="546099"/>
                  </a:lnTo>
                  <a:lnTo>
                    <a:pt x="5080936" y="533399"/>
                  </a:lnTo>
                  <a:close/>
                </a:path>
                <a:path w="12192000" h="6845300">
                  <a:moveTo>
                    <a:pt x="5803519" y="482599"/>
                  </a:moveTo>
                  <a:lnTo>
                    <a:pt x="5736082" y="482599"/>
                  </a:lnTo>
                  <a:lnTo>
                    <a:pt x="5774068" y="507999"/>
                  </a:lnTo>
                  <a:lnTo>
                    <a:pt x="5769848" y="520699"/>
                  </a:lnTo>
                  <a:lnTo>
                    <a:pt x="5691124" y="520699"/>
                  </a:lnTo>
                  <a:lnTo>
                    <a:pt x="5718873" y="546099"/>
                  </a:lnTo>
                  <a:lnTo>
                    <a:pt x="5744527" y="558799"/>
                  </a:lnTo>
                  <a:lnTo>
                    <a:pt x="5782849" y="571499"/>
                  </a:lnTo>
                  <a:lnTo>
                    <a:pt x="5848604" y="596899"/>
                  </a:lnTo>
                  <a:lnTo>
                    <a:pt x="5854574" y="584199"/>
                  </a:lnTo>
                  <a:lnTo>
                    <a:pt x="5845794" y="558799"/>
                  </a:lnTo>
                  <a:lnTo>
                    <a:pt x="5832798" y="558799"/>
                  </a:lnTo>
                  <a:lnTo>
                    <a:pt x="5826125" y="546099"/>
                  </a:lnTo>
                  <a:lnTo>
                    <a:pt x="5920986" y="546099"/>
                  </a:lnTo>
                  <a:lnTo>
                    <a:pt x="5900735" y="533399"/>
                  </a:lnTo>
                  <a:lnTo>
                    <a:pt x="5854834" y="507999"/>
                  </a:lnTo>
                  <a:lnTo>
                    <a:pt x="5803519" y="482599"/>
                  </a:lnTo>
                  <a:close/>
                </a:path>
                <a:path w="12192000" h="6845300">
                  <a:moveTo>
                    <a:pt x="4850336" y="558799"/>
                  </a:moveTo>
                  <a:lnTo>
                    <a:pt x="4805378" y="558799"/>
                  </a:lnTo>
                  <a:lnTo>
                    <a:pt x="4828911" y="571499"/>
                  </a:lnTo>
                  <a:lnTo>
                    <a:pt x="4864736" y="571499"/>
                  </a:lnTo>
                  <a:lnTo>
                    <a:pt x="4850336" y="558799"/>
                  </a:lnTo>
                  <a:close/>
                </a:path>
                <a:path w="12192000" h="6845300">
                  <a:moveTo>
                    <a:pt x="2649402" y="546099"/>
                  </a:moveTo>
                  <a:lnTo>
                    <a:pt x="2561320" y="546099"/>
                  </a:lnTo>
                  <a:lnTo>
                    <a:pt x="2580174" y="558799"/>
                  </a:lnTo>
                  <a:lnTo>
                    <a:pt x="2688082" y="558799"/>
                  </a:lnTo>
                  <a:lnTo>
                    <a:pt x="2649402" y="546099"/>
                  </a:lnTo>
                  <a:close/>
                </a:path>
                <a:path w="12192000" h="6845300">
                  <a:moveTo>
                    <a:pt x="4822237" y="533399"/>
                  </a:moveTo>
                  <a:lnTo>
                    <a:pt x="4752341" y="533399"/>
                  </a:lnTo>
                  <a:lnTo>
                    <a:pt x="4768850" y="546099"/>
                  </a:lnTo>
                  <a:lnTo>
                    <a:pt x="4786060" y="558799"/>
                  </a:lnTo>
                  <a:lnTo>
                    <a:pt x="4840150" y="558799"/>
                  </a:lnTo>
                  <a:lnTo>
                    <a:pt x="4832423" y="546099"/>
                  </a:lnTo>
                  <a:lnTo>
                    <a:pt x="4822237" y="533399"/>
                  </a:lnTo>
                  <a:close/>
                </a:path>
                <a:path w="12192000" h="6845300">
                  <a:moveTo>
                    <a:pt x="2578473" y="533399"/>
                  </a:moveTo>
                  <a:lnTo>
                    <a:pt x="2541016" y="533399"/>
                  </a:lnTo>
                  <a:lnTo>
                    <a:pt x="2546539" y="546099"/>
                  </a:lnTo>
                  <a:lnTo>
                    <a:pt x="2631821" y="546099"/>
                  </a:lnTo>
                  <a:lnTo>
                    <a:pt x="2578473" y="533399"/>
                  </a:lnTo>
                  <a:close/>
                </a:path>
                <a:path w="12192000" h="6845300">
                  <a:moveTo>
                    <a:pt x="5128768" y="482599"/>
                  </a:moveTo>
                  <a:lnTo>
                    <a:pt x="5145276" y="507999"/>
                  </a:lnTo>
                  <a:lnTo>
                    <a:pt x="5159676" y="520699"/>
                  </a:lnTo>
                  <a:lnTo>
                    <a:pt x="5169862" y="533399"/>
                  </a:lnTo>
                  <a:lnTo>
                    <a:pt x="5173726" y="546099"/>
                  </a:lnTo>
                  <a:lnTo>
                    <a:pt x="5308679" y="546099"/>
                  </a:lnTo>
                  <a:lnTo>
                    <a:pt x="5173735" y="507999"/>
                  </a:lnTo>
                  <a:lnTo>
                    <a:pt x="5128768" y="482599"/>
                  </a:lnTo>
                  <a:close/>
                </a:path>
                <a:path w="12192000" h="6845300">
                  <a:moveTo>
                    <a:pt x="4723892" y="520699"/>
                  </a:moveTo>
                  <a:lnTo>
                    <a:pt x="4727755" y="533399"/>
                  </a:lnTo>
                  <a:lnTo>
                    <a:pt x="4740751" y="533399"/>
                  </a:lnTo>
                  <a:lnTo>
                    <a:pt x="4723892" y="520699"/>
                  </a:lnTo>
                  <a:close/>
                </a:path>
                <a:path w="12192000" h="6845300">
                  <a:moveTo>
                    <a:pt x="4791329" y="520699"/>
                  </a:moveTo>
                  <a:lnTo>
                    <a:pt x="4774469" y="533399"/>
                  </a:lnTo>
                  <a:lnTo>
                    <a:pt x="4807837" y="533399"/>
                  </a:lnTo>
                  <a:lnTo>
                    <a:pt x="4791329" y="520699"/>
                  </a:lnTo>
                  <a:close/>
                </a:path>
                <a:path w="12192000" h="6845300">
                  <a:moveTo>
                    <a:pt x="1844548" y="228600"/>
                  </a:moveTo>
                  <a:lnTo>
                    <a:pt x="1889922" y="254000"/>
                  </a:lnTo>
                  <a:lnTo>
                    <a:pt x="1932189" y="279400"/>
                  </a:lnTo>
                  <a:lnTo>
                    <a:pt x="1972293" y="304800"/>
                  </a:lnTo>
                  <a:lnTo>
                    <a:pt x="2049795" y="355599"/>
                  </a:lnTo>
                  <a:lnTo>
                    <a:pt x="2089085" y="380999"/>
                  </a:lnTo>
                  <a:lnTo>
                    <a:pt x="2129996" y="393699"/>
                  </a:lnTo>
                  <a:lnTo>
                    <a:pt x="2173471" y="419099"/>
                  </a:lnTo>
                  <a:lnTo>
                    <a:pt x="2220458" y="444499"/>
                  </a:lnTo>
                  <a:lnTo>
                    <a:pt x="2271903" y="457199"/>
                  </a:lnTo>
                  <a:lnTo>
                    <a:pt x="2306046" y="469899"/>
                  </a:lnTo>
                  <a:lnTo>
                    <a:pt x="2342260" y="495299"/>
                  </a:lnTo>
                  <a:lnTo>
                    <a:pt x="2382666" y="507999"/>
                  </a:lnTo>
                  <a:lnTo>
                    <a:pt x="2429383" y="520699"/>
                  </a:lnTo>
                  <a:lnTo>
                    <a:pt x="2395662" y="507999"/>
                  </a:lnTo>
                  <a:lnTo>
                    <a:pt x="2294382" y="457199"/>
                  </a:lnTo>
                  <a:lnTo>
                    <a:pt x="2264795" y="444499"/>
                  </a:lnTo>
                  <a:lnTo>
                    <a:pt x="2230347" y="419099"/>
                  </a:lnTo>
                  <a:lnTo>
                    <a:pt x="2191577" y="393699"/>
                  </a:lnTo>
                  <a:lnTo>
                    <a:pt x="2149024" y="380999"/>
                  </a:lnTo>
                  <a:lnTo>
                    <a:pt x="2103231" y="355599"/>
                  </a:lnTo>
                  <a:lnTo>
                    <a:pt x="2054736" y="330200"/>
                  </a:lnTo>
                  <a:lnTo>
                    <a:pt x="2004079" y="304800"/>
                  </a:lnTo>
                  <a:lnTo>
                    <a:pt x="1844548" y="228600"/>
                  </a:lnTo>
                  <a:close/>
                </a:path>
                <a:path w="12192000" h="6845300">
                  <a:moveTo>
                    <a:pt x="2831512" y="457199"/>
                  </a:moveTo>
                  <a:lnTo>
                    <a:pt x="2810980" y="457199"/>
                  </a:lnTo>
                  <a:lnTo>
                    <a:pt x="2807938" y="469899"/>
                  </a:lnTo>
                  <a:lnTo>
                    <a:pt x="2834259" y="482599"/>
                  </a:lnTo>
                  <a:lnTo>
                    <a:pt x="2874373" y="495299"/>
                  </a:lnTo>
                  <a:lnTo>
                    <a:pt x="2918666" y="507999"/>
                  </a:lnTo>
                  <a:lnTo>
                    <a:pt x="2969260" y="507999"/>
                  </a:lnTo>
                  <a:lnTo>
                    <a:pt x="3012606" y="495299"/>
                  </a:lnTo>
                  <a:lnTo>
                    <a:pt x="3140041" y="495299"/>
                  </a:lnTo>
                  <a:lnTo>
                    <a:pt x="3115310" y="482599"/>
                  </a:lnTo>
                  <a:lnTo>
                    <a:pt x="3064675" y="469899"/>
                  </a:lnTo>
                  <a:lnTo>
                    <a:pt x="2857664" y="469899"/>
                  </a:lnTo>
                  <a:lnTo>
                    <a:pt x="2831512" y="457199"/>
                  </a:lnTo>
                  <a:close/>
                </a:path>
                <a:path w="12192000" h="6845300">
                  <a:moveTo>
                    <a:pt x="6883273" y="342900"/>
                  </a:moveTo>
                  <a:lnTo>
                    <a:pt x="6903930" y="368299"/>
                  </a:lnTo>
                  <a:lnTo>
                    <a:pt x="6941123" y="393699"/>
                  </a:lnTo>
                  <a:lnTo>
                    <a:pt x="6986582" y="419099"/>
                  </a:lnTo>
                  <a:lnTo>
                    <a:pt x="7032039" y="431799"/>
                  </a:lnTo>
                  <a:lnTo>
                    <a:pt x="7069226" y="457199"/>
                  </a:lnTo>
                  <a:lnTo>
                    <a:pt x="7089872" y="482599"/>
                  </a:lnTo>
                  <a:lnTo>
                    <a:pt x="7085710" y="507999"/>
                  </a:lnTo>
                  <a:lnTo>
                    <a:pt x="7230195" y="507999"/>
                  </a:lnTo>
                  <a:lnTo>
                    <a:pt x="7209472" y="495299"/>
                  </a:lnTo>
                  <a:lnTo>
                    <a:pt x="7168026" y="482599"/>
                  </a:lnTo>
                  <a:lnTo>
                    <a:pt x="7130796" y="457199"/>
                  </a:lnTo>
                  <a:lnTo>
                    <a:pt x="7079121" y="444499"/>
                  </a:lnTo>
                  <a:lnTo>
                    <a:pt x="7030701" y="419099"/>
                  </a:lnTo>
                  <a:lnTo>
                    <a:pt x="6983367" y="393699"/>
                  </a:lnTo>
                  <a:lnTo>
                    <a:pt x="6934947" y="368299"/>
                  </a:lnTo>
                  <a:lnTo>
                    <a:pt x="6883273" y="342900"/>
                  </a:lnTo>
                  <a:close/>
                </a:path>
                <a:path w="12192000" h="6845300">
                  <a:moveTo>
                    <a:pt x="3216656" y="431799"/>
                  </a:moveTo>
                  <a:lnTo>
                    <a:pt x="3194177" y="431799"/>
                  </a:lnTo>
                  <a:lnTo>
                    <a:pt x="3224105" y="444499"/>
                  </a:lnTo>
                  <a:lnTo>
                    <a:pt x="3247675" y="457199"/>
                  </a:lnTo>
                  <a:lnTo>
                    <a:pt x="3267007" y="469899"/>
                  </a:lnTo>
                  <a:lnTo>
                    <a:pt x="3284220" y="482599"/>
                  </a:lnTo>
                  <a:lnTo>
                    <a:pt x="3329178" y="482599"/>
                  </a:lnTo>
                  <a:lnTo>
                    <a:pt x="3298969" y="469899"/>
                  </a:lnTo>
                  <a:lnTo>
                    <a:pt x="3246935" y="444499"/>
                  </a:lnTo>
                  <a:lnTo>
                    <a:pt x="3216656" y="431799"/>
                  </a:lnTo>
                  <a:close/>
                </a:path>
                <a:path w="12192000" h="6845300">
                  <a:moveTo>
                    <a:pt x="5743457" y="457199"/>
                  </a:moveTo>
                  <a:lnTo>
                    <a:pt x="5691826" y="457199"/>
                  </a:lnTo>
                  <a:lnTo>
                    <a:pt x="5691124" y="469899"/>
                  </a:lnTo>
                  <a:lnTo>
                    <a:pt x="5707280" y="482599"/>
                  </a:lnTo>
                  <a:lnTo>
                    <a:pt x="5786308" y="482599"/>
                  </a:lnTo>
                  <a:lnTo>
                    <a:pt x="5766990" y="469899"/>
                  </a:lnTo>
                  <a:lnTo>
                    <a:pt x="5743457" y="457199"/>
                  </a:lnTo>
                  <a:close/>
                </a:path>
                <a:path w="12192000" h="6845300">
                  <a:moveTo>
                    <a:pt x="2901823" y="431799"/>
                  </a:moveTo>
                  <a:lnTo>
                    <a:pt x="2851134" y="431799"/>
                  </a:lnTo>
                  <a:lnTo>
                    <a:pt x="2856791" y="444499"/>
                  </a:lnTo>
                  <a:lnTo>
                    <a:pt x="2879344" y="457199"/>
                  </a:lnTo>
                  <a:lnTo>
                    <a:pt x="2877565" y="469899"/>
                  </a:lnTo>
                  <a:lnTo>
                    <a:pt x="3012476" y="469899"/>
                  </a:lnTo>
                  <a:lnTo>
                    <a:pt x="2958322" y="457199"/>
                  </a:lnTo>
                  <a:lnTo>
                    <a:pt x="2904984" y="457199"/>
                  </a:lnTo>
                  <a:lnTo>
                    <a:pt x="2910252" y="444499"/>
                  </a:lnTo>
                  <a:lnTo>
                    <a:pt x="2911306" y="444499"/>
                  </a:lnTo>
                  <a:lnTo>
                    <a:pt x="2901823" y="431799"/>
                  </a:lnTo>
                  <a:close/>
                </a:path>
                <a:path w="12192000" h="6845300">
                  <a:moveTo>
                    <a:pt x="2384425" y="368299"/>
                  </a:moveTo>
                  <a:lnTo>
                    <a:pt x="2411823" y="393699"/>
                  </a:lnTo>
                  <a:lnTo>
                    <a:pt x="2435018" y="419099"/>
                  </a:lnTo>
                  <a:lnTo>
                    <a:pt x="2466667" y="444499"/>
                  </a:lnTo>
                  <a:lnTo>
                    <a:pt x="2519426" y="457199"/>
                  </a:lnTo>
                  <a:lnTo>
                    <a:pt x="2535251" y="457199"/>
                  </a:lnTo>
                  <a:lnTo>
                    <a:pt x="2538128" y="444499"/>
                  </a:lnTo>
                  <a:lnTo>
                    <a:pt x="2742134" y="444499"/>
                  </a:lnTo>
                  <a:lnTo>
                    <a:pt x="2696666" y="419099"/>
                  </a:lnTo>
                  <a:lnTo>
                    <a:pt x="2675483" y="406399"/>
                  </a:lnTo>
                  <a:lnTo>
                    <a:pt x="2525153" y="406399"/>
                  </a:lnTo>
                  <a:lnTo>
                    <a:pt x="2466130" y="393699"/>
                  </a:lnTo>
                  <a:lnTo>
                    <a:pt x="2384425" y="368299"/>
                  </a:lnTo>
                  <a:close/>
                </a:path>
                <a:path w="12192000" h="6845300">
                  <a:moveTo>
                    <a:pt x="2887757" y="419099"/>
                  </a:moveTo>
                  <a:lnTo>
                    <a:pt x="2856738" y="419099"/>
                  </a:lnTo>
                  <a:lnTo>
                    <a:pt x="2853930" y="431799"/>
                  </a:lnTo>
                  <a:lnTo>
                    <a:pt x="2897957" y="431799"/>
                  </a:lnTo>
                  <a:lnTo>
                    <a:pt x="2887757" y="419099"/>
                  </a:lnTo>
                  <a:close/>
                </a:path>
                <a:path w="12192000" h="6845300">
                  <a:moveTo>
                    <a:pt x="2474341" y="304800"/>
                  </a:moveTo>
                  <a:lnTo>
                    <a:pt x="2479629" y="317500"/>
                  </a:lnTo>
                  <a:lnTo>
                    <a:pt x="2516552" y="342900"/>
                  </a:lnTo>
                  <a:lnTo>
                    <a:pt x="2566120" y="368299"/>
                  </a:lnTo>
                  <a:lnTo>
                    <a:pt x="2609342" y="393699"/>
                  </a:lnTo>
                  <a:lnTo>
                    <a:pt x="2592436" y="406399"/>
                  </a:lnTo>
                  <a:lnTo>
                    <a:pt x="2675483" y="406399"/>
                  </a:lnTo>
                  <a:lnTo>
                    <a:pt x="2654300" y="393699"/>
                  </a:lnTo>
                  <a:lnTo>
                    <a:pt x="2635682" y="368299"/>
                  </a:lnTo>
                  <a:lnTo>
                    <a:pt x="2589657" y="355599"/>
                  </a:lnTo>
                  <a:lnTo>
                    <a:pt x="2530963" y="330200"/>
                  </a:lnTo>
                  <a:lnTo>
                    <a:pt x="2474341" y="304800"/>
                  </a:lnTo>
                  <a:close/>
                </a:path>
                <a:path w="12192000" h="6845300">
                  <a:moveTo>
                    <a:pt x="2796676" y="304800"/>
                  </a:moveTo>
                  <a:lnTo>
                    <a:pt x="2742235" y="304800"/>
                  </a:lnTo>
                  <a:lnTo>
                    <a:pt x="2791408" y="330200"/>
                  </a:lnTo>
                  <a:lnTo>
                    <a:pt x="2811780" y="342900"/>
                  </a:lnTo>
                  <a:lnTo>
                    <a:pt x="2815996" y="355599"/>
                  </a:lnTo>
                  <a:lnTo>
                    <a:pt x="2828655" y="355599"/>
                  </a:lnTo>
                  <a:lnTo>
                    <a:pt x="2849766" y="380999"/>
                  </a:lnTo>
                  <a:lnTo>
                    <a:pt x="2879344" y="393699"/>
                  </a:lnTo>
                  <a:lnTo>
                    <a:pt x="2888474" y="393699"/>
                  </a:lnTo>
                  <a:lnTo>
                    <a:pt x="2884947" y="380999"/>
                  </a:lnTo>
                  <a:lnTo>
                    <a:pt x="2872968" y="368299"/>
                  </a:lnTo>
                  <a:lnTo>
                    <a:pt x="2856738" y="342900"/>
                  </a:lnTo>
                  <a:lnTo>
                    <a:pt x="2839527" y="330200"/>
                  </a:lnTo>
                  <a:lnTo>
                    <a:pt x="2820209" y="317500"/>
                  </a:lnTo>
                  <a:lnTo>
                    <a:pt x="2796676" y="304800"/>
                  </a:lnTo>
                  <a:close/>
                </a:path>
                <a:path w="12192000" h="6845300">
                  <a:moveTo>
                    <a:pt x="5353685" y="342900"/>
                  </a:moveTo>
                  <a:lnTo>
                    <a:pt x="5344201" y="355599"/>
                  </a:lnTo>
                  <a:lnTo>
                    <a:pt x="5345255" y="355599"/>
                  </a:lnTo>
                  <a:lnTo>
                    <a:pt x="5350523" y="368299"/>
                  </a:lnTo>
                  <a:lnTo>
                    <a:pt x="5376164" y="368299"/>
                  </a:lnTo>
                  <a:lnTo>
                    <a:pt x="5413063" y="393699"/>
                  </a:lnTo>
                  <a:lnTo>
                    <a:pt x="5443601" y="393699"/>
                  </a:lnTo>
                  <a:lnTo>
                    <a:pt x="5435873" y="380999"/>
                  </a:lnTo>
                  <a:lnTo>
                    <a:pt x="5415502" y="368299"/>
                  </a:lnTo>
                  <a:lnTo>
                    <a:pt x="5386701" y="355599"/>
                  </a:lnTo>
                  <a:lnTo>
                    <a:pt x="5353685" y="342900"/>
                  </a:lnTo>
                  <a:close/>
                </a:path>
                <a:path w="12192000" h="6845300">
                  <a:moveTo>
                    <a:pt x="404901" y="50800"/>
                  </a:moveTo>
                  <a:lnTo>
                    <a:pt x="426340" y="88900"/>
                  </a:lnTo>
                  <a:lnTo>
                    <a:pt x="458325" y="114300"/>
                  </a:lnTo>
                  <a:lnTo>
                    <a:pt x="502961" y="139700"/>
                  </a:lnTo>
                  <a:lnTo>
                    <a:pt x="562356" y="165100"/>
                  </a:lnTo>
                  <a:lnTo>
                    <a:pt x="602164" y="190500"/>
                  </a:lnTo>
                  <a:lnTo>
                    <a:pt x="643940" y="203200"/>
                  </a:lnTo>
                  <a:lnTo>
                    <a:pt x="686896" y="228600"/>
                  </a:lnTo>
                  <a:lnTo>
                    <a:pt x="730245" y="241300"/>
                  </a:lnTo>
                  <a:lnTo>
                    <a:pt x="773201" y="266700"/>
                  </a:lnTo>
                  <a:lnTo>
                    <a:pt x="814977" y="292100"/>
                  </a:lnTo>
                  <a:lnTo>
                    <a:pt x="854786" y="317500"/>
                  </a:lnTo>
                  <a:lnTo>
                    <a:pt x="1859145" y="317500"/>
                  </a:lnTo>
                  <a:lnTo>
                    <a:pt x="1684483" y="215900"/>
                  </a:lnTo>
                  <a:lnTo>
                    <a:pt x="719823" y="215900"/>
                  </a:lnTo>
                  <a:lnTo>
                    <a:pt x="702954" y="203200"/>
                  </a:lnTo>
                  <a:lnTo>
                    <a:pt x="669211" y="190500"/>
                  </a:lnTo>
                  <a:lnTo>
                    <a:pt x="652335" y="190500"/>
                  </a:lnTo>
                  <a:lnTo>
                    <a:pt x="638693" y="165100"/>
                  </a:lnTo>
                  <a:lnTo>
                    <a:pt x="603183" y="139700"/>
                  </a:lnTo>
                  <a:lnTo>
                    <a:pt x="553926" y="127000"/>
                  </a:lnTo>
                  <a:lnTo>
                    <a:pt x="499045" y="101600"/>
                  </a:lnTo>
                  <a:lnTo>
                    <a:pt x="446663" y="76200"/>
                  </a:lnTo>
                  <a:lnTo>
                    <a:pt x="404901" y="50800"/>
                  </a:lnTo>
                  <a:close/>
                </a:path>
                <a:path w="12192000" h="6845300">
                  <a:moveTo>
                    <a:pt x="2300883" y="0"/>
                  </a:moveTo>
                  <a:lnTo>
                    <a:pt x="2174102" y="0"/>
                  </a:lnTo>
                  <a:lnTo>
                    <a:pt x="2204466" y="12700"/>
                  </a:lnTo>
                  <a:lnTo>
                    <a:pt x="2215707" y="25400"/>
                  </a:lnTo>
                  <a:lnTo>
                    <a:pt x="2243820" y="38100"/>
                  </a:lnTo>
                  <a:lnTo>
                    <a:pt x="2280386" y="50800"/>
                  </a:lnTo>
                  <a:lnTo>
                    <a:pt x="2316988" y="50800"/>
                  </a:lnTo>
                  <a:lnTo>
                    <a:pt x="2372361" y="76200"/>
                  </a:lnTo>
                  <a:lnTo>
                    <a:pt x="2422750" y="101600"/>
                  </a:lnTo>
                  <a:lnTo>
                    <a:pt x="2463149" y="114300"/>
                  </a:lnTo>
                  <a:lnTo>
                    <a:pt x="2488550" y="139700"/>
                  </a:lnTo>
                  <a:lnTo>
                    <a:pt x="2493950" y="152400"/>
                  </a:lnTo>
                  <a:lnTo>
                    <a:pt x="2474341" y="165100"/>
                  </a:lnTo>
                  <a:lnTo>
                    <a:pt x="2469794" y="177800"/>
                  </a:lnTo>
                  <a:lnTo>
                    <a:pt x="2488453" y="203200"/>
                  </a:lnTo>
                  <a:lnTo>
                    <a:pt x="2528187" y="215900"/>
                  </a:lnTo>
                  <a:lnTo>
                    <a:pt x="2586863" y="228600"/>
                  </a:lnTo>
                  <a:lnTo>
                    <a:pt x="2620583" y="254000"/>
                  </a:lnTo>
                  <a:lnTo>
                    <a:pt x="2721864" y="304800"/>
                  </a:lnTo>
                  <a:lnTo>
                    <a:pt x="2766822" y="304800"/>
                  </a:lnTo>
                  <a:lnTo>
                    <a:pt x="2741533" y="279400"/>
                  </a:lnTo>
                  <a:lnTo>
                    <a:pt x="2733103" y="266700"/>
                  </a:lnTo>
                  <a:lnTo>
                    <a:pt x="2741533" y="254000"/>
                  </a:lnTo>
                  <a:lnTo>
                    <a:pt x="2826099" y="254000"/>
                  </a:lnTo>
                  <a:lnTo>
                    <a:pt x="2768931" y="228600"/>
                  </a:lnTo>
                  <a:lnTo>
                    <a:pt x="2721864" y="215900"/>
                  </a:lnTo>
                  <a:lnTo>
                    <a:pt x="2716944" y="190500"/>
                  </a:lnTo>
                  <a:lnTo>
                    <a:pt x="2699369" y="177800"/>
                  </a:lnTo>
                  <a:lnTo>
                    <a:pt x="2664910" y="152400"/>
                  </a:lnTo>
                  <a:lnTo>
                    <a:pt x="2609342" y="127000"/>
                  </a:lnTo>
                  <a:lnTo>
                    <a:pt x="2580052" y="101600"/>
                  </a:lnTo>
                  <a:lnTo>
                    <a:pt x="2543639" y="88900"/>
                  </a:lnTo>
                  <a:lnTo>
                    <a:pt x="2501422" y="76200"/>
                  </a:lnTo>
                  <a:lnTo>
                    <a:pt x="2454719" y="50800"/>
                  </a:lnTo>
                  <a:lnTo>
                    <a:pt x="2353131" y="25400"/>
                  </a:lnTo>
                  <a:lnTo>
                    <a:pt x="2300883" y="0"/>
                  </a:lnTo>
                  <a:close/>
                </a:path>
                <a:path w="12192000" h="6845300">
                  <a:moveTo>
                    <a:pt x="427393" y="12700"/>
                  </a:moveTo>
                  <a:lnTo>
                    <a:pt x="457969" y="25400"/>
                  </a:lnTo>
                  <a:lnTo>
                    <a:pt x="503308" y="38100"/>
                  </a:lnTo>
                  <a:lnTo>
                    <a:pt x="544430" y="63500"/>
                  </a:lnTo>
                  <a:lnTo>
                    <a:pt x="562356" y="76200"/>
                  </a:lnTo>
                  <a:lnTo>
                    <a:pt x="574620" y="101600"/>
                  </a:lnTo>
                  <a:lnTo>
                    <a:pt x="605379" y="114300"/>
                  </a:lnTo>
                  <a:lnTo>
                    <a:pt x="686179" y="165100"/>
                  </a:lnTo>
                  <a:lnTo>
                    <a:pt x="718118" y="177800"/>
                  </a:lnTo>
                  <a:lnTo>
                    <a:pt x="732350" y="203200"/>
                  </a:lnTo>
                  <a:lnTo>
                    <a:pt x="719823" y="215900"/>
                  </a:lnTo>
                  <a:lnTo>
                    <a:pt x="1684483" y="215900"/>
                  </a:lnTo>
                  <a:lnTo>
                    <a:pt x="1597152" y="165100"/>
                  </a:lnTo>
                  <a:lnTo>
                    <a:pt x="834051" y="165100"/>
                  </a:lnTo>
                  <a:lnTo>
                    <a:pt x="801366" y="152400"/>
                  </a:lnTo>
                  <a:lnTo>
                    <a:pt x="772896" y="152400"/>
                  </a:lnTo>
                  <a:lnTo>
                    <a:pt x="742315" y="139700"/>
                  </a:lnTo>
                  <a:lnTo>
                    <a:pt x="690638" y="127000"/>
                  </a:lnTo>
                  <a:lnTo>
                    <a:pt x="648405" y="101600"/>
                  </a:lnTo>
                  <a:lnTo>
                    <a:pt x="611286" y="88900"/>
                  </a:lnTo>
                  <a:lnTo>
                    <a:pt x="574955" y="63500"/>
                  </a:lnTo>
                  <a:lnTo>
                    <a:pt x="535081" y="50800"/>
                  </a:lnTo>
                  <a:lnTo>
                    <a:pt x="487336" y="25400"/>
                  </a:lnTo>
                  <a:lnTo>
                    <a:pt x="427393" y="12700"/>
                  </a:lnTo>
                  <a:close/>
                </a:path>
                <a:path w="12192000" h="6845300">
                  <a:moveTo>
                    <a:pt x="725043" y="0"/>
                  </a:moveTo>
                  <a:lnTo>
                    <a:pt x="646484" y="0"/>
                  </a:lnTo>
                  <a:lnTo>
                    <a:pt x="836513" y="88900"/>
                  </a:lnTo>
                  <a:lnTo>
                    <a:pt x="871661" y="114300"/>
                  </a:lnTo>
                  <a:lnTo>
                    <a:pt x="898374" y="127000"/>
                  </a:lnTo>
                  <a:lnTo>
                    <a:pt x="899782" y="139700"/>
                  </a:lnTo>
                  <a:lnTo>
                    <a:pt x="861470" y="139700"/>
                  </a:lnTo>
                  <a:lnTo>
                    <a:pt x="863226" y="152400"/>
                  </a:lnTo>
                  <a:lnTo>
                    <a:pt x="877634" y="165100"/>
                  </a:lnTo>
                  <a:lnTo>
                    <a:pt x="1579921" y="165100"/>
                  </a:lnTo>
                  <a:lnTo>
                    <a:pt x="1560560" y="152400"/>
                  </a:lnTo>
                  <a:lnTo>
                    <a:pt x="1536983" y="152400"/>
                  </a:lnTo>
                  <a:lnTo>
                    <a:pt x="1507109" y="139700"/>
                  </a:lnTo>
                  <a:lnTo>
                    <a:pt x="1482520" y="114300"/>
                  </a:lnTo>
                  <a:lnTo>
                    <a:pt x="1463898" y="101600"/>
                  </a:lnTo>
                  <a:lnTo>
                    <a:pt x="930706" y="101600"/>
                  </a:lnTo>
                  <a:lnTo>
                    <a:pt x="907157" y="88900"/>
                  </a:lnTo>
                  <a:lnTo>
                    <a:pt x="877277" y="76200"/>
                  </a:lnTo>
                  <a:lnTo>
                    <a:pt x="823656" y="50800"/>
                  </a:lnTo>
                  <a:lnTo>
                    <a:pt x="772191" y="25400"/>
                  </a:lnTo>
                  <a:lnTo>
                    <a:pt x="725043" y="0"/>
                  </a:lnTo>
                  <a:close/>
                </a:path>
                <a:path w="12192000" h="6845300">
                  <a:moveTo>
                    <a:pt x="1115594" y="0"/>
                  </a:moveTo>
                  <a:lnTo>
                    <a:pt x="980488" y="0"/>
                  </a:lnTo>
                  <a:lnTo>
                    <a:pt x="1034745" y="25400"/>
                  </a:lnTo>
                  <a:lnTo>
                    <a:pt x="1060988" y="50800"/>
                  </a:lnTo>
                  <a:lnTo>
                    <a:pt x="1057239" y="63500"/>
                  </a:lnTo>
                  <a:lnTo>
                    <a:pt x="1034743" y="63500"/>
                  </a:lnTo>
                  <a:lnTo>
                    <a:pt x="1004749" y="76200"/>
                  </a:lnTo>
                  <a:lnTo>
                    <a:pt x="978505" y="76200"/>
                  </a:lnTo>
                  <a:lnTo>
                    <a:pt x="967257" y="101600"/>
                  </a:lnTo>
                  <a:lnTo>
                    <a:pt x="1463898" y="101600"/>
                  </a:lnTo>
                  <a:lnTo>
                    <a:pt x="1445275" y="88900"/>
                  </a:lnTo>
                  <a:lnTo>
                    <a:pt x="1399577" y="76200"/>
                  </a:lnTo>
                  <a:lnTo>
                    <a:pt x="1349629" y="50800"/>
                  </a:lnTo>
                  <a:lnTo>
                    <a:pt x="1349629" y="25400"/>
                  </a:lnTo>
                  <a:lnTo>
                    <a:pt x="1330662" y="25400"/>
                  </a:lnTo>
                  <a:lnTo>
                    <a:pt x="1327150" y="12700"/>
                  </a:lnTo>
                  <a:lnTo>
                    <a:pt x="1147216" y="12700"/>
                  </a:lnTo>
                  <a:lnTo>
                    <a:pt x="1115594" y="0"/>
                  </a:lnTo>
                  <a:close/>
                </a:path>
                <a:path w="12192000" h="6845300">
                  <a:moveTo>
                    <a:pt x="1299109" y="0"/>
                  </a:moveTo>
                  <a:lnTo>
                    <a:pt x="1135112" y="0"/>
                  </a:lnTo>
                  <a:lnTo>
                    <a:pt x="1147216" y="12700"/>
                  </a:lnTo>
                  <a:lnTo>
                    <a:pt x="1327150" y="12700"/>
                  </a:lnTo>
                  <a:lnTo>
                    <a:pt x="1299109" y="0"/>
                  </a:lnTo>
                  <a:close/>
                </a:path>
              </a:pathLst>
            </a:custGeom>
            <a:solidFill>
              <a:srgbClr val="BEBEBE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79508" y="0"/>
              <a:ext cx="2413000" cy="134620"/>
            </a:xfrm>
            <a:custGeom>
              <a:avLst/>
              <a:gdLst/>
              <a:ahLst/>
              <a:cxnLst/>
              <a:rect l="l" t="t" r="r" b="b"/>
              <a:pathLst>
                <a:path w="2413000" h="134620">
                  <a:moveTo>
                    <a:pt x="2412492" y="0"/>
                  </a:moveTo>
                  <a:lnTo>
                    <a:pt x="0" y="0"/>
                  </a:lnTo>
                  <a:lnTo>
                    <a:pt x="0" y="134111"/>
                  </a:lnTo>
                  <a:lnTo>
                    <a:pt x="2412492" y="134111"/>
                  </a:lnTo>
                  <a:lnTo>
                    <a:pt x="24124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8000"/>
                  </a:moveTo>
                  <a:lnTo>
                    <a:pt x="12192000" y="68580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7680" y="1202436"/>
              <a:ext cx="11215370" cy="4927600"/>
            </a:xfrm>
            <a:custGeom>
              <a:avLst/>
              <a:gdLst/>
              <a:ahLst/>
              <a:cxnLst/>
              <a:rect l="l" t="t" r="r" b="b"/>
              <a:pathLst>
                <a:path w="11215370" h="4927600">
                  <a:moveTo>
                    <a:pt x="10393934" y="0"/>
                  </a:moveTo>
                  <a:lnTo>
                    <a:pt x="821182" y="0"/>
                  </a:lnTo>
                  <a:lnTo>
                    <a:pt x="772932" y="1394"/>
                  </a:lnTo>
                  <a:lnTo>
                    <a:pt x="725416" y="5524"/>
                  </a:lnTo>
                  <a:lnTo>
                    <a:pt x="678711" y="12315"/>
                  </a:lnTo>
                  <a:lnTo>
                    <a:pt x="632895" y="21688"/>
                  </a:lnTo>
                  <a:lnTo>
                    <a:pt x="588044" y="33567"/>
                  </a:lnTo>
                  <a:lnTo>
                    <a:pt x="544234" y="47874"/>
                  </a:lnTo>
                  <a:lnTo>
                    <a:pt x="501544" y="64533"/>
                  </a:lnTo>
                  <a:lnTo>
                    <a:pt x="460051" y="83467"/>
                  </a:lnTo>
                  <a:lnTo>
                    <a:pt x="419830" y="104598"/>
                  </a:lnTo>
                  <a:lnTo>
                    <a:pt x="380960" y="127850"/>
                  </a:lnTo>
                  <a:lnTo>
                    <a:pt x="343517" y="153145"/>
                  </a:lnTo>
                  <a:lnTo>
                    <a:pt x="307578" y="180407"/>
                  </a:lnTo>
                  <a:lnTo>
                    <a:pt x="273221" y="209558"/>
                  </a:lnTo>
                  <a:lnTo>
                    <a:pt x="240522" y="240522"/>
                  </a:lnTo>
                  <a:lnTo>
                    <a:pt x="209558" y="273221"/>
                  </a:lnTo>
                  <a:lnTo>
                    <a:pt x="180407" y="307578"/>
                  </a:lnTo>
                  <a:lnTo>
                    <a:pt x="153145" y="343517"/>
                  </a:lnTo>
                  <a:lnTo>
                    <a:pt x="127850" y="380960"/>
                  </a:lnTo>
                  <a:lnTo>
                    <a:pt x="104598" y="419830"/>
                  </a:lnTo>
                  <a:lnTo>
                    <a:pt x="83467" y="460051"/>
                  </a:lnTo>
                  <a:lnTo>
                    <a:pt x="64533" y="501544"/>
                  </a:lnTo>
                  <a:lnTo>
                    <a:pt x="47874" y="544234"/>
                  </a:lnTo>
                  <a:lnTo>
                    <a:pt x="33567" y="588044"/>
                  </a:lnTo>
                  <a:lnTo>
                    <a:pt x="21688" y="632895"/>
                  </a:lnTo>
                  <a:lnTo>
                    <a:pt x="12315" y="678711"/>
                  </a:lnTo>
                  <a:lnTo>
                    <a:pt x="5524" y="725416"/>
                  </a:lnTo>
                  <a:lnTo>
                    <a:pt x="1394" y="772932"/>
                  </a:lnTo>
                  <a:lnTo>
                    <a:pt x="0" y="821181"/>
                  </a:lnTo>
                  <a:lnTo>
                    <a:pt x="0" y="4105910"/>
                  </a:lnTo>
                  <a:lnTo>
                    <a:pt x="1394" y="4154159"/>
                  </a:lnTo>
                  <a:lnTo>
                    <a:pt x="5524" y="4201675"/>
                  </a:lnTo>
                  <a:lnTo>
                    <a:pt x="12315" y="4248380"/>
                  </a:lnTo>
                  <a:lnTo>
                    <a:pt x="21688" y="4294196"/>
                  </a:lnTo>
                  <a:lnTo>
                    <a:pt x="33567" y="4339047"/>
                  </a:lnTo>
                  <a:lnTo>
                    <a:pt x="47874" y="4382857"/>
                  </a:lnTo>
                  <a:lnTo>
                    <a:pt x="64533" y="4425547"/>
                  </a:lnTo>
                  <a:lnTo>
                    <a:pt x="83467" y="4467040"/>
                  </a:lnTo>
                  <a:lnTo>
                    <a:pt x="104598" y="4507261"/>
                  </a:lnTo>
                  <a:lnTo>
                    <a:pt x="127850" y="4546131"/>
                  </a:lnTo>
                  <a:lnTo>
                    <a:pt x="153145" y="4583574"/>
                  </a:lnTo>
                  <a:lnTo>
                    <a:pt x="180407" y="4619513"/>
                  </a:lnTo>
                  <a:lnTo>
                    <a:pt x="209558" y="4653870"/>
                  </a:lnTo>
                  <a:lnTo>
                    <a:pt x="240522" y="4686569"/>
                  </a:lnTo>
                  <a:lnTo>
                    <a:pt x="273221" y="4717533"/>
                  </a:lnTo>
                  <a:lnTo>
                    <a:pt x="307578" y="4746684"/>
                  </a:lnTo>
                  <a:lnTo>
                    <a:pt x="343517" y="4773946"/>
                  </a:lnTo>
                  <a:lnTo>
                    <a:pt x="380960" y="4799241"/>
                  </a:lnTo>
                  <a:lnTo>
                    <a:pt x="419830" y="4822493"/>
                  </a:lnTo>
                  <a:lnTo>
                    <a:pt x="460051" y="4843624"/>
                  </a:lnTo>
                  <a:lnTo>
                    <a:pt x="501544" y="4862558"/>
                  </a:lnTo>
                  <a:lnTo>
                    <a:pt x="544234" y="4879217"/>
                  </a:lnTo>
                  <a:lnTo>
                    <a:pt x="588044" y="4893524"/>
                  </a:lnTo>
                  <a:lnTo>
                    <a:pt x="632895" y="4905403"/>
                  </a:lnTo>
                  <a:lnTo>
                    <a:pt x="678711" y="4914776"/>
                  </a:lnTo>
                  <a:lnTo>
                    <a:pt x="725416" y="4921567"/>
                  </a:lnTo>
                  <a:lnTo>
                    <a:pt x="772932" y="4925697"/>
                  </a:lnTo>
                  <a:lnTo>
                    <a:pt x="821182" y="4927092"/>
                  </a:lnTo>
                  <a:lnTo>
                    <a:pt x="10393934" y="4927092"/>
                  </a:lnTo>
                  <a:lnTo>
                    <a:pt x="10442183" y="4925697"/>
                  </a:lnTo>
                  <a:lnTo>
                    <a:pt x="10489699" y="4921567"/>
                  </a:lnTo>
                  <a:lnTo>
                    <a:pt x="10536404" y="4914776"/>
                  </a:lnTo>
                  <a:lnTo>
                    <a:pt x="10582220" y="4905403"/>
                  </a:lnTo>
                  <a:lnTo>
                    <a:pt x="10627071" y="4893524"/>
                  </a:lnTo>
                  <a:lnTo>
                    <a:pt x="10670881" y="4879217"/>
                  </a:lnTo>
                  <a:lnTo>
                    <a:pt x="10713571" y="4862558"/>
                  </a:lnTo>
                  <a:lnTo>
                    <a:pt x="10755064" y="4843624"/>
                  </a:lnTo>
                  <a:lnTo>
                    <a:pt x="10795285" y="4822493"/>
                  </a:lnTo>
                  <a:lnTo>
                    <a:pt x="10834155" y="4799241"/>
                  </a:lnTo>
                  <a:lnTo>
                    <a:pt x="10871598" y="4773946"/>
                  </a:lnTo>
                  <a:lnTo>
                    <a:pt x="10907537" y="4746684"/>
                  </a:lnTo>
                  <a:lnTo>
                    <a:pt x="10941894" y="4717533"/>
                  </a:lnTo>
                  <a:lnTo>
                    <a:pt x="10974593" y="4686569"/>
                  </a:lnTo>
                  <a:lnTo>
                    <a:pt x="11005557" y="4653870"/>
                  </a:lnTo>
                  <a:lnTo>
                    <a:pt x="11034708" y="4619513"/>
                  </a:lnTo>
                  <a:lnTo>
                    <a:pt x="11061970" y="4583574"/>
                  </a:lnTo>
                  <a:lnTo>
                    <a:pt x="11087265" y="4546131"/>
                  </a:lnTo>
                  <a:lnTo>
                    <a:pt x="11110517" y="4507261"/>
                  </a:lnTo>
                  <a:lnTo>
                    <a:pt x="11131648" y="4467040"/>
                  </a:lnTo>
                  <a:lnTo>
                    <a:pt x="11150582" y="4425547"/>
                  </a:lnTo>
                  <a:lnTo>
                    <a:pt x="11167241" y="4382857"/>
                  </a:lnTo>
                  <a:lnTo>
                    <a:pt x="11181548" y="4339047"/>
                  </a:lnTo>
                  <a:lnTo>
                    <a:pt x="11193427" y="4294196"/>
                  </a:lnTo>
                  <a:lnTo>
                    <a:pt x="11202800" y="4248380"/>
                  </a:lnTo>
                  <a:lnTo>
                    <a:pt x="11209591" y="4201675"/>
                  </a:lnTo>
                  <a:lnTo>
                    <a:pt x="11213721" y="4154159"/>
                  </a:lnTo>
                  <a:lnTo>
                    <a:pt x="11215116" y="4105910"/>
                  </a:lnTo>
                  <a:lnTo>
                    <a:pt x="11215116" y="821181"/>
                  </a:lnTo>
                  <a:lnTo>
                    <a:pt x="11213721" y="772932"/>
                  </a:lnTo>
                  <a:lnTo>
                    <a:pt x="11209591" y="725416"/>
                  </a:lnTo>
                  <a:lnTo>
                    <a:pt x="11202800" y="678711"/>
                  </a:lnTo>
                  <a:lnTo>
                    <a:pt x="11193427" y="632895"/>
                  </a:lnTo>
                  <a:lnTo>
                    <a:pt x="11181548" y="588044"/>
                  </a:lnTo>
                  <a:lnTo>
                    <a:pt x="11167241" y="544234"/>
                  </a:lnTo>
                  <a:lnTo>
                    <a:pt x="11150582" y="501544"/>
                  </a:lnTo>
                  <a:lnTo>
                    <a:pt x="11131648" y="460051"/>
                  </a:lnTo>
                  <a:lnTo>
                    <a:pt x="11110517" y="419830"/>
                  </a:lnTo>
                  <a:lnTo>
                    <a:pt x="11087265" y="380960"/>
                  </a:lnTo>
                  <a:lnTo>
                    <a:pt x="11061970" y="343517"/>
                  </a:lnTo>
                  <a:lnTo>
                    <a:pt x="11034708" y="307578"/>
                  </a:lnTo>
                  <a:lnTo>
                    <a:pt x="11005557" y="273221"/>
                  </a:lnTo>
                  <a:lnTo>
                    <a:pt x="10974593" y="240522"/>
                  </a:lnTo>
                  <a:lnTo>
                    <a:pt x="10941894" y="209558"/>
                  </a:lnTo>
                  <a:lnTo>
                    <a:pt x="10907537" y="180407"/>
                  </a:lnTo>
                  <a:lnTo>
                    <a:pt x="10871598" y="153145"/>
                  </a:lnTo>
                  <a:lnTo>
                    <a:pt x="10834155" y="127850"/>
                  </a:lnTo>
                  <a:lnTo>
                    <a:pt x="10795285" y="104598"/>
                  </a:lnTo>
                  <a:lnTo>
                    <a:pt x="10755064" y="83467"/>
                  </a:lnTo>
                  <a:lnTo>
                    <a:pt x="10713571" y="64533"/>
                  </a:lnTo>
                  <a:lnTo>
                    <a:pt x="10670881" y="47874"/>
                  </a:lnTo>
                  <a:lnTo>
                    <a:pt x="10627071" y="33567"/>
                  </a:lnTo>
                  <a:lnTo>
                    <a:pt x="10582220" y="21688"/>
                  </a:lnTo>
                  <a:lnTo>
                    <a:pt x="10536404" y="12315"/>
                  </a:lnTo>
                  <a:lnTo>
                    <a:pt x="10489699" y="5524"/>
                  </a:lnTo>
                  <a:lnTo>
                    <a:pt x="10442183" y="1394"/>
                  </a:lnTo>
                  <a:lnTo>
                    <a:pt x="10393934" y="0"/>
                  </a:lnTo>
                  <a:close/>
                </a:path>
              </a:pathLst>
            </a:custGeom>
            <a:solidFill>
              <a:srgbClr val="FFFFFF">
                <a:alpha val="9607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12037" y="1661921"/>
            <a:ext cx="2546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089"/>
                </a:solidFill>
                <a:latin typeface="Consolas"/>
                <a:cs typeface="Consolas"/>
              </a:rPr>
              <a:t>database</a:t>
            </a:r>
            <a:r>
              <a:rPr sz="2400" b="1" spc="4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400" b="1" spc="-10" dirty="0">
                <a:solidFill>
                  <a:srgbClr val="006089"/>
                </a:solidFill>
                <a:latin typeface="Consolas"/>
                <a:cs typeface="Consolas"/>
              </a:rPr>
              <a:t>schema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19" y="1594103"/>
            <a:ext cx="9509760" cy="414223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-6096"/>
            <a:ext cx="12204700" cy="6870700"/>
            <a:chOff x="-6095" y="-6096"/>
            <a:chExt cx="12204700" cy="6870700"/>
          </a:xfrm>
        </p:grpSpPr>
        <p:sp>
          <p:nvSpPr>
            <p:cNvPr id="3" name="object 3"/>
            <p:cNvSpPr/>
            <p:nvPr/>
          </p:nvSpPr>
          <p:spPr>
            <a:xfrm>
              <a:off x="0" y="12696"/>
              <a:ext cx="12192000" cy="6845300"/>
            </a:xfrm>
            <a:custGeom>
              <a:avLst/>
              <a:gdLst/>
              <a:ahLst/>
              <a:cxnLst/>
              <a:rect l="l" t="t" r="r" b="b"/>
              <a:pathLst>
                <a:path w="12192000" h="6845300">
                  <a:moveTo>
                    <a:pt x="8988511" y="6349999"/>
                  </a:moveTo>
                  <a:lnTo>
                    <a:pt x="8930259" y="6349999"/>
                  </a:lnTo>
                  <a:lnTo>
                    <a:pt x="8975264" y="6375399"/>
                  </a:lnTo>
                  <a:lnTo>
                    <a:pt x="9024483" y="6400799"/>
                  </a:lnTo>
                  <a:lnTo>
                    <a:pt x="9127124" y="6451599"/>
                  </a:lnTo>
                  <a:lnTo>
                    <a:pt x="9176330" y="6476999"/>
                  </a:lnTo>
                  <a:lnTo>
                    <a:pt x="9221313" y="6502399"/>
                  </a:lnTo>
                  <a:lnTo>
                    <a:pt x="9259965" y="6527800"/>
                  </a:lnTo>
                  <a:lnTo>
                    <a:pt x="9290177" y="6553200"/>
                  </a:lnTo>
                  <a:lnTo>
                    <a:pt x="9337315" y="6565900"/>
                  </a:lnTo>
                  <a:lnTo>
                    <a:pt x="9423068" y="6604000"/>
                  </a:lnTo>
                  <a:lnTo>
                    <a:pt x="9470136" y="6616700"/>
                  </a:lnTo>
                  <a:lnTo>
                    <a:pt x="9475055" y="6629400"/>
                  </a:lnTo>
                  <a:lnTo>
                    <a:pt x="9492630" y="6654800"/>
                  </a:lnTo>
                  <a:lnTo>
                    <a:pt x="9527089" y="6667500"/>
                  </a:lnTo>
                  <a:lnTo>
                    <a:pt x="9582658" y="6680200"/>
                  </a:lnTo>
                  <a:lnTo>
                    <a:pt x="9611947" y="6705600"/>
                  </a:lnTo>
                  <a:lnTo>
                    <a:pt x="9648360" y="6731000"/>
                  </a:lnTo>
                  <a:lnTo>
                    <a:pt x="9690577" y="6743700"/>
                  </a:lnTo>
                  <a:lnTo>
                    <a:pt x="9737280" y="6756400"/>
                  </a:lnTo>
                  <a:lnTo>
                    <a:pt x="9787150" y="6781800"/>
                  </a:lnTo>
                  <a:lnTo>
                    <a:pt x="9942576" y="6819900"/>
                  </a:lnTo>
                  <a:lnTo>
                    <a:pt x="9965055" y="6819900"/>
                  </a:lnTo>
                  <a:lnTo>
                    <a:pt x="10006335" y="6845300"/>
                  </a:lnTo>
                  <a:lnTo>
                    <a:pt x="10063464" y="6845300"/>
                  </a:lnTo>
                  <a:lnTo>
                    <a:pt x="10024433" y="6819900"/>
                  </a:lnTo>
                  <a:lnTo>
                    <a:pt x="9987534" y="6794500"/>
                  </a:lnTo>
                  <a:lnTo>
                    <a:pt x="9976292" y="6781800"/>
                  </a:lnTo>
                  <a:lnTo>
                    <a:pt x="9948179" y="6781800"/>
                  </a:lnTo>
                  <a:lnTo>
                    <a:pt x="9875012" y="6756400"/>
                  </a:lnTo>
                  <a:lnTo>
                    <a:pt x="9779239" y="6705600"/>
                  </a:lnTo>
                  <a:lnTo>
                    <a:pt x="9737280" y="6692900"/>
                  </a:lnTo>
                  <a:lnTo>
                    <a:pt x="9708444" y="6667500"/>
                  </a:lnTo>
                  <a:lnTo>
                    <a:pt x="9699610" y="6654800"/>
                  </a:lnTo>
                  <a:lnTo>
                    <a:pt x="9717659" y="6642100"/>
                  </a:lnTo>
                  <a:lnTo>
                    <a:pt x="9722205" y="6629400"/>
                  </a:lnTo>
                  <a:lnTo>
                    <a:pt x="9703546" y="6616700"/>
                  </a:lnTo>
                  <a:lnTo>
                    <a:pt x="9663812" y="6604000"/>
                  </a:lnTo>
                  <a:lnTo>
                    <a:pt x="9605137" y="6591300"/>
                  </a:lnTo>
                  <a:lnTo>
                    <a:pt x="9579834" y="6578600"/>
                  </a:lnTo>
                  <a:lnTo>
                    <a:pt x="9425178" y="6578600"/>
                  </a:lnTo>
                  <a:lnTo>
                    <a:pt x="9398835" y="6565900"/>
                  </a:lnTo>
                  <a:lnTo>
                    <a:pt x="9383029" y="6565900"/>
                  </a:lnTo>
                  <a:lnTo>
                    <a:pt x="9371439" y="6553200"/>
                  </a:lnTo>
                  <a:lnTo>
                    <a:pt x="9357741" y="6553200"/>
                  </a:lnTo>
                  <a:lnTo>
                    <a:pt x="9273250" y="6502399"/>
                  </a:lnTo>
                  <a:lnTo>
                    <a:pt x="9098621" y="6400799"/>
                  </a:lnTo>
                  <a:lnTo>
                    <a:pt x="9054504" y="6388099"/>
                  </a:lnTo>
                  <a:lnTo>
                    <a:pt x="8988511" y="6349999"/>
                  </a:lnTo>
                  <a:close/>
                </a:path>
                <a:path w="12192000" h="6845300">
                  <a:moveTo>
                    <a:pt x="11292205" y="6680200"/>
                  </a:moveTo>
                  <a:lnTo>
                    <a:pt x="10684891" y="6680200"/>
                  </a:lnTo>
                  <a:lnTo>
                    <a:pt x="10709479" y="6705600"/>
                  </a:lnTo>
                  <a:lnTo>
                    <a:pt x="10746724" y="6731000"/>
                  </a:lnTo>
                  <a:lnTo>
                    <a:pt x="10792422" y="6756400"/>
                  </a:lnTo>
                  <a:lnTo>
                    <a:pt x="10842371" y="6781800"/>
                  </a:lnTo>
                  <a:lnTo>
                    <a:pt x="10861337" y="6781800"/>
                  </a:lnTo>
                  <a:lnTo>
                    <a:pt x="10864850" y="6794500"/>
                  </a:lnTo>
                  <a:lnTo>
                    <a:pt x="10898921" y="6819900"/>
                  </a:lnTo>
                  <a:lnTo>
                    <a:pt x="10935112" y="6832600"/>
                  </a:lnTo>
                  <a:lnTo>
                    <a:pt x="10961943" y="6845300"/>
                  </a:lnTo>
                  <a:lnTo>
                    <a:pt x="11092576" y="6845300"/>
                  </a:lnTo>
                  <a:lnTo>
                    <a:pt x="11059209" y="6819900"/>
                  </a:lnTo>
                  <a:lnTo>
                    <a:pt x="11044809" y="6794500"/>
                  </a:lnTo>
                  <a:lnTo>
                    <a:pt x="11157204" y="6794500"/>
                  </a:lnTo>
                  <a:lnTo>
                    <a:pt x="11130987" y="6781800"/>
                  </a:lnTo>
                  <a:lnTo>
                    <a:pt x="11134757" y="6769100"/>
                  </a:lnTo>
                  <a:lnTo>
                    <a:pt x="11157267" y="6756400"/>
                  </a:lnTo>
                  <a:lnTo>
                    <a:pt x="11187270" y="6743700"/>
                  </a:lnTo>
                  <a:lnTo>
                    <a:pt x="11213519" y="6743700"/>
                  </a:lnTo>
                  <a:lnTo>
                    <a:pt x="11224768" y="6731000"/>
                  </a:lnTo>
                  <a:lnTo>
                    <a:pt x="11382248" y="6731000"/>
                  </a:lnTo>
                  <a:lnTo>
                    <a:pt x="11355480" y="6718300"/>
                  </a:lnTo>
                  <a:lnTo>
                    <a:pt x="11320319" y="6705600"/>
                  </a:lnTo>
                  <a:lnTo>
                    <a:pt x="11293611" y="6692900"/>
                  </a:lnTo>
                  <a:lnTo>
                    <a:pt x="11292205" y="6680200"/>
                  </a:lnTo>
                  <a:close/>
                </a:path>
                <a:path w="12192000" h="6845300">
                  <a:moveTo>
                    <a:pt x="11157204" y="6794500"/>
                  </a:moveTo>
                  <a:lnTo>
                    <a:pt x="11044809" y="6794500"/>
                  </a:lnTo>
                  <a:lnTo>
                    <a:pt x="11099445" y="6819900"/>
                  </a:lnTo>
                  <a:lnTo>
                    <a:pt x="11152865" y="6845300"/>
                  </a:lnTo>
                  <a:lnTo>
                    <a:pt x="11261367" y="6845300"/>
                  </a:lnTo>
                  <a:lnTo>
                    <a:pt x="11211478" y="6819900"/>
                  </a:lnTo>
                  <a:lnTo>
                    <a:pt x="11157204" y="6794500"/>
                  </a:lnTo>
                  <a:close/>
                </a:path>
                <a:path w="12192000" h="6845300">
                  <a:moveTo>
                    <a:pt x="11382248" y="6731000"/>
                  </a:moveTo>
                  <a:lnTo>
                    <a:pt x="11261296" y="6731000"/>
                  </a:lnTo>
                  <a:lnTo>
                    <a:pt x="11284829" y="6743700"/>
                  </a:lnTo>
                  <a:lnTo>
                    <a:pt x="11314684" y="6756400"/>
                  </a:lnTo>
                  <a:lnTo>
                    <a:pt x="11509017" y="6845300"/>
                  </a:lnTo>
                  <a:lnTo>
                    <a:pt x="11621533" y="6845300"/>
                  </a:lnTo>
                  <a:lnTo>
                    <a:pt x="11382248" y="6731000"/>
                  </a:lnTo>
                  <a:close/>
                </a:path>
                <a:path w="12192000" h="6845300">
                  <a:moveTo>
                    <a:pt x="11489863" y="6642100"/>
                  </a:moveTo>
                  <a:lnTo>
                    <a:pt x="11314684" y="6642100"/>
                  </a:lnTo>
                  <a:lnTo>
                    <a:pt x="11357959" y="6654800"/>
                  </a:lnTo>
                  <a:lnTo>
                    <a:pt x="11390661" y="6667500"/>
                  </a:lnTo>
                  <a:lnTo>
                    <a:pt x="11419125" y="6680200"/>
                  </a:lnTo>
                  <a:lnTo>
                    <a:pt x="11449685" y="6680200"/>
                  </a:lnTo>
                  <a:lnTo>
                    <a:pt x="11501375" y="6692900"/>
                  </a:lnTo>
                  <a:lnTo>
                    <a:pt x="11543616" y="6705600"/>
                  </a:lnTo>
                  <a:lnTo>
                    <a:pt x="11580740" y="6731000"/>
                  </a:lnTo>
                  <a:lnTo>
                    <a:pt x="11617074" y="6743700"/>
                  </a:lnTo>
                  <a:lnTo>
                    <a:pt x="11656950" y="6756400"/>
                  </a:lnTo>
                  <a:lnTo>
                    <a:pt x="11704697" y="6781800"/>
                  </a:lnTo>
                  <a:lnTo>
                    <a:pt x="11764645" y="6794500"/>
                  </a:lnTo>
                  <a:lnTo>
                    <a:pt x="11734067" y="6781800"/>
                  </a:lnTo>
                  <a:lnTo>
                    <a:pt x="11688714" y="6769100"/>
                  </a:lnTo>
                  <a:lnTo>
                    <a:pt x="11647576" y="6743700"/>
                  </a:lnTo>
                  <a:lnTo>
                    <a:pt x="11629644" y="6731000"/>
                  </a:lnTo>
                  <a:lnTo>
                    <a:pt x="11617381" y="6718300"/>
                  </a:lnTo>
                  <a:lnTo>
                    <a:pt x="11586626" y="6692900"/>
                  </a:lnTo>
                  <a:lnTo>
                    <a:pt x="11546428" y="6667500"/>
                  </a:lnTo>
                  <a:lnTo>
                    <a:pt x="11505834" y="6654800"/>
                  </a:lnTo>
                  <a:lnTo>
                    <a:pt x="11489863" y="6642100"/>
                  </a:lnTo>
                  <a:close/>
                </a:path>
                <a:path w="12192000" h="6845300">
                  <a:moveTo>
                    <a:pt x="12192000" y="6235699"/>
                  </a:moveTo>
                  <a:lnTo>
                    <a:pt x="11202289" y="6235699"/>
                  </a:lnTo>
                  <a:lnTo>
                    <a:pt x="11235412" y="6261099"/>
                  </a:lnTo>
                  <a:lnTo>
                    <a:pt x="11247247" y="6261099"/>
                  </a:lnTo>
                  <a:lnTo>
                    <a:pt x="11331737" y="6311899"/>
                  </a:lnTo>
                  <a:lnTo>
                    <a:pt x="11418437" y="6362699"/>
                  </a:lnTo>
                  <a:lnTo>
                    <a:pt x="11462309" y="6375399"/>
                  </a:lnTo>
                  <a:lnTo>
                    <a:pt x="11725112" y="6527800"/>
                  </a:lnTo>
                  <a:lnTo>
                    <a:pt x="11809603" y="6578600"/>
                  </a:lnTo>
                  <a:lnTo>
                    <a:pt x="11847907" y="6591300"/>
                  </a:lnTo>
                  <a:lnTo>
                    <a:pt x="11887685" y="6616700"/>
                  </a:lnTo>
                  <a:lnTo>
                    <a:pt x="11928752" y="6642100"/>
                  </a:lnTo>
                  <a:lnTo>
                    <a:pt x="11970926" y="6667500"/>
                  </a:lnTo>
                  <a:lnTo>
                    <a:pt x="12014025" y="6680200"/>
                  </a:lnTo>
                  <a:lnTo>
                    <a:pt x="12057864" y="6705600"/>
                  </a:lnTo>
                  <a:lnTo>
                    <a:pt x="12192000" y="6781800"/>
                  </a:lnTo>
                  <a:lnTo>
                    <a:pt x="12192000" y="6235699"/>
                  </a:lnTo>
                  <a:close/>
                </a:path>
                <a:path w="12192000" h="6845300">
                  <a:moveTo>
                    <a:pt x="11512154" y="6591300"/>
                  </a:moveTo>
                  <a:lnTo>
                    <a:pt x="11472164" y="6591300"/>
                  </a:lnTo>
                  <a:lnTo>
                    <a:pt x="11539601" y="6642100"/>
                  </a:lnTo>
                  <a:lnTo>
                    <a:pt x="11553244" y="6654800"/>
                  </a:lnTo>
                  <a:lnTo>
                    <a:pt x="11588759" y="6667500"/>
                  </a:lnTo>
                  <a:lnTo>
                    <a:pt x="11638026" y="6692900"/>
                  </a:lnTo>
                  <a:lnTo>
                    <a:pt x="11692922" y="6705600"/>
                  </a:lnTo>
                  <a:lnTo>
                    <a:pt x="11745329" y="6731000"/>
                  </a:lnTo>
                  <a:lnTo>
                    <a:pt x="11787124" y="6756400"/>
                  </a:lnTo>
                  <a:lnTo>
                    <a:pt x="11765678" y="6731000"/>
                  </a:lnTo>
                  <a:lnTo>
                    <a:pt x="11733672" y="6705600"/>
                  </a:lnTo>
                  <a:lnTo>
                    <a:pt x="11689022" y="6680200"/>
                  </a:lnTo>
                  <a:lnTo>
                    <a:pt x="11629644" y="6667500"/>
                  </a:lnTo>
                  <a:lnTo>
                    <a:pt x="11551965" y="6616700"/>
                  </a:lnTo>
                  <a:lnTo>
                    <a:pt x="11512154" y="6591300"/>
                  </a:lnTo>
                  <a:close/>
                </a:path>
                <a:path w="12192000" h="6845300">
                  <a:moveTo>
                    <a:pt x="12192000" y="6184899"/>
                  </a:moveTo>
                  <a:lnTo>
                    <a:pt x="9672574" y="6184899"/>
                  </a:lnTo>
                  <a:lnTo>
                    <a:pt x="9732357" y="6197599"/>
                  </a:lnTo>
                  <a:lnTo>
                    <a:pt x="9779460" y="6210299"/>
                  </a:lnTo>
                  <a:lnTo>
                    <a:pt x="9818110" y="6235699"/>
                  </a:lnTo>
                  <a:lnTo>
                    <a:pt x="9852533" y="6261099"/>
                  </a:lnTo>
                  <a:lnTo>
                    <a:pt x="9991752" y="6337299"/>
                  </a:lnTo>
                  <a:lnTo>
                    <a:pt x="10038153" y="6349999"/>
                  </a:lnTo>
                  <a:lnTo>
                    <a:pt x="10316520" y="6502399"/>
                  </a:lnTo>
                  <a:lnTo>
                    <a:pt x="10362910" y="6515100"/>
                  </a:lnTo>
                  <a:lnTo>
                    <a:pt x="10594848" y="6642100"/>
                  </a:lnTo>
                  <a:lnTo>
                    <a:pt x="10612078" y="6654800"/>
                  </a:lnTo>
                  <a:lnTo>
                    <a:pt x="10631439" y="6667500"/>
                  </a:lnTo>
                  <a:lnTo>
                    <a:pt x="10655016" y="6680200"/>
                  </a:lnTo>
                  <a:lnTo>
                    <a:pt x="11330543" y="6680200"/>
                  </a:lnTo>
                  <a:lnTo>
                    <a:pt x="11328781" y="6667500"/>
                  </a:lnTo>
                  <a:lnTo>
                    <a:pt x="11314350" y="6654800"/>
                  </a:lnTo>
                  <a:lnTo>
                    <a:pt x="11314684" y="6642100"/>
                  </a:lnTo>
                  <a:lnTo>
                    <a:pt x="11489863" y="6642100"/>
                  </a:lnTo>
                  <a:lnTo>
                    <a:pt x="11473893" y="6629400"/>
                  </a:lnTo>
                  <a:lnTo>
                    <a:pt x="11459653" y="6616700"/>
                  </a:lnTo>
                  <a:lnTo>
                    <a:pt x="11472164" y="6591300"/>
                  </a:lnTo>
                  <a:lnTo>
                    <a:pt x="11512154" y="6591300"/>
                  </a:lnTo>
                  <a:lnTo>
                    <a:pt x="11471167" y="6578600"/>
                  </a:lnTo>
                  <a:lnTo>
                    <a:pt x="11428604" y="6553200"/>
                  </a:lnTo>
                  <a:lnTo>
                    <a:pt x="11384068" y="6527800"/>
                  </a:lnTo>
                  <a:lnTo>
                    <a:pt x="11337163" y="6502399"/>
                  </a:lnTo>
                  <a:lnTo>
                    <a:pt x="11578839" y="6502399"/>
                  </a:lnTo>
                  <a:lnTo>
                    <a:pt x="11553843" y="6476999"/>
                  </a:lnTo>
                  <a:lnTo>
                    <a:pt x="11515097" y="6451599"/>
                  </a:lnTo>
                  <a:lnTo>
                    <a:pt x="11475021" y="6426199"/>
                  </a:lnTo>
                  <a:lnTo>
                    <a:pt x="11433537" y="6388099"/>
                  </a:lnTo>
                  <a:lnTo>
                    <a:pt x="11390568" y="6362699"/>
                  </a:lnTo>
                  <a:lnTo>
                    <a:pt x="11346037" y="6337299"/>
                  </a:lnTo>
                  <a:lnTo>
                    <a:pt x="11299864" y="6299199"/>
                  </a:lnTo>
                  <a:lnTo>
                    <a:pt x="11251974" y="6273799"/>
                  </a:lnTo>
                  <a:lnTo>
                    <a:pt x="11235412" y="6261099"/>
                  </a:lnTo>
                  <a:lnTo>
                    <a:pt x="11233197" y="6261099"/>
                  </a:lnTo>
                  <a:lnTo>
                    <a:pt x="11218797" y="6248399"/>
                  </a:lnTo>
                  <a:lnTo>
                    <a:pt x="11202289" y="6235699"/>
                  </a:lnTo>
                  <a:lnTo>
                    <a:pt x="12192000" y="6235699"/>
                  </a:lnTo>
                  <a:lnTo>
                    <a:pt x="12192000" y="6184899"/>
                  </a:lnTo>
                  <a:close/>
                </a:path>
                <a:path w="12192000" h="6845300">
                  <a:moveTo>
                    <a:pt x="11578839" y="6502399"/>
                  </a:moveTo>
                  <a:lnTo>
                    <a:pt x="11337163" y="6502399"/>
                  </a:lnTo>
                  <a:lnTo>
                    <a:pt x="11384134" y="6527800"/>
                  </a:lnTo>
                  <a:lnTo>
                    <a:pt x="11560157" y="6578600"/>
                  </a:lnTo>
                  <a:lnTo>
                    <a:pt x="11605151" y="6604000"/>
                  </a:lnTo>
                  <a:lnTo>
                    <a:pt x="11652123" y="6616700"/>
                  </a:lnTo>
                  <a:lnTo>
                    <a:pt x="11656337" y="6629400"/>
                  </a:lnTo>
                  <a:lnTo>
                    <a:pt x="11668982" y="6642100"/>
                  </a:lnTo>
                  <a:lnTo>
                    <a:pt x="11690056" y="6654800"/>
                  </a:lnTo>
                  <a:lnTo>
                    <a:pt x="11719560" y="6680200"/>
                  </a:lnTo>
                  <a:lnTo>
                    <a:pt x="11744920" y="6667500"/>
                  </a:lnTo>
                  <a:lnTo>
                    <a:pt x="11753373" y="6654800"/>
                  </a:lnTo>
                  <a:lnTo>
                    <a:pt x="11744920" y="6642100"/>
                  </a:lnTo>
                  <a:lnTo>
                    <a:pt x="11719560" y="6616700"/>
                  </a:lnTo>
                  <a:lnTo>
                    <a:pt x="11708320" y="6616700"/>
                  </a:lnTo>
                  <a:lnTo>
                    <a:pt x="11700593" y="6604000"/>
                  </a:lnTo>
                  <a:lnTo>
                    <a:pt x="11697081" y="6591300"/>
                  </a:lnTo>
                  <a:lnTo>
                    <a:pt x="11662878" y="6565900"/>
                  </a:lnTo>
                  <a:lnTo>
                    <a:pt x="11627656" y="6540500"/>
                  </a:lnTo>
                  <a:lnTo>
                    <a:pt x="11591337" y="6515100"/>
                  </a:lnTo>
                  <a:lnTo>
                    <a:pt x="11578839" y="6502399"/>
                  </a:lnTo>
                  <a:close/>
                </a:path>
                <a:path w="12192000" h="6845300">
                  <a:moveTo>
                    <a:pt x="4671133" y="6324599"/>
                  </a:moveTo>
                  <a:lnTo>
                    <a:pt x="4588891" y="6324599"/>
                  </a:lnTo>
                  <a:lnTo>
                    <a:pt x="4903851" y="6489699"/>
                  </a:lnTo>
                  <a:lnTo>
                    <a:pt x="4924925" y="6502399"/>
                  </a:lnTo>
                  <a:lnTo>
                    <a:pt x="4954428" y="6515100"/>
                  </a:lnTo>
                  <a:lnTo>
                    <a:pt x="4992362" y="6527800"/>
                  </a:lnTo>
                  <a:lnTo>
                    <a:pt x="5055955" y="6527800"/>
                  </a:lnTo>
                  <a:lnTo>
                    <a:pt x="5075316" y="6540500"/>
                  </a:lnTo>
                  <a:lnTo>
                    <a:pt x="5098893" y="6553200"/>
                  </a:lnTo>
                  <a:lnTo>
                    <a:pt x="5128768" y="6578600"/>
                  </a:lnTo>
                  <a:lnTo>
                    <a:pt x="5151247" y="6578600"/>
                  </a:lnTo>
                  <a:lnTo>
                    <a:pt x="5119716" y="6540500"/>
                  </a:lnTo>
                  <a:lnTo>
                    <a:pt x="5083454" y="6515100"/>
                  </a:lnTo>
                  <a:lnTo>
                    <a:pt x="5043248" y="6502399"/>
                  </a:lnTo>
                  <a:lnTo>
                    <a:pt x="4999888" y="6476999"/>
                  </a:lnTo>
                  <a:lnTo>
                    <a:pt x="4954161" y="6451599"/>
                  </a:lnTo>
                  <a:lnTo>
                    <a:pt x="4906858" y="6438899"/>
                  </a:lnTo>
                  <a:lnTo>
                    <a:pt x="4858766" y="6413499"/>
                  </a:lnTo>
                  <a:lnTo>
                    <a:pt x="4785709" y="6388099"/>
                  </a:lnTo>
                  <a:lnTo>
                    <a:pt x="4757610" y="6362699"/>
                  </a:lnTo>
                  <a:lnTo>
                    <a:pt x="4746371" y="6349999"/>
                  </a:lnTo>
                  <a:lnTo>
                    <a:pt x="4699000" y="6337299"/>
                  </a:lnTo>
                  <a:lnTo>
                    <a:pt x="4671133" y="6324599"/>
                  </a:lnTo>
                  <a:close/>
                </a:path>
                <a:path w="12192000" h="6845300">
                  <a:moveTo>
                    <a:pt x="9312656" y="6438899"/>
                  </a:moveTo>
                  <a:lnTo>
                    <a:pt x="9303525" y="6438899"/>
                  </a:lnTo>
                  <a:lnTo>
                    <a:pt x="9307052" y="6451599"/>
                  </a:lnTo>
                  <a:lnTo>
                    <a:pt x="9319031" y="6464299"/>
                  </a:lnTo>
                  <a:lnTo>
                    <a:pt x="9335262" y="6489699"/>
                  </a:lnTo>
                  <a:lnTo>
                    <a:pt x="9352472" y="6502399"/>
                  </a:lnTo>
                  <a:lnTo>
                    <a:pt x="9371790" y="6502399"/>
                  </a:lnTo>
                  <a:lnTo>
                    <a:pt x="9395323" y="6515100"/>
                  </a:lnTo>
                  <a:lnTo>
                    <a:pt x="9425178" y="6527800"/>
                  </a:lnTo>
                  <a:lnTo>
                    <a:pt x="9450466" y="6540500"/>
                  </a:lnTo>
                  <a:lnTo>
                    <a:pt x="9458896" y="6565900"/>
                  </a:lnTo>
                  <a:lnTo>
                    <a:pt x="9450466" y="6565900"/>
                  </a:lnTo>
                  <a:lnTo>
                    <a:pt x="9425178" y="6578600"/>
                  </a:lnTo>
                  <a:lnTo>
                    <a:pt x="9579834" y="6578600"/>
                  </a:lnTo>
                  <a:lnTo>
                    <a:pt x="9503927" y="6540500"/>
                  </a:lnTo>
                  <a:lnTo>
                    <a:pt x="9470136" y="6527800"/>
                  </a:lnTo>
                  <a:lnTo>
                    <a:pt x="9449764" y="6515100"/>
                  </a:lnTo>
                  <a:lnTo>
                    <a:pt x="9400591" y="6502399"/>
                  </a:lnTo>
                  <a:lnTo>
                    <a:pt x="9380220" y="6489699"/>
                  </a:lnTo>
                  <a:lnTo>
                    <a:pt x="9376003" y="6464299"/>
                  </a:lnTo>
                  <a:lnTo>
                    <a:pt x="9363344" y="6464299"/>
                  </a:lnTo>
                  <a:lnTo>
                    <a:pt x="9342233" y="6451599"/>
                  </a:lnTo>
                  <a:lnTo>
                    <a:pt x="9312656" y="6438899"/>
                  </a:lnTo>
                  <a:close/>
                </a:path>
                <a:path w="12192000" h="6845300">
                  <a:moveTo>
                    <a:pt x="9819735" y="6327869"/>
                  </a:moveTo>
                  <a:lnTo>
                    <a:pt x="9863826" y="6349999"/>
                  </a:lnTo>
                  <a:lnTo>
                    <a:pt x="9897618" y="6375399"/>
                  </a:lnTo>
                  <a:lnTo>
                    <a:pt x="9927204" y="6388099"/>
                  </a:lnTo>
                  <a:lnTo>
                    <a:pt x="9961652" y="6413499"/>
                  </a:lnTo>
                  <a:lnTo>
                    <a:pt x="10000422" y="6426199"/>
                  </a:lnTo>
                  <a:lnTo>
                    <a:pt x="10042975" y="6451599"/>
                  </a:lnTo>
                  <a:lnTo>
                    <a:pt x="10088768" y="6476999"/>
                  </a:lnTo>
                  <a:lnTo>
                    <a:pt x="10137263" y="6489699"/>
                  </a:lnTo>
                  <a:lnTo>
                    <a:pt x="10187920" y="6515100"/>
                  </a:lnTo>
                  <a:lnTo>
                    <a:pt x="10240196" y="6527800"/>
                  </a:lnTo>
                  <a:lnTo>
                    <a:pt x="10347452" y="6578600"/>
                  </a:lnTo>
                  <a:lnTo>
                    <a:pt x="10297244" y="6553200"/>
                  </a:lnTo>
                  <a:lnTo>
                    <a:pt x="10250745" y="6527800"/>
                  </a:lnTo>
                  <a:lnTo>
                    <a:pt x="10206656" y="6502399"/>
                  </a:lnTo>
                  <a:lnTo>
                    <a:pt x="10163680" y="6489699"/>
                  </a:lnTo>
                  <a:lnTo>
                    <a:pt x="10120520" y="6464299"/>
                  </a:lnTo>
                  <a:lnTo>
                    <a:pt x="10075878" y="6438899"/>
                  </a:lnTo>
                  <a:lnTo>
                    <a:pt x="10028459" y="6413499"/>
                  </a:lnTo>
                  <a:lnTo>
                    <a:pt x="9976964" y="6388099"/>
                  </a:lnTo>
                  <a:lnTo>
                    <a:pt x="9920097" y="6375399"/>
                  </a:lnTo>
                  <a:lnTo>
                    <a:pt x="9885953" y="6349999"/>
                  </a:lnTo>
                  <a:lnTo>
                    <a:pt x="9849739" y="6337299"/>
                  </a:lnTo>
                  <a:lnTo>
                    <a:pt x="9819735" y="6327869"/>
                  </a:lnTo>
                  <a:close/>
                </a:path>
                <a:path w="12192000" h="6845300">
                  <a:moveTo>
                    <a:pt x="12192000" y="5397499"/>
                  </a:moveTo>
                  <a:lnTo>
                    <a:pt x="7378192" y="5397499"/>
                  </a:lnTo>
                  <a:lnTo>
                    <a:pt x="7381704" y="5410199"/>
                  </a:lnTo>
                  <a:lnTo>
                    <a:pt x="7387357" y="5419491"/>
                  </a:lnTo>
                  <a:lnTo>
                    <a:pt x="7400671" y="5422899"/>
                  </a:lnTo>
                  <a:lnTo>
                    <a:pt x="7441800" y="5448299"/>
                  </a:lnTo>
                  <a:lnTo>
                    <a:pt x="7484008" y="5460999"/>
                  </a:lnTo>
                  <a:lnTo>
                    <a:pt x="7570576" y="5511799"/>
                  </a:lnTo>
                  <a:lnTo>
                    <a:pt x="7614396" y="5524499"/>
                  </a:lnTo>
                  <a:lnTo>
                    <a:pt x="7744749" y="5600699"/>
                  </a:lnTo>
                  <a:lnTo>
                    <a:pt x="7786930" y="5626099"/>
                  </a:lnTo>
                  <a:lnTo>
                    <a:pt x="7828026" y="5651499"/>
                  </a:lnTo>
                  <a:lnTo>
                    <a:pt x="7920863" y="5676899"/>
                  </a:lnTo>
                  <a:lnTo>
                    <a:pt x="7968854" y="5702299"/>
                  </a:lnTo>
                  <a:lnTo>
                    <a:pt x="8017401" y="5714999"/>
                  </a:lnTo>
                  <a:lnTo>
                    <a:pt x="8114679" y="5765799"/>
                  </a:lnTo>
                  <a:lnTo>
                    <a:pt x="8162670" y="5778499"/>
                  </a:lnTo>
                  <a:lnTo>
                    <a:pt x="8209736" y="5803899"/>
                  </a:lnTo>
                  <a:lnTo>
                    <a:pt x="8255508" y="5829299"/>
                  </a:lnTo>
                  <a:lnTo>
                    <a:pt x="8303696" y="5854699"/>
                  </a:lnTo>
                  <a:lnTo>
                    <a:pt x="8351835" y="5867399"/>
                  </a:lnTo>
                  <a:lnTo>
                    <a:pt x="8399876" y="5892799"/>
                  </a:lnTo>
                  <a:lnTo>
                    <a:pt x="8447769" y="5905499"/>
                  </a:lnTo>
                  <a:lnTo>
                    <a:pt x="8590073" y="5981699"/>
                  </a:lnTo>
                  <a:lnTo>
                    <a:pt x="8636885" y="5994399"/>
                  </a:lnTo>
                  <a:lnTo>
                    <a:pt x="8729280" y="6045199"/>
                  </a:lnTo>
                  <a:lnTo>
                    <a:pt x="8774765" y="6057899"/>
                  </a:lnTo>
                  <a:lnTo>
                    <a:pt x="8864064" y="6108699"/>
                  </a:lnTo>
                  <a:lnTo>
                    <a:pt x="8907780" y="6121399"/>
                  </a:lnTo>
                  <a:lnTo>
                    <a:pt x="8945381" y="6146799"/>
                  </a:lnTo>
                  <a:lnTo>
                    <a:pt x="8989329" y="6172199"/>
                  </a:lnTo>
                  <a:lnTo>
                    <a:pt x="9037492" y="6197599"/>
                  </a:lnTo>
                  <a:lnTo>
                    <a:pt x="9087739" y="6210299"/>
                  </a:lnTo>
                  <a:lnTo>
                    <a:pt x="9124035" y="6235699"/>
                  </a:lnTo>
                  <a:lnTo>
                    <a:pt x="9164783" y="6248399"/>
                  </a:lnTo>
                  <a:lnTo>
                    <a:pt x="9209037" y="6273799"/>
                  </a:lnTo>
                  <a:lnTo>
                    <a:pt x="9255854" y="6299199"/>
                  </a:lnTo>
                  <a:lnTo>
                    <a:pt x="9304289" y="6311899"/>
                  </a:lnTo>
                  <a:lnTo>
                    <a:pt x="9402239" y="6362699"/>
                  </a:lnTo>
                  <a:lnTo>
                    <a:pt x="9449865" y="6388099"/>
                  </a:lnTo>
                  <a:lnTo>
                    <a:pt x="9495333" y="6413499"/>
                  </a:lnTo>
                  <a:lnTo>
                    <a:pt x="9537700" y="6438899"/>
                  </a:lnTo>
                  <a:lnTo>
                    <a:pt x="9565800" y="6451599"/>
                  </a:lnTo>
                  <a:lnTo>
                    <a:pt x="9610772" y="6476999"/>
                  </a:lnTo>
                  <a:lnTo>
                    <a:pt x="9717659" y="6527800"/>
                  </a:lnTo>
                  <a:lnTo>
                    <a:pt x="9712370" y="6502399"/>
                  </a:lnTo>
                  <a:lnTo>
                    <a:pt x="9675447" y="6489699"/>
                  </a:lnTo>
                  <a:lnTo>
                    <a:pt x="9625879" y="6464299"/>
                  </a:lnTo>
                  <a:lnTo>
                    <a:pt x="9582658" y="6438899"/>
                  </a:lnTo>
                  <a:lnTo>
                    <a:pt x="9608195" y="6426199"/>
                  </a:lnTo>
                  <a:lnTo>
                    <a:pt x="9768579" y="6426199"/>
                  </a:lnTo>
                  <a:lnTo>
                    <a:pt x="9756981" y="6413499"/>
                  </a:lnTo>
                  <a:lnTo>
                    <a:pt x="9725332" y="6388099"/>
                  </a:lnTo>
                  <a:lnTo>
                    <a:pt x="9630852" y="6388099"/>
                  </a:lnTo>
                  <a:lnTo>
                    <a:pt x="9582658" y="6375399"/>
                  </a:lnTo>
                  <a:lnTo>
                    <a:pt x="9533078" y="6349999"/>
                  </a:lnTo>
                  <a:lnTo>
                    <a:pt x="9506727" y="6337299"/>
                  </a:lnTo>
                  <a:lnTo>
                    <a:pt x="9484592" y="6324599"/>
                  </a:lnTo>
                  <a:lnTo>
                    <a:pt x="9447657" y="6299199"/>
                  </a:lnTo>
                  <a:lnTo>
                    <a:pt x="9465238" y="6286499"/>
                  </a:lnTo>
                  <a:lnTo>
                    <a:pt x="9611825" y="6286499"/>
                  </a:lnTo>
                  <a:lnTo>
                    <a:pt x="9594081" y="6273799"/>
                  </a:lnTo>
                  <a:lnTo>
                    <a:pt x="9582631" y="6261099"/>
                  </a:lnTo>
                  <a:lnTo>
                    <a:pt x="9699133" y="6261099"/>
                  </a:lnTo>
                  <a:lnTo>
                    <a:pt x="9683482" y="6248399"/>
                  </a:lnTo>
                  <a:lnTo>
                    <a:pt x="9650095" y="6235699"/>
                  </a:lnTo>
                  <a:lnTo>
                    <a:pt x="9669412" y="6235699"/>
                  </a:lnTo>
                  <a:lnTo>
                    <a:pt x="9669764" y="6222999"/>
                  </a:lnTo>
                  <a:lnTo>
                    <a:pt x="9665900" y="6210299"/>
                  </a:lnTo>
                  <a:lnTo>
                    <a:pt x="9672574" y="6184899"/>
                  </a:lnTo>
                  <a:lnTo>
                    <a:pt x="12192000" y="6184899"/>
                  </a:lnTo>
                  <a:lnTo>
                    <a:pt x="12192000" y="5626099"/>
                  </a:lnTo>
                  <a:lnTo>
                    <a:pt x="12188487" y="5613399"/>
                  </a:lnTo>
                  <a:lnTo>
                    <a:pt x="12180760" y="5600699"/>
                  </a:lnTo>
                  <a:lnTo>
                    <a:pt x="12169521" y="5600699"/>
                  </a:lnTo>
                  <a:lnTo>
                    <a:pt x="12118943" y="5562599"/>
                  </a:lnTo>
                  <a:lnTo>
                    <a:pt x="12102084" y="5562599"/>
                  </a:lnTo>
                  <a:lnTo>
                    <a:pt x="12098200" y="5549899"/>
                  </a:lnTo>
                  <a:lnTo>
                    <a:pt x="12087971" y="5537199"/>
                  </a:lnTo>
                  <a:lnTo>
                    <a:pt x="12056999" y="5537199"/>
                  </a:lnTo>
                  <a:lnTo>
                    <a:pt x="12090790" y="5524499"/>
                  </a:lnTo>
                  <a:lnTo>
                    <a:pt x="12192000" y="5524499"/>
                  </a:lnTo>
                  <a:lnTo>
                    <a:pt x="12192000" y="5397499"/>
                  </a:lnTo>
                  <a:close/>
                </a:path>
                <a:path w="12192000" h="6845300">
                  <a:moveTo>
                    <a:pt x="5162751" y="6401579"/>
                  </a:moveTo>
                  <a:lnTo>
                    <a:pt x="5208632" y="6426199"/>
                  </a:lnTo>
                  <a:lnTo>
                    <a:pt x="5257052" y="6451599"/>
                  </a:lnTo>
                  <a:lnTo>
                    <a:pt x="5308727" y="6489699"/>
                  </a:lnTo>
                  <a:lnTo>
                    <a:pt x="5288069" y="6464299"/>
                  </a:lnTo>
                  <a:lnTo>
                    <a:pt x="5250876" y="6438899"/>
                  </a:lnTo>
                  <a:lnTo>
                    <a:pt x="5205417" y="6413499"/>
                  </a:lnTo>
                  <a:lnTo>
                    <a:pt x="5162751" y="6401579"/>
                  </a:lnTo>
                  <a:close/>
                </a:path>
                <a:path w="12192000" h="6845300">
                  <a:moveTo>
                    <a:pt x="6841476" y="6464299"/>
                  </a:moveTo>
                  <a:lnTo>
                    <a:pt x="6808460" y="6464299"/>
                  </a:lnTo>
                  <a:lnTo>
                    <a:pt x="6838315" y="6489699"/>
                  </a:lnTo>
                  <a:lnTo>
                    <a:pt x="6847798" y="6476999"/>
                  </a:lnTo>
                  <a:lnTo>
                    <a:pt x="6846744" y="6476999"/>
                  </a:lnTo>
                  <a:lnTo>
                    <a:pt x="6841476" y="6464299"/>
                  </a:lnTo>
                  <a:close/>
                </a:path>
                <a:path w="12192000" h="6845300">
                  <a:moveTo>
                    <a:pt x="6563568" y="5422899"/>
                  </a:moveTo>
                  <a:lnTo>
                    <a:pt x="4678807" y="5422899"/>
                  </a:lnTo>
                  <a:lnTo>
                    <a:pt x="4727544" y="5435599"/>
                  </a:lnTo>
                  <a:lnTo>
                    <a:pt x="4773382" y="5460999"/>
                  </a:lnTo>
                  <a:lnTo>
                    <a:pt x="4817636" y="5486399"/>
                  </a:lnTo>
                  <a:lnTo>
                    <a:pt x="4861623" y="5499099"/>
                  </a:lnTo>
                  <a:lnTo>
                    <a:pt x="4906657" y="5524499"/>
                  </a:lnTo>
                  <a:lnTo>
                    <a:pt x="4954055" y="5537199"/>
                  </a:lnTo>
                  <a:lnTo>
                    <a:pt x="5005132" y="5562599"/>
                  </a:lnTo>
                  <a:lnTo>
                    <a:pt x="5061204" y="5575299"/>
                  </a:lnTo>
                  <a:lnTo>
                    <a:pt x="5153053" y="5626099"/>
                  </a:lnTo>
                  <a:lnTo>
                    <a:pt x="5376872" y="5753099"/>
                  </a:lnTo>
                  <a:lnTo>
                    <a:pt x="5421169" y="5765799"/>
                  </a:lnTo>
                  <a:lnTo>
                    <a:pt x="5509825" y="5816599"/>
                  </a:lnTo>
                  <a:lnTo>
                    <a:pt x="5554316" y="5829299"/>
                  </a:lnTo>
                  <a:lnTo>
                    <a:pt x="5643974" y="5880111"/>
                  </a:lnTo>
                  <a:lnTo>
                    <a:pt x="5689232" y="5905499"/>
                  </a:lnTo>
                  <a:lnTo>
                    <a:pt x="5734905" y="5918199"/>
                  </a:lnTo>
                  <a:lnTo>
                    <a:pt x="5781040" y="5943599"/>
                  </a:lnTo>
                  <a:lnTo>
                    <a:pt x="5801431" y="5943599"/>
                  </a:lnTo>
                  <a:lnTo>
                    <a:pt x="5850691" y="5956299"/>
                  </a:lnTo>
                  <a:lnTo>
                    <a:pt x="5871083" y="5968999"/>
                  </a:lnTo>
                  <a:lnTo>
                    <a:pt x="5884429" y="5981699"/>
                  </a:lnTo>
                  <a:lnTo>
                    <a:pt x="5916041" y="5981699"/>
                  </a:lnTo>
                  <a:lnTo>
                    <a:pt x="5965695" y="6007099"/>
                  </a:lnTo>
                  <a:lnTo>
                    <a:pt x="6060764" y="6057899"/>
                  </a:lnTo>
                  <a:lnTo>
                    <a:pt x="6200719" y="6134099"/>
                  </a:lnTo>
                  <a:lnTo>
                    <a:pt x="6248783" y="6146799"/>
                  </a:lnTo>
                  <a:lnTo>
                    <a:pt x="6298438" y="6172199"/>
                  </a:lnTo>
                  <a:lnTo>
                    <a:pt x="6344147" y="6184899"/>
                  </a:lnTo>
                  <a:lnTo>
                    <a:pt x="6483855" y="6261099"/>
                  </a:lnTo>
                  <a:lnTo>
                    <a:pt x="6528814" y="6286499"/>
                  </a:lnTo>
                  <a:lnTo>
                    <a:pt x="6571732" y="6299199"/>
                  </a:lnTo>
                  <a:lnTo>
                    <a:pt x="6611869" y="6324599"/>
                  </a:lnTo>
                  <a:lnTo>
                    <a:pt x="6648484" y="6349999"/>
                  </a:lnTo>
                  <a:lnTo>
                    <a:pt x="6680834" y="6375399"/>
                  </a:lnTo>
                  <a:lnTo>
                    <a:pt x="6705090" y="6388099"/>
                  </a:lnTo>
                  <a:lnTo>
                    <a:pt x="6739905" y="6413499"/>
                  </a:lnTo>
                  <a:lnTo>
                    <a:pt x="6778936" y="6426199"/>
                  </a:lnTo>
                  <a:lnTo>
                    <a:pt x="6815835" y="6464299"/>
                  </a:lnTo>
                  <a:lnTo>
                    <a:pt x="6855878" y="6464299"/>
                  </a:lnTo>
                  <a:lnTo>
                    <a:pt x="6877669" y="6476999"/>
                  </a:lnTo>
                  <a:lnTo>
                    <a:pt x="6907912" y="6476999"/>
                  </a:lnTo>
                  <a:lnTo>
                    <a:pt x="6950836" y="6489699"/>
                  </a:lnTo>
                  <a:lnTo>
                    <a:pt x="6892868" y="6464299"/>
                  </a:lnTo>
                  <a:lnTo>
                    <a:pt x="6848944" y="6438899"/>
                  </a:lnTo>
                  <a:lnTo>
                    <a:pt x="6811500" y="6413499"/>
                  </a:lnTo>
                  <a:lnTo>
                    <a:pt x="6772971" y="6400799"/>
                  </a:lnTo>
                  <a:lnTo>
                    <a:pt x="6725793" y="6375399"/>
                  </a:lnTo>
                  <a:lnTo>
                    <a:pt x="6695586" y="6349999"/>
                  </a:lnTo>
                  <a:lnTo>
                    <a:pt x="6643604" y="6324599"/>
                  </a:lnTo>
                  <a:lnTo>
                    <a:pt x="6613398" y="6299199"/>
                  </a:lnTo>
                  <a:lnTo>
                    <a:pt x="6572324" y="6286499"/>
                  </a:lnTo>
                  <a:lnTo>
                    <a:pt x="6527330" y="6261099"/>
                  </a:lnTo>
                  <a:lnTo>
                    <a:pt x="6384505" y="6184899"/>
                  </a:lnTo>
                  <a:lnTo>
                    <a:pt x="6339511" y="6146799"/>
                  </a:lnTo>
                  <a:lnTo>
                    <a:pt x="6298438" y="6121399"/>
                  </a:lnTo>
                  <a:lnTo>
                    <a:pt x="6306867" y="6121399"/>
                  </a:lnTo>
                  <a:lnTo>
                    <a:pt x="6301599" y="6108699"/>
                  </a:lnTo>
                  <a:lnTo>
                    <a:pt x="6298438" y="6095999"/>
                  </a:lnTo>
                  <a:lnTo>
                    <a:pt x="6285793" y="6095999"/>
                  </a:lnTo>
                  <a:lnTo>
                    <a:pt x="6281578" y="6083299"/>
                  </a:lnTo>
                  <a:lnTo>
                    <a:pt x="6883273" y="6083299"/>
                  </a:lnTo>
                  <a:lnTo>
                    <a:pt x="6857984" y="6070599"/>
                  </a:lnTo>
                  <a:lnTo>
                    <a:pt x="6849554" y="6057899"/>
                  </a:lnTo>
                  <a:lnTo>
                    <a:pt x="6883273" y="6057899"/>
                  </a:lnTo>
                  <a:lnTo>
                    <a:pt x="6886082" y="6045199"/>
                  </a:lnTo>
                  <a:lnTo>
                    <a:pt x="6872033" y="6045199"/>
                  </a:lnTo>
                  <a:lnTo>
                    <a:pt x="6857984" y="6032499"/>
                  </a:lnTo>
                  <a:lnTo>
                    <a:pt x="6860794" y="6007099"/>
                  </a:lnTo>
                  <a:lnTo>
                    <a:pt x="6881805" y="6007099"/>
                  </a:lnTo>
                  <a:lnTo>
                    <a:pt x="6841649" y="5981699"/>
                  </a:lnTo>
                  <a:lnTo>
                    <a:pt x="6798722" y="5968999"/>
                  </a:lnTo>
                  <a:lnTo>
                    <a:pt x="6753763" y="5943599"/>
                  </a:lnTo>
                  <a:lnTo>
                    <a:pt x="6660716" y="5892799"/>
                  </a:lnTo>
                  <a:lnTo>
                    <a:pt x="6614111" y="5880099"/>
                  </a:lnTo>
                  <a:lnTo>
                    <a:pt x="6568440" y="5854699"/>
                  </a:lnTo>
                  <a:lnTo>
                    <a:pt x="6521301" y="5829299"/>
                  </a:lnTo>
                  <a:lnTo>
                    <a:pt x="6435548" y="5778499"/>
                  </a:lnTo>
                  <a:lnTo>
                    <a:pt x="6388481" y="5765799"/>
                  </a:lnTo>
                  <a:lnTo>
                    <a:pt x="6360308" y="5740399"/>
                  </a:lnTo>
                  <a:lnTo>
                    <a:pt x="6315313" y="5714999"/>
                  </a:lnTo>
                  <a:lnTo>
                    <a:pt x="6261911" y="5689599"/>
                  </a:lnTo>
                  <a:lnTo>
                    <a:pt x="6208522" y="5676899"/>
                  </a:lnTo>
                  <a:lnTo>
                    <a:pt x="7137961" y="5676899"/>
                  </a:lnTo>
                  <a:lnTo>
                    <a:pt x="7077680" y="5651499"/>
                  </a:lnTo>
                  <a:lnTo>
                    <a:pt x="6995795" y="5626099"/>
                  </a:lnTo>
                  <a:lnTo>
                    <a:pt x="6970245" y="5613399"/>
                  </a:lnTo>
                  <a:lnTo>
                    <a:pt x="6926335" y="5587999"/>
                  </a:lnTo>
                  <a:lnTo>
                    <a:pt x="6818007" y="5537199"/>
                  </a:lnTo>
                  <a:lnTo>
                    <a:pt x="6770878" y="5511799"/>
                  </a:lnTo>
                  <a:lnTo>
                    <a:pt x="6727672" y="5499099"/>
                  </a:lnTo>
                  <a:lnTo>
                    <a:pt x="6682624" y="5473699"/>
                  </a:lnTo>
                  <a:lnTo>
                    <a:pt x="6635999" y="5448299"/>
                  </a:lnTo>
                  <a:lnTo>
                    <a:pt x="6588061" y="5435599"/>
                  </a:lnTo>
                  <a:lnTo>
                    <a:pt x="6563568" y="5422899"/>
                  </a:lnTo>
                  <a:close/>
                </a:path>
                <a:path w="12192000" h="6845300">
                  <a:moveTo>
                    <a:pt x="6782117" y="6438899"/>
                  </a:moveTo>
                  <a:lnTo>
                    <a:pt x="6748399" y="6438899"/>
                  </a:lnTo>
                  <a:lnTo>
                    <a:pt x="6765609" y="6451599"/>
                  </a:lnTo>
                  <a:lnTo>
                    <a:pt x="6784927" y="6464299"/>
                  </a:lnTo>
                  <a:lnTo>
                    <a:pt x="6815835" y="6464299"/>
                  </a:lnTo>
                  <a:lnTo>
                    <a:pt x="6782117" y="6438899"/>
                  </a:lnTo>
                  <a:close/>
                </a:path>
                <a:path w="12192000" h="6845300">
                  <a:moveTo>
                    <a:pt x="9768579" y="6426199"/>
                  </a:moveTo>
                  <a:lnTo>
                    <a:pt x="9673320" y="6426199"/>
                  </a:lnTo>
                  <a:lnTo>
                    <a:pt x="9728027" y="6438899"/>
                  </a:lnTo>
                  <a:lnTo>
                    <a:pt x="9807575" y="6464299"/>
                  </a:lnTo>
                  <a:lnTo>
                    <a:pt x="9780176" y="6438899"/>
                  </a:lnTo>
                  <a:lnTo>
                    <a:pt x="9768579" y="6426199"/>
                  </a:lnTo>
                  <a:close/>
                </a:path>
                <a:path w="12192000" h="6845300">
                  <a:moveTo>
                    <a:pt x="9340865" y="6388099"/>
                  </a:moveTo>
                  <a:lnTo>
                    <a:pt x="9290177" y="6388099"/>
                  </a:lnTo>
                  <a:lnTo>
                    <a:pt x="9294042" y="6400799"/>
                  </a:lnTo>
                  <a:lnTo>
                    <a:pt x="9304242" y="6413499"/>
                  </a:lnTo>
                  <a:lnTo>
                    <a:pt x="9335262" y="6413499"/>
                  </a:lnTo>
                  <a:lnTo>
                    <a:pt x="9340865" y="6388099"/>
                  </a:lnTo>
                  <a:close/>
                </a:path>
                <a:path w="12192000" h="6845300">
                  <a:moveTo>
                    <a:pt x="5159125" y="6400230"/>
                  </a:moveTo>
                  <a:lnTo>
                    <a:pt x="5159960" y="6400799"/>
                  </a:lnTo>
                  <a:lnTo>
                    <a:pt x="5162751" y="6401579"/>
                  </a:lnTo>
                  <a:lnTo>
                    <a:pt x="5161298" y="6400799"/>
                  </a:lnTo>
                  <a:lnTo>
                    <a:pt x="5159125" y="6400230"/>
                  </a:lnTo>
                  <a:close/>
                </a:path>
                <a:path w="12192000" h="6845300">
                  <a:moveTo>
                    <a:pt x="4566412" y="6007099"/>
                  </a:moveTo>
                  <a:lnTo>
                    <a:pt x="4273931" y="6007099"/>
                  </a:lnTo>
                  <a:lnTo>
                    <a:pt x="4282362" y="6032499"/>
                  </a:lnTo>
                  <a:lnTo>
                    <a:pt x="4307665" y="6057899"/>
                  </a:lnTo>
                  <a:lnTo>
                    <a:pt x="4349851" y="6057899"/>
                  </a:lnTo>
                  <a:lnTo>
                    <a:pt x="4408932" y="6083299"/>
                  </a:lnTo>
                  <a:lnTo>
                    <a:pt x="4442299" y="6095999"/>
                  </a:lnTo>
                  <a:lnTo>
                    <a:pt x="4473559" y="6108699"/>
                  </a:lnTo>
                  <a:lnTo>
                    <a:pt x="4500604" y="6134099"/>
                  </a:lnTo>
                  <a:lnTo>
                    <a:pt x="4521327" y="6146799"/>
                  </a:lnTo>
                  <a:lnTo>
                    <a:pt x="4542123" y="6146799"/>
                  </a:lnTo>
                  <a:lnTo>
                    <a:pt x="4569206" y="6159499"/>
                  </a:lnTo>
                  <a:lnTo>
                    <a:pt x="4600479" y="6159499"/>
                  </a:lnTo>
                  <a:lnTo>
                    <a:pt x="4633849" y="6172199"/>
                  </a:lnTo>
                  <a:lnTo>
                    <a:pt x="4634200" y="6184899"/>
                  </a:lnTo>
                  <a:lnTo>
                    <a:pt x="4656328" y="6184899"/>
                  </a:lnTo>
                  <a:lnTo>
                    <a:pt x="4699370" y="6210299"/>
                  </a:lnTo>
                  <a:lnTo>
                    <a:pt x="4746711" y="6222999"/>
                  </a:lnTo>
                  <a:lnTo>
                    <a:pt x="4797282" y="6248399"/>
                  </a:lnTo>
                  <a:lnTo>
                    <a:pt x="4903851" y="6299199"/>
                  </a:lnTo>
                  <a:lnTo>
                    <a:pt x="4941081" y="6324599"/>
                  </a:lnTo>
                  <a:lnTo>
                    <a:pt x="5023973" y="6349999"/>
                  </a:lnTo>
                  <a:lnTo>
                    <a:pt x="5061204" y="6375399"/>
                  </a:lnTo>
                  <a:lnTo>
                    <a:pt x="5112878" y="6388099"/>
                  </a:lnTo>
                  <a:lnTo>
                    <a:pt x="5159125" y="6400230"/>
                  </a:lnTo>
                  <a:lnTo>
                    <a:pt x="5122773" y="6375399"/>
                  </a:lnTo>
                  <a:lnTo>
                    <a:pt x="5102127" y="6362699"/>
                  </a:lnTo>
                  <a:lnTo>
                    <a:pt x="5106289" y="6349999"/>
                  </a:lnTo>
                  <a:lnTo>
                    <a:pt x="5119284" y="6349999"/>
                  </a:lnTo>
                  <a:lnTo>
                    <a:pt x="5125958" y="6337299"/>
                  </a:lnTo>
                  <a:lnTo>
                    <a:pt x="5128416" y="6324599"/>
                  </a:lnTo>
                  <a:lnTo>
                    <a:pt x="5125958" y="6311899"/>
                  </a:lnTo>
                  <a:lnTo>
                    <a:pt x="5119284" y="6311899"/>
                  </a:lnTo>
                  <a:lnTo>
                    <a:pt x="5106289" y="6299199"/>
                  </a:lnTo>
                  <a:lnTo>
                    <a:pt x="5072145" y="6299199"/>
                  </a:lnTo>
                  <a:lnTo>
                    <a:pt x="5035931" y="6286499"/>
                  </a:lnTo>
                  <a:lnTo>
                    <a:pt x="4995525" y="6273799"/>
                  </a:lnTo>
                  <a:lnTo>
                    <a:pt x="4948809" y="6261099"/>
                  </a:lnTo>
                  <a:lnTo>
                    <a:pt x="4944945" y="6248399"/>
                  </a:lnTo>
                  <a:lnTo>
                    <a:pt x="4934759" y="6248399"/>
                  </a:lnTo>
                  <a:lnTo>
                    <a:pt x="4920359" y="6235699"/>
                  </a:lnTo>
                  <a:lnTo>
                    <a:pt x="4887269" y="6235699"/>
                  </a:lnTo>
                  <a:lnTo>
                    <a:pt x="4872831" y="6222999"/>
                  </a:lnTo>
                  <a:lnTo>
                    <a:pt x="4862631" y="6210299"/>
                  </a:lnTo>
                  <a:lnTo>
                    <a:pt x="4858766" y="6210299"/>
                  </a:lnTo>
                  <a:lnTo>
                    <a:pt x="4803577" y="6184899"/>
                  </a:lnTo>
                  <a:lnTo>
                    <a:pt x="4753096" y="6159499"/>
                  </a:lnTo>
                  <a:lnTo>
                    <a:pt x="4706540" y="6121399"/>
                  </a:lnTo>
                  <a:lnTo>
                    <a:pt x="4663128" y="6095999"/>
                  </a:lnTo>
                  <a:lnTo>
                    <a:pt x="4622077" y="6070599"/>
                  </a:lnTo>
                  <a:lnTo>
                    <a:pt x="4582606" y="6057899"/>
                  </a:lnTo>
                  <a:lnTo>
                    <a:pt x="4543933" y="6032499"/>
                  </a:lnTo>
                  <a:lnTo>
                    <a:pt x="4593457" y="6032499"/>
                  </a:lnTo>
                  <a:lnTo>
                    <a:pt x="4566412" y="6007099"/>
                  </a:lnTo>
                  <a:close/>
                </a:path>
                <a:path w="12192000" h="6845300">
                  <a:moveTo>
                    <a:pt x="8967894" y="6375399"/>
                  </a:moveTo>
                  <a:lnTo>
                    <a:pt x="8954547" y="6375399"/>
                  </a:lnTo>
                  <a:lnTo>
                    <a:pt x="8975344" y="6388099"/>
                  </a:lnTo>
                  <a:lnTo>
                    <a:pt x="8997823" y="6388099"/>
                  </a:lnTo>
                  <a:lnTo>
                    <a:pt x="8967894" y="6375399"/>
                  </a:lnTo>
                  <a:close/>
                </a:path>
                <a:path w="12192000" h="6845300">
                  <a:moveTo>
                    <a:pt x="9312656" y="6375399"/>
                  </a:moveTo>
                  <a:lnTo>
                    <a:pt x="9290177" y="6375399"/>
                  </a:lnTo>
                  <a:lnTo>
                    <a:pt x="9287015" y="6388099"/>
                  </a:lnTo>
                  <a:lnTo>
                    <a:pt x="9335208" y="6388099"/>
                  </a:lnTo>
                  <a:lnTo>
                    <a:pt x="9312656" y="6375399"/>
                  </a:lnTo>
                  <a:close/>
                </a:path>
                <a:path w="12192000" h="6845300">
                  <a:moveTo>
                    <a:pt x="9672574" y="6375399"/>
                  </a:moveTo>
                  <a:lnTo>
                    <a:pt x="9656748" y="6375399"/>
                  </a:lnTo>
                  <a:lnTo>
                    <a:pt x="9653871" y="6388099"/>
                  </a:lnTo>
                  <a:lnTo>
                    <a:pt x="9725332" y="6388099"/>
                  </a:lnTo>
                  <a:lnTo>
                    <a:pt x="9672574" y="6375399"/>
                  </a:lnTo>
                  <a:close/>
                </a:path>
                <a:path w="12192000" h="6845300">
                  <a:moveTo>
                    <a:pt x="6500173" y="6362699"/>
                  </a:moveTo>
                  <a:lnTo>
                    <a:pt x="6425009" y="6362699"/>
                  </a:lnTo>
                  <a:lnTo>
                    <a:pt x="6448542" y="6375399"/>
                  </a:lnTo>
                  <a:lnTo>
                    <a:pt x="6478397" y="6375399"/>
                  </a:lnTo>
                  <a:lnTo>
                    <a:pt x="6500173" y="6362699"/>
                  </a:lnTo>
                  <a:close/>
                </a:path>
                <a:path w="12192000" h="6845300">
                  <a:moveTo>
                    <a:pt x="8570341" y="6184899"/>
                  </a:moveTo>
                  <a:lnTo>
                    <a:pt x="8587976" y="6210299"/>
                  </a:lnTo>
                  <a:lnTo>
                    <a:pt x="8609790" y="6222999"/>
                  </a:lnTo>
                  <a:lnTo>
                    <a:pt x="8640010" y="6235699"/>
                  </a:lnTo>
                  <a:lnTo>
                    <a:pt x="8682863" y="6261099"/>
                  </a:lnTo>
                  <a:lnTo>
                    <a:pt x="8729948" y="6273799"/>
                  </a:lnTo>
                  <a:lnTo>
                    <a:pt x="8772842" y="6299199"/>
                  </a:lnTo>
                  <a:lnTo>
                    <a:pt x="8815736" y="6311899"/>
                  </a:lnTo>
                  <a:lnTo>
                    <a:pt x="8862822" y="6349999"/>
                  </a:lnTo>
                  <a:lnTo>
                    <a:pt x="8896191" y="6362699"/>
                  </a:lnTo>
                  <a:lnTo>
                    <a:pt x="8927465" y="6375399"/>
                  </a:lnTo>
                  <a:lnTo>
                    <a:pt x="8944324" y="6375399"/>
                  </a:lnTo>
                  <a:lnTo>
                    <a:pt x="8924992" y="6362699"/>
                  </a:lnTo>
                  <a:lnTo>
                    <a:pt x="8907780" y="6349999"/>
                  </a:lnTo>
                  <a:lnTo>
                    <a:pt x="8988511" y="6349999"/>
                  </a:lnTo>
                  <a:lnTo>
                    <a:pt x="8966575" y="6337299"/>
                  </a:lnTo>
                  <a:lnTo>
                    <a:pt x="8879875" y="6299199"/>
                  </a:lnTo>
                  <a:lnTo>
                    <a:pt x="8840343" y="6299199"/>
                  </a:lnTo>
                  <a:lnTo>
                    <a:pt x="8795226" y="6286499"/>
                  </a:lnTo>
                  <a:lnTo>
                    <a:pt x="8790949" y="6284123"/>
                  </a:lnTo>
                  <a:lnTo>
                    <a:pt x="8764365" y="6273799"/>
                  </a:lnTo>
                  <a:lnTo>
                    <a:pt x="8735901" y="6261099"/>
                  </a:lnTo>
                  <a:lnTo>
                    <a:pt x="8705342" y="6261099"/>
                  </a:lnTo>
                  <a:lnTo>
                    <a:pt x="8687427" y="6235699"/>
                  </a:lnTo>
                  <a:lnTo>
                    <a:pt x="8663178" y="6222999"/>
                  </a:lnTo>
                  <a:lnTo>
                    <a:pt x="8626260" y="6210299"/>
                  </a:lnTo>
                  <a:lnTo>
                    <a:pt x="8570341" y="6184899"/>
                  </a:lnTo>
                  <a:close/>
                </a:path>
                <a:path w="12192000" h="6845300">
                  <a:moveTo>
                    <a:pt x="8954898" y="6261099"/>
                  </a:moveTo>
                  <a:lnTo>
                    <a:pt x="8832264" y="6261099"/>
                  </a:lnTo>
                  <a:lnTo>
                    <a:pt x="8871251" y="6273799"/>
                  </a:lnTo>
                  <a:lnTo>
                    <a:pt x="8906023" y="6286499"/>
                  </a:lnTo>
                  <a:lnTo>
                    <a:pt x="9027227" y="6349999"/>
                  </a:lnTo>
                  <a:lnTo>
                    <a:pt x="9076689" y="6362699"/>
                  </a:lnTo>
                  <a:lnTo>
                    <a:pt x="9179523" y="6362699"/>
                  </a:lnTo>
                  <a:lnTo>
                    <a:pt x="9233677" y="6375399"/>
                  </a:lnTo>
                  <a:lnTo>
                    <a:pt x="9381019" y="6375399"/>
                  </a:lnTo>
                  <a:lnTo>
                    <a:pt x="9384061" y="6362699"/>
                  </a:lnTo>
                  <a:lnTo>
                    <a:pt x="9357741" y="6349999"/>
                  </a:lnTo>
                  <a:lnTo>
                    <a:pt x="9317626" y="6337299"/>
                  </a:lnTo>
                  <a:lnTo>
                    <a:pt x="9138562" y="6337299"/>
                  </a:lnTo>
                  <a:lnTo>
                    <a:pt x="9018637" y="6299199"/>
                  </a:lnTo>
                  <a:lnTo>
                    <a:pt x="8975344" y="6286499"/>
                  </a:lnTo>
                  <a:lnTo>
                    <a:pt x="8954898" y="6261099"/>
                  </a:lnTo>
                  <a:close/>
                </a:path>
                <a:path w="12192000" h="6845300">
                  <a:moveTo>
                    <a:pt x="5778230" y="6045199"/>
                  </a:moveTo>
                  <a:lnTo>
                    <a:pt x="5756102" y="6045199"/>
                  </a:lnTo>
                  <a:lnTo>
                    <a:pt x="5736082" y="6057899"/>
                  </a:lnTo>
                  <a:lnTo>
                    <a:pt x="5772985" y="6070599"/>
                  </a:lnTo>
                  <a:lnTo>
                    <a:pt x="5815283" y="6095999"/>
                  </a:lnTo>
                  <a:lnTo>
                    <a:pt x="5861625" y="6108699"/>
                  </a:lnTo>
                  <a:lnTo>
                    <a:pt x="5910663" y="6134099"/>
                  </a:lnTo>
                  <a:lnTo>
                    <a:pt x="6011426" y="6159499"/>
                  </a:lnTo>
                  <a:lnTo>
                    <a:pt x="6060452" y="6184899"/>
                  </a:lnTo>
                  <a:lnTo>
                    <a:pt x="6106775" y="6197599"/>
                  </a:lnTo>
                  <a:lnTo>
                    <a:pt x="6149046" y="6210299"/>
                  </a:lnTo>
                  <a:lnTo>
                    <a:pt x="6185916" y="6235699"/>
                  </a:lnTo>
                  <a:lnTo>
                    <a:pt x="6215651" y="6261099"/>
                  </a:lnTo>
                  <a:lnTo>
                    <a:pt x="6250763" y="6286499"/>
                  </a:lnTo>
                  <a:lnTo>
                    <a:pt x="6291264" y="6299199"/>
                  </a:lnTo>
                  <a:lnTo>
                    <a:pt x="6337165" y="6324599"/>
                  </a:lnTo>
                  <a:lnTo>
                    <a:pt x="6388481" y="6349999"/>
                  </a:lnTo>
                  <a:lnTo>
                    <a:pt x="6405691" y="6362699"/>
                  </a:lnTo>
                  <a:lnTo>
                    <a:pt x="6500876" y="6362699"/>
                  </a:lnTo>
                  <a:lnTo>
                    <a:pt x="6484719" y="6349999"/>
                  </a:lnTo>
                  <a:lnTo>
                    <a:pt x="6455918" y="6349999"/>
                  </a:lnTo>
                  <a:lnTo>
                    <a:pt x="6417931" y="6324599"/>
                  </a:lnTo>
                  <a:lnTo>
                    <a:pt x="6422151" y="6311899"/>
                  </a:lnTo>
                  <a:lnTo>
                    <a:pt x="6443255" y="6311899"/>
                  </a:lnTo>
                  <a:lnTo>
                    <a:pt x="6455918" y="6299199"/>
                  </a:lnTo>
                  <a:lnTo>
                    <a:pt x="6473126" y="6299199"/>
                  </a:lnTo>
                  <a:lnTo>
                    <a:pt x="6447472" y="6286499"/>
                  </a:lnTo>
                  <a:lnTo>
                    <a:pt x="6365875" y="6286499"/>
                  </a:lnTo>
                  <a:lnTo>
                    <a:pt x="6326185" y="6273799"/>
                  </a:lnTo>
                  <a:lnTo>
                    <a:pt x="6301247" y="6261099"/>
                  </a:lnTo>
                  <a:lnTo>
                    <a:pt x="6280525" y="6248399"/>
                  </a:lnTo>
                  <a:lnTo>
                    <a:pt x="6253480" y="6235699"/>
                  </a:lnTo>
                  <a:lnTo>
                    <a:pt x="6197670" y="6210299"/>
                  </a:lnTo>
                  <a:lnTo>
                    <a:pt x="6158069" y="6184899"/>
                  </a:lnTo>
                  <a:lnTo>
                    <a:pt x="6123882" y="6172199"/>
                  </a:lnTo>
                  <a:lnTo>
                    <a:pt x="6084311" y="6146799"/>
                  </a:lnTo>
                  <a:lnTo>
                    <a:pt x="6028563" y="6121399"/>
                  </a:lnTo>
                  <a:lnTo>
                    <a:pt x="5961014" y="6083299"/>
                  </a:lnTo>
                  <a:lnTo>
                    <a:pt x="5893562" y="6057899"/>
                  </a:lnTo>
                  <a:lnTo>
                    <a:pt x="5796143" y="6057899"/>
                  </a:lnTo>
                  <a:lnTo>
                    <a:pt x="5778230" y="6045199"/>
                  </a:lnTo>
                  <a:close/>
                </a:path>
                <a:path w="12192000" h="6845300">
                  <a:moveTo>
                    <a:pt x="7144845" y="6235699"/>
                  </a:moveTo>
                  <a:lnTo>
                    <a:pt x="6847095" y="6235699"/>
                  </a:lnTo>
                  <a:lnTo>
                    <a:pt x="6829885" y="6248399"/>
                  </a:lnTo>
                  <a:lnTo>
                    <a:pt x="6816889" y="6248399"/>
                  </a:lnTo>
                  <a:lnTo>
                    <a:pt x="6793357" y="6261099"/>
                  </a:lnTo>
                  <a:lnTo>
                    <a:pt x="7018264" y="6324599"/>
                  </a:lnTo>
                  <a:lnTo>
                    <a:pt x="7063232" y="6349999"/>
                  </a:lnTo>
                  <a:lnTo>
                    <a:pt x="7046723" y="6337299"/>
                  </a:lnTo>
                  <a:lnTo>
                    <a:pt x="7032323" y="6311899"/>
                  </a:lnTo>
                  <a:lnTo>
                    <a:pt x="7022137" y="6299199"/>
                  </a:lnTo>
                  <a:lnTo>
                    <a:pt x="7018274" y="6286499"/>
                  </a:lnTo>
                  <a:lnTo>
                    <a:pt x="7153275" y="6286499"/>
                  </a:lnTo>
                  <a:lnTo>
                    <a:pt x="7141684" y="6248399"/>
                  </a:lnTo>
                  <a:lnTo>
                    <a:pt x="7144845" y="6235699"/>
                  </a:lnTo>
                  <a:close/>
                </a:path>
                <a:path w="12192000" h="6845300">
                  <a:moveTo>
                    <a:pt x="9273333" y="6324599"/>
                  </a:moveTo>
                  <a:lnTo>
                    <a:pt x="9222740" y="6324599"/>
                  </a:lnTo>
                  <a:lnTo>
                    <a:pt x="9179393" y="6337299"/>
                  </a:lnTo>
                  <a:lnTo>
                    <a:pt x="9317626" y="6337299"/>
                  </a:lnTo>
                  <a:lnTo>
                    <a:pt x="9273333" y="6324599"/>
                  </a:lnTo>
                  <a:close/>
                </a:path>
                <a:path w="12192000" h="6845300">
                  <a:moveTo>
                    <a:pt x="9762617" y="6299199"/>
                  </a:moveTo>
                  <a:lnTo>
                    <a:pt x="9809333" y="6324599"/>
                  </a:lnTo>
                  <a:lnTo>
                    <a:pt x="9819735" y="6327869"/>
                  </a:lnTo>
                  <a:lnTo>
                    <a:pt x="9762617" y="6299199"/>
                  </a:lnTo>
                  <a:close/>
                </a:path>
                <a:path w="12192000" h="6845300">
                  <a:moveTo>
                    <a:pt x="3574875" y="5511799"/>
                  </a:moveTo>
                  <a:lnTo>
                    <a:pt x="2991739" y="5511799"/>
                  </a:lnTo>
                  <a:lnTo>
                    <a:pt x="3043245" y="5537199"/>
                  </a:lnTo>
                  <a:lnTo>
                    <a:pt x="3093958" y="5549899"/>
                  </a:lnTo>
                  <a:lnTo>
                    <a:pt x="3192995" y="5600699"/>
                  </a:lnTo>
                  <a:lnTo>
                    <a:pt x="3241317" y="5613399"/>
                  </a:lnTo>
                  <a:lnTo>
                    <a:pt x="3288840" y="5638799"/>
                  </a:lnTo>
                  <a:lnTo>
                    <a:pt x="3381487" y="5689599"/>
                  </a:lnTo>
                  <a:lnTo>
                    <a:pt x="3426608" y="5702299"/>
                  </a:lnTo>
                  <a:lnTo>
                    <a:pt x="3470926" y="5727699"/>
                  </a:lnTo>
                  <a:lnTo>
                    <a:pt x="3514440" y="5753099"/>
                  </a:lnTo>
                  <a:lnTo>
                    <a:pt x="3557149" y="5778499"/>
                  </a:lnTo>
                  <a:lnTo>
                    <a:pt x="3599053" y="5803899"/>
                  </a:lnTo>
                  <a:lnTo>
                    <a:pt x="3633547" y="5829299"/>
                  </a:lnTo>
                  <a:lnTo>
                    <a:pt x="3672220" y="5841999"/>
                  </a:lnTo>
                  <a:lnTo>
                    <a:pt x="3719300" y="5854699"/>
                  </a:lnTo>
                  <a:lnTo>
                    <a:pt x="3779033" y="5880111"/>
                  </a:lnTo>
                  <a:lnTo>
                    <a:pt x="3801617" y="5892799"/>
                  </a:lnTo>
                  <a:lnTo>
                    <a:pt x="3835607" y="5918199"/>
                  </a:lnTo>
                  <a:lnTo>
                    <a:pt x="3879313" y="5930899"/>
                  </a:lnTo>
                  <a:lnTo>
                    <a:pt x="3926269" y="5956299"/>
                  </a:lnTo>
                  <a:lnTo>
                    <a:pt x="3970005" y="5981699"/>
                  </a:lnTo>
                  <a:lnTo>
                    <a:pt x="4004055" y="6007099"/>
                  </a:lnTo>
                  <a:lnTo>
                    <a:pt x="4041218" y="6032499"/>
                  </a:lnTo>
                  <a:lnTo>
                    <a:pt x="4084014" y="6057899"/>
                  </a:lnTo>
                  <a:lnTo>
                    <a:pt x="4130563" y="6083299"/>
                  </a:lnTo>
                  <a:lnTo>
                    <a:pt x="4227402" y="6121399"/>
                  </a:lnTo>
                  <a:lnTo>
                    <a:pt x="4273931" y="6146799"/>
                  </a:lnTo>
                  <a:lnTo>
                    <a:pt x="4329870" y="6172199"/>
                  </a:lnTo>
                  <a:lnTo>
                    <a:pt x="4383922" y="6197599"/>
                  </a:lnTo>
                  <a:lnTo>
                    <a:pt x="4434220" y="6222999"/>
                  </a:lnTo>
                  <a:lnTo>
                    <a:pt x="4478899" y="6248399"/>
                  </a:lnTo>
                  <a:lnTo>
                    <a:pt x="4516092" y="6273799"/>
                  </a:lnTo>
                  <a:lnTo>
                    <a:pt x="4543933" y="6299199"/>
                  </a:lnTo>
                  <a:lnTo>
                    <a:pt x="4560441" y="6311899"/>
                  </a:lnTo>
                  <a:lnTo>
                    <a:pt x="4574841" y="6324599"/>
                  </a:lnTo>
                  <a:lnTo>
                    <a:pt x="4656973" y="6324599"/>
                  </a:lnTo>
                  <a:lnTo>
                    <a:pt x="4650724" y="6311899"/>
                  </a:lnTo>
                  <a:lnTo>
                    <a:pt x="4646587" y="6299199"/>
                  </a:lnTo>
                  <a:lnTo>
                    <a:pt x="4638768" y="6286499"/>
                  </a:lnTo>
                  <a:lnTo>
                    <a:pt x="4621468" y="6273799"/>
                  </a:lnTo>
                  <a:lnTo>
                    <a:pt x="4588891" y="6261099"/>
                  </a:lnTo>
                  <a:lnTo>
                    <a:pt x="4560776" y="6222999"/>
                  </a:lnTo>
                  <a:lnTo>
                    <a:pt x="4538259" y="6210299"/>
                  </a:lnTo>
                  <a:lnTo>
                    <a:pt x="4498848" y="6184899"/>
                  </a:lnTo>
                  <a:lnTo>
                    <a:pt x="4445089" y="6172199"/>
                  </a:lnTo>
                  <a:lnTo>
                    <a:pt x="4389199" y="6146799"/>
                  </a:lnTo>
                  <a:lnTo>
                    <a:pt x="4337524" y="6121399"/>
                  </a:lnTo>
                  <a:lnTo>
                    <a:pt x="4296410" y="6095999"/>
                  </a:lnTo>
                  <a:lnTo>
                    <a:pt x="4266203" y="6083299"/>
                  </a:lnTo>
                  <a:lnTo>
                    <a:pt x="4184015" y="6083299"/>
                  </a:lnTo>
                  <a:lnTo>
                    <a:pt x="4189985" y="6057899"/>
                  </a:lnTo>
                  <a:lnTo>
                    <a:pt x="4198064" y="6057899"/>
                  </a:lnTo>
                  <a:lnTo>
                    <a:pt x="4193498" y="6045199"/>
                  </a:lnTo>
                  <a:lnTo>
                    <a:pt x="4161536" y="6032499"/>
                  </a:lnTo>
                  <a:lnTo>
                    <a:pt x="4147466" y="6019799"/>
                  </a:lnTo>
                  <a:lnTo>
                    <a:pt x="4085562" y="5981699"/>
                  </a:lnTo>
                  <a:lnTo>
                    <a:pt x="4071492" y="5968999"/>
                  </a:lnTo>
                  <a:lnTo>
                    <a:pt x="4116451" y="5968999"/>
                  </a:lnTo>
                  <a:lnTo>
                    <a:pt x="4122070" y="5956299"/>
                  </a:lnTo>
                  <a:lnTo>
                    <a:pt x="4119260" y="5956299"/>
                  </a:lnTo>
                  <a:lnTo>
                    <a:pt x="4116451" y="5943599"/>
                  </a:lnTo>
                  <a:lnTo>
                    <a:pt x="4341368" y="5943599"/>
                  </a:lnTo>
                  <a:lnTo>
                    <a:pt x="4333640" y="5930899"/>
                  </a:lnTo>
                  <a:lnTo>
                    <a:pt x="4313269" y="5905499"/>
                  </a:lnTo>
                  <a:lnTo>
                    <a:pt x="4284468" y="5905499"/>
                  </a:lnTo>
                  <a:lnTo>
                    <a:pt x="4251452" y="5892799"/>
                  </a:lnTo>
                  <a:lnTo>
                    <a:pt x="4213147" y="5880099"/>
                  </a:lnTo>
                  <a:lnTo>
                    <a:pt x="4173369" y="5854699"/>
                  </a:lnTo>
                  <a:lnTo>
                    <a:pt x="4132302" y="5829299"/>
                  </a:lnTo>
                  <a:lnTo>
                    <a:pt x="4090128" y="5803899"/>
                  </a:lnTo>
                  <a:lnTo>
                    <a:pt x="4047029" y="5778499"/>
                  </a:lnTo>
                  <a:lnTo>
                    <a:pt x="4003190" y="5765799"/>
                  </a:lnTo>
                  <a:lnTo>
                    <a:pt x="3869054" y="5689599"/>
                  </a:lnTo>
                  <a:lnTo>
                    <a:pt x="3830557" y="5664199"/>
                  </a:lnTo>
                  <a:lnTo>
                    <a:pt x="3793121" y="5638799"/>
                  </a:lnTo>
                  <a:lnTo>
                    <a:pt x="3752441" y="5613399"/>
                  </a:lnTo>
                  <a:lnTo>
                    <a:pt x="3704215" y="5587999"/>
                  </a:lnTo>
                  <a:lnTo>
                    <a:pt x="3644138" y="5562599"/>
                  </a:lnTo>
                  <a:lnTo>
                    <a:pt x="3607749" y="5537199"/>
                  </a:lnTo>
                  <a:lnTo>
                    <a:pt x="3574875" y="5511799"/>
                  </a:lnTo>
                  <a:close/>
                </a:path>
                <a:path w="12192000" h="6845300">
                  <a:moveTo>
                    <a:pt x="6497012" y="6311899"/>
                  </a:moveTo>
                  <a:lnTo>
                    <a:pt x="6487001" y="6311899"/>
                  </a:lnTo>
                  <a:lnTo>
                    <a:pt x="6500876" y="6324599"/>
                  </a:lnTo>
                  <a:lnTo>
                    <a:pt x="6497012" y="6311899"/>
                  </a:lnTo>
                  <a:close/>
                </a:path>
                <a:path w="12192000" h="6845300">
                  <a:moveTo>
                    <a:pt x="7439658" y="6299199"/>
                  </a:moveTo>
                  <a:lnTo>
                    <a:pt x="7400671" y="6299199"/>
                  </a:lnTo>
                  <a:lnTo>
                    <a:pt x="7417530" y="6311899"/>
                  </a:lnTo>
                  <a:lnTo>
                    <a:pt x="7451248" y="6324599"/>
                  </a:lnTo>
                  <a:lnTo>
                    <a:pt x="7468108" y="6324599"/>
                  </a:lnTo>
                  <a:lnTo>
                    <a:pt x="7464244" y="6311899"/>
                  </a:lnTo>
                  <a:lnTo>
                    <a:pt x="7454058" y="6311899"/>
                  </a:lnTo>
                  <a:lnTo>
                    <a:pt x="7439658" y="6299199"/>
                  </a:lnTo>
                  <a:close/>
                </a:path>
                <a:path w="12192000" h="6845300">
                  <a:moveTo>
                    <a:pt x="6473126" y="6299199"/>
                  </a:moveTo>
                  <a:lnTo>
                    <a:pt x="6472426" y="6299199"/>
                  </a:lnTo>
                  <a:lnTo>
                    <a:pt x="6486826" y="6311899"/>
                  </a:lnTo>
                  <a:lnTo>
                    <a:pt x="6487001" y="6311899"/>
                  </a:lnTo>
                  <a:lnTo>
                    <a:pt x="6473126" y="6299199"/>
                  </a:lnTo>
                  <a:close/>
                </a:path>
                <a:path w="12192000" h="6845300">
                  <a:moveTo>
                    <a:pt x="7153275" y="6286499"/>
                  </a:moveTo>
                  <a:lnTo>
                    <a:pt x="7018274" y="6286499"/>
                  </a:lnTo>
                  <a:lnTo>
                    <a:pt x="7061495" y="6299199"/>
                  </a:lnTo>
                  <a:lnTo>
                    <a:pt x="7111063" y="6311899"/>
                  </a:lnTo>
                  <a:lnTo>
                    <a:pt x="7147986" y="6299199"/>
                  </a:lnTo>
                  <a:lnTo>
                    <a:pt x="7153275" y="6286499"/>
                  </a:lnTo>
                  <a:close/>
                </a:path>
                <a:path w="12192000" h="6845300">
                  <a:moveTo>
                    <a:pt x="7363088" y="6261099"/>
                  </a:moveTo>
                  <a:lnTo>
                    <a:pt x="7327263" y="6261099"/>
                  </a:lnTo>
                  <a:lnTo>
                    <a:pt x="7341663" y="6273799"/>
                  </a:lnTo>
                  <a:lnTo>
                    <a:pt x="7351849" y="6273799"/>
                  </a:lnTo>
                  <a:lnTo>
                    <a:pt x="7359576" y="6286499"/>
                  </a:lnTo>
                  <a:lnTo>
                    <a:pt x="7369762" y="6286499"/>
                  </a:lnTo>
                  <a:lnTo>
                    <a:pt x="7384162" y="6299199"/>
                  </a:lnTo>
                  <a:lnTo>
                    <a:pt x="7423150" y="6299199"/>
                  </a:lnTo>
                  <a:lnTo>
                    <a:pt x="7405939" y="6286499"/>
                  </a:lnTo>
                  <a:lnTo>
                    <a:pt x="7386621" y="6273799"/>
                  </a:lnTo>
                  <a:lnTo>
                    <a:pt x="7363088" y="6261099"/>
                  </a:lnTo>
                  <a:close/>
                </a:path>
                <a:path w="12192000" h="6845300">
                  <a:moveTo>
                    <a:pt x="8210423" y="5880099"/>
                  </a:moveTo>
                  <a:lnTo>
                    <a:pt x="7850505" y="5880099"/>
                  </a:lnTo>
                  <a:lnTo>
                    <a:pt x="7912697" y="5892799"/>
                  </a:lnTo>
                  <a:lnTo>
                    <a:pt x="7965519" y="5905499"/>
                  </a:lnTo>
                  <a:lnTo>
                    <a:pt x="8010842" y="5918199"/>
                  </a:lnTo>
                  <a:lnTo>
                    <a:pt x="8050534" y="5943599"/>
                  </a:lnTo>
                  <a:lnTo>
                    <a:pt x="8086466" y="5968999"/>
                  </a:lnTo>
                  <a:lnTo>
                    <a:pt x="8120507" y="5981699"/>
                  </a:lnTo>
                  <a:lnTo>
                    <a:pt x="8148202" y="6007099"/>
                  </a:lnTo>
                  <a:lnTo>
                    <a:pt x="8180219" y="6019799"/>
                  </a:lnTo>
                  <a:lnTo>
                    <a:pt x="8220880" y="6045199"/>
                  </a:lnTo>
                  <a:lnTo>
                    <a:pt x="8274508" y="6057899"/>
                  </a:lnTo>
                  <a:lnTo>
                    <a:pt x="8345424" y="6083299"/>
                  </a:lnTo>
                  <a:lnTo>
                    <a:pt x="8415041" y="6095999"/>
                  </a:lnTo>
                  <a:lnTo>
                    <a:pt x="8463549" y="6108699"/>
                  </a:lnTo>
                  <a:lnTo>
                    <a:pt x="8503604" y="6134099"/>
                  </a:lnTo>
                  <a:lnTo>
                    <a:pt x="8547862" y="6172199"/>
                  </a:lnTo>
                  <a:lnTo>
                    <a:pt x="8602344" y="6184899"/>
                  </a:lnTo>
                  <a:lnTo>
                    <a:pt x="8653690" y="6210299"/>
                  </a:lnTo>
                  <a:lnTo>
                    <a:pt x="8702532" y="6235699"/>
                  </a:lnTo>
                  <a:lnTo>
                    <a:pt x="8749500" y="6261099"/>
                  </a:lnTo>
                  <a:lnTo>
                    <a:pt x="8790949" y="6284123"/>
                  </a:lnTo>
                  <a:lnTo>
                    <a:pt x="8797067" y="6286499"/>
                  </a:lnTo>
                  <a:lnTo>
                    <a:pt x="8840343" y="6299199"/>
                  </a:lnTo>
                  <a:lnTo>
                    <a:pt x="8879875" y="6299199"/>
                  </a:lnTo>
                  <a:lnTo>
                    <a:pt x="8837292" y="6273799"/>
                  </a:lnTo>
                  <a:lnTo>
                    <a:pt x="8795385" y="6261099"/>
                  </a:lnTo>
                  <a:lnTo>
                    <a:pt x="8954898" y="6261099"/>
                  </a:lnTo>
                  <a:lnTo>
                    <a:pt x="8905674" y="6235699"/>
                  </a:lnTo>
                  <a:lnTo>
                    <a:pt x="8885301" y="6235699"/>
                  </a:lnTo>
                  <a:lnTo>
                    <a:pt x="8833855" y="6210299"/>
                  </a:lnTo>
                  <a:lnTo>
                    <a:pt x="8786708" y="6184899"/>
                  </a:lnTo>
                  <a:lnTo>
                    <a:pt x="8660384" y="6184899"/>
                  </a:lnTo>
                  <a:lnTo>
                    <a:pt x="8637905" y="6172199"/>
                  </a:lnTo>
                  <a:lnTo>
                    <a:pt x="8622099" y="6159499"/>
                  </a:lnTo>
                  <a:lnTo>
                    <a:pt x="8629475" y="6146799"/>
                  </a:lnTo>
                  <a:lnTo>
                    <a:pt x="8641066" y="6121399"/>
                  </a:lnTo>
                  <a:lnTo>
                    <a:pt x="8637905" y="6095999"/>
                  </a:lnTo>
                  <a:lnTo>
                    <a:pt x="8601241" y="6070599"/>
                  </a:lnTo>
                  <a:lnTo>
                    <a:pt x="8559837" y="6057899"/>
                  </a:lnTo>
                  <a:lnTo>
                    <a:pt x="8515275" y="6032499"/>
                  </a:lnTo>
                  <a:lnTo>
                    <a:pt x="8423005" y="5994399"/>
                  </a:lnTo>
                  <a:lnTo>
                    <a:pt x="8378461" y="5968999"/>
                  </a:lnTo>
                  <a:lnTo>
                    <a:pt x="8337087" y="5943599"/>
                  </a:lnTo>
                  <a:lnTo>
                    <a:pt x="8300466" y="5918199"/>
                  </a:lnTo>
                  <a:lnTo>
                    <a:pt x="8270609" y="5918199"/>
                  </a:lnTo>
                  <a:lnTo>
                    <a:pt x="8247062" y="5905499"/>
                  </a:lnTo>
                  <a:lnTo>
                    <a:pt x="8227706" y="5892799"/>
                  </a:lnTo>
                  <a:lnTo>
                    <a:pt x="8210423" y="5880099"/>
                  </a:lnTo>
                  <a:close/>
                </a:path>
                <a:path w="12192000" h="6845300">
                  <a:moveTo>
                    <a:pt x="9630679" y="6286499"/>
                  </a:moveTo>
                  <a:lnTo>
                    <a:pt x="9613526" y="6286499"/>
                  </a:lnTo>
                  <a:lnTo>
                    <a:pt x="9642067" y="6299199"/>
                  </a:lnTo>
                  <a:lnTo>
                    <a:pt x="9645460" y="6299199"/>
                  </a:lnTo>
                  <a:lnTo>
                    <a:pt x="9630679" y="6286499"/>
                  </a:lnTo>
                  <a:close/>
                </a:path>
                <a:path w="12192000" h="6845300">
                  <a:moveTo>
                    <a:pt x="9699133" y="6261099"/>
                  </a:moveTo>
                  <a:lnTo>
                    <a:pt x="9670837" y="6261099"/>
                  </a:lnTo>
                  <a:lnTo>
                    <a:pt x="9697926" y="6273799"/>
                  </a:lnTo>
                  <a:lnTo>
                    <a:pt x="9729229" y="6286499"/>
                  </a:lnTo>
                  <a:lnTo>
                    <a:pt x="9762617" y="6299199"/>
                  </a:lnTo>
                  <a:lnTo>
                    <a:pt x="9741874" y="6286499"/>
                  </a:lnTo>
                  <a:lnTo>
                    <a:pt x="9714785" y="6273799"/>
                  </a:lnTo>
                  <a:lnTo>
                    <a:pt x="9699133" y="6261099"/>
                  </a:lnTo>
                  <a:close/>
                </a:path>
                <a:path w="12192000" h="6845300">
                  <a:moveTo>
                    <a:pt x="6409150" y="6261099"/>
                  </a:moveTo>
                  <a:lnTo>
                    <a:pt x="6337425" y="6261099"/>
                  </a:lnTo>
                  <a:lnTo>
                    <a:pt x="6346205" y="6273799"/>
                  </a:lnTo>
                  <a:lnTo>
                    <a:pt x="6359201" y="6273799"/>
                  </a:lnTo>
                  <a:lnTo>
                    <a:pt x="6365875" y="6286499"/>
                  </a:lnTo>
                  <a:lnTo>
                    <a:pt x="6447472" y="6286499"/>
                  </a:lnTo>
                  <a:lnTo>
                    <a:pt x="6409150" y="6261099"/>
                  </a:lnTo>
                  <a:close/>
                </a:path>
                <a:path w="12192000" h="6845300">
                  <a:moveTo>
                    <a:pt x="6881805" y="6007099"/>
                  </a:moveTo>
                  <a:lnTo>
                    <a:pt x="6860794" y="6007099"/>
                  </a:lnTo>
                  <a:lnTo>
                    <a:pt x="6877653" y="6032499"/>
                  </a:lnTo>
                  <a:lnTo>
                    <a:pt x="6894512" y="6045199"/>
                  </a:lnTo>
                  <a:lnTo>
                    <a:pt x="6911371" y="6045199"/>
                  </a:lnTo>
                  <a:lnTo>
                    <a:pt x="6928231" y="6057899"/>
                  </a:lnTo>
                  <a:lnTo>
                    <a:pt x="6960124" y="6083299"/>
                  </a:lnTo>
                  <a:lnTo>
                    <a:pt x="6999552" y="6095999"/>
                  </a:lnTo>
                  <a:lnTo>
                    <a:pt x="7043289" y="6121399"/>
                  </a:lnTo>
                  <a:lnTo>
                    <a:pt x="7088112" y="6146799"/>
                  </a:lnTo>
                  <a:lnTo>
                    <a:pt x="7130796" y="6172199"/>
                  </a:lnTo>
                  <a:lnTo>
                    <a:pt x="7151518" y="6184899"/>
                  </a:lnTo>
                  <a:lnTo>
                    <a:pt x="7178563" y="6197599"/>
                  </a:lnTo>
                  <a:lnTo>
                    <a:pt x="7209823" y="6222999"/>
                  </a:lnTo>
                  <a:lnTo>
                    <a:pt x="7243191" y="6235699"/>
                  </a:lnTo>
                  <a:lnTo>
                    <a:pt x="7260052" y="6235699"/>
                  </a:lnTo>
                  <a:lnTo>
                    <a:pt x="7293822" y="6248399"/>
                  </a:lnTo>
                  <a:lnTo>
                    <a:pt x="7310755" y="6261099"/>
                  </a:lnTo>
                  <a:lnTo>
                    <a:pt x="7333233" y="6261099"/>
                  </a:lnTo>
                  <a:lnTo>
                    <a:pt x="7296409" y="6235699"/>
                  </a:lnTo>
                  <a:lnTo>
                    <a:pt x="7224075" y="6184899"/>
                  </a:lnTo>
                  <a:lnTo>
                    <a:pt x="7186711" y="6172199"/>
                  </a:lnTo>
                  <a:lnTo>
                    <a:pt x="7147313" y="6146799"/>
                  </a:lnTo>
                  <a:lnTo>
                    <a:pt x="7104953" y="6121399"/>
                  </a:lnTo>
                  <a:lnTo>
                    <a:pt x="7058706" y="6095999"/>
                  </a:lnTo>
                  <a:lnTo>
                    <a:pt x="7007642" y="6083299"/>
                  </a:lnTo>
                  <a:lnTo>
                    <a:pt x="6950836" y="6057899"/>
                  </a:lnTo>
                  <a:lnTo>
                    <a:pt x="6918448" y="6032499"/>
                  </a:lnTo>
                  <a:lnTo>
                    <a:pt x="6881805" y="6007099"/>
                  </a:lnTo>
                  <a:close/>
                </a:path>
                <a:path w="12192000" h="6845300">
                  <a:moveTo>
                    <a:pt x="5353685" y="6083299"/>
                  </a:moveTo>
                  <a:lnTo>
                    <a:pt x="5286248" y="6083299"/>
                  </a:lnTo>
                  <a:lnTo>
                    <a:pt x="5335343" y="6095999"/>
                  </a:lnTo>
                  <a:lnTo>
                    <a:pt x="5376891" y="6121399"/>
                  </a:lnTo>
                  <a:lnTo>
                    <a:pt x="5414135" y="6146799"/>
                  </a:lnTo>
                  <a:lnTo>
                    <a:pt x="5450319" y="6159499"/>
                  </a:lnTo>
                  <a:lnTo>
                    <a:pt x="5488686" y="6184899"/>
                  </a:lnTo>
                  <a:lnTo>
                    <a:pt x="5522404" y="6210299"/>
                  </a:lnTo>
                  <a:lnTo>
                    <a:pt x="5589841" y="6235699"/>
                  </a:lnTo>
                  <a:lnTo>
                    <a:pt x="5627571" y="6235699"/>
                  </a:lnTo>
                  <a:lnTo>
                    <a:pt x="5594463" y="6222999"/>
                  </a:lnTo>
                  <a:lnTo>
                    <a:pt x="5558113" y="6210299"/>
                  </a:lnTo>
                  <a:lnTo>
                    <a:pt x="5533644" y="6184899"/>
                  </a:lnTo>
                  <a:lnTo>
                    <a:pt x="5533644" y="6172199"/>
                  </a:lnTo>
                  <a:lnTo>
                    <a:pt x="5578602" y="6172199"/>
                  </a:lnTo>
                  <a:lnTo>
                    <a:pt x="5533630" y="6146799"/>
                  </a:lnTo>
                  <a:lnTo>
                    <a:pt x="5483246" y="6134099"/>
                  </a:lnTo>
                  <a:lnTo>
                    <a:pt x="5432855" y="6108699"/>
                  </a:lnTo>
                  <a:lnTo>
                    <a:pt x="5387866" y="6095999"/>
                  </a:lnTo>
                  <a:lnTo>
                    <a:pt x="5353685" y="6083299"/>
                  </a:lnTo>
                  <a:close/>
                </a:path>
                <a:path w="12192000" h="6845300">
                  <a:moveTo>
                    <a:pt x="7144883" y="6210299"/>
                  </a:moveTo>
                  <a:lnTo>
                    <a:pt x="6905752" y="6210299"/>
                  </a:lnTo>
                  <a:lnTo>
                    <a:pt x="6918045" y="6222999"/>
                  </a:lnTo>
                  <a:lnTo>
                    <a:pt x="6919801" y="6235699"/>
                  </a:lnTo>
                  <a:lnTo>
                    <a:pt x="7220711" y="6235699"/>
                  </a:lnTo>
                  <a:lnTo>
                    <a:pt x="7169087" y="6222999"/>
                  </a:lnTo>
                  <a:lnTo>
                    <a:pt x="7144883" y="6210299"/>
                  </a:lnTo>
                  <a:close/>
                </a:path>
                <a:path w="12192000" h="6845300">
                  <a:moveTo>
                    <a:pt x="4678807" y="5422899"/>
                  </a:moveTo>
                  <a:lnTo>
                    <a:pt x="3576574" y="5422899"/>
                  </a:lnTo>
                  <a:lnTo>
                    <a:pt x="3624064" y="5448299"/>
                  </a:lnTo>
                  <a:lnTo>
                    <a:pt x="3669411" y="5473699"/>
                  </a:lnTo>
                  <a:lnTo>
                    <a:pt x="3718948" y="5499099"/>
                  </a:lnTo>
                  <a:lnTo>
                    <a:pt x="3779012" y="5511799"/>
                  </a:lnTo>
                  <a:lnTo>
                    <a:pt x="3812452" y="5524499"/>
                  </a:lnTo>
                  <a:lnTo>
                    <a:pt x="3843750" y="5549899"/>
                  </a:lnTo>
                  <a:lnTo>
                    <a:pt x="3870809" y="5562599"/>
                  </a:lnTo>
                  <a:lnTo>
                    <a:pt x="3891534" y="5575299"/>
                  </a:lnTo>
                  <a:lnTo>
                    <a:pt x="3888372" y="5575299"/>
                  </a:lnTo>
                  <a:lnTo>
                    <a:pt x="3883104" y="5587999"/>
                  </a:lnTo>
                  <a:lnTo>
                    <a:pt x="3882050" y="5587999"/>
                  </a:lnTo>
                  <a:lnTo>
                    <a:pt x="3891534" y="5600699"/>
                  </a:lnTo>
                  <a:lnTo>
                    <a:pt x="3958971" y="5600699"/>
                  </a:lnTo>
                  <a:lnTo>
                    <a:pt x="3976254" y="5613399"/>
                  </a:lnTo>
                  <a:lnTo>
                    <a:pt x="3995610" y="5613399"/>
                  </a:lnTo>
                  <a:lnTo>
                    <a:pt x="4019157" y="5626099"/>
                  </a:lnTo>
                  <a:lnTo>
                    <a:pt x="4049014" y="5651499"/>
                  </a:lnTo>
                  <a:lnTo>
                    <a:pt x="4084559" y="5676899"/>
                  </a:lnTo>
                  <a:lnTo>
                    <a:pt x="4123383" y="5689599"/>
                  </a:lnTo>
                  <a:lnTo>
                    <a:pt x="4165016" y="5714999"/>
                  </a:lnTo>
                  <a:lnTo>
                    <a:pt x="4208991" y="5740399"/>
                  </a:lnTo>
                  <a:lnTo>
                    <a:pt x="4254839" y="5765799"/>
                  </a:lnTo>
                  <a:lnTo>
                    <a:pt x="4302093" y="5778499"/>
                  </a:lnTo>
                  <a:lnTo>
                    <a:pt x="4495833" y="5880111"/>
                  </a:lnTo>
                  <a:lnTo>
                    <a:pt x="4543042" y="5892799"/>
                  </a:lnTo>
                  <a:lnTo>
                    <a:pt x="4588891" y="5918199"/>
                  </a:lnTo>
                  <a:lnTo>
                    <a:pt x="4678839" y="5968999"/>
                  </a:lnTo>
                  <a:lnTo>
                    <a:pt x="4768817" y="6032499"/>
                  </a:lnTo>
                  <a:lnTo>
                    <a:pt x="4858766" y="6083299"/>
                  </a:lnTo>
                  <a:lnTo>
                    <a:pt x="4896421" y="6095999"/>
                  </a:lnTo>
                  <a:lnTo>
                    <a:pt x="4940363" y="6121399"/>
                  </a:lnTo>
                  <a:lnTo>
                    <a:pt x="4988496" y="6146799"/>
                  </a:lnTo>
                  <a:lnTo>
                    <a:pt x="5038725" y="6172199"/>
                  </a:lnTo>
                  <a:lnTo>
                    <a:pt x="5066839" y="6197599"/>
                  </a:lnTo>
                  <a:lnTo>
                    <a:pt x="5089356" y="6210299"/>
                  </a:lnTo>
                  <a:lnTo>
                    <a:pt x="5128768" y="6210299"/>
                  </a:lnTo>
                  <a:lnTo>
                    <a:pt x="5183209" y="6222999"/>
                  </a:lnTo>
                  <a:lnTo>
                    <a:pt x="5193395" y="6210299"/>
                  </a:lnTo>
                  <a:lnTo>
                    <a:pt x="5182506" y="6197599"/>
                  </a:lnTo>
                  <a:lnTo>
                    <a:pt x="5173726" y="6184899"/>
                  </a:lnTo>
                  <a:lnTo>
                    <a:pt x="5211425" y="6184899"/>
                  </a:lnTo>
                  <a:lnTo>
                    <a:pt x="5182155" y="6159499"/>
                  </a:lnTo>
                  <a:lnTo>
                    <a:pt x="5134036" y="6134099"/>
                  </a:lnTo>
                  <a:lnTo>
                    <a:pt x="5083810" y="6095999"/>
                  </a:lnTo>
                  <a:lnTo>
                    <a:pt x="5105937" y="6095999"/>
                  </a:lnTo>
                  <a:lnTo>
                    <a:pt x="5083810" y="6083299"/>
                  </a:lnTo>
                  <a:lnTo>
                    <a:pt x="5036317" y="6057899"/>
                  </a:lnTo>
                  <a:lnTo>
                    <a:pt x="4990957" y="6045199"/>
                  </a:lnTo>
                  <a:lnTo>
                    <a:pt x="4941381" y="6019799"/>
                  </a:lnTo>
                  <a:lnTo>
                    <a:pt x="4881245" y="5981699"/>
                  </a:lnTo>
                  <a:lnTo>
                    <a:pt x="4890781" y="5981699"/>
                  </a:lnTo>
                  <a:lnTo>
                    <a:pt x="4836287" y="5968999"/>
                  </a:lnTo>
                  <a:lnTo>
                    <a:pt x="4816969" y="5943599"/>
                  </a:lnTo>
                  <a:lnTo>
                    <a:pt x="4799758" y="5930899"/>
                  </a:lnTo>
                  <a:lnTo>
                    <a:pt x="4795192" y="5918199"/>
                  </a:lnTo>
                  <a:lnTo>
                    <a:pt x="5384593" y="5918199"/>
                  </a:lnTo>
                  <a:lnTo>
                    <a:pt x="5395481" y="5905499"/>
                  </a:lnTo>
                  <a:lnTo>
                    <a:pt x="5621135" y="5905499"/>
                  </a:lnTo>
                  <a:lnTo>
                    <a:pt x="5599177" y="5892799"/>
                  </a:lnTo>
                  <a:lnTo>
                    <a:pt x="5572353" y="5880099"/>
                  </a:lnTo>
                  <a:lnTo>
                    <a:pt x="5490792" y="5841999"/>
                  </a:lnTo>
                  <a:lnTo>
                    <a:pt x="5443601" y="5829299"/>
                  </a:lnTo>
                  <a:lnTo>
                    <a:pt x="5439737" y="5816599"/>
                  </a:lnTo>
                  <a:lnTo>
                    <a:pt x="5429551" y="5803899"/>
                  </a:lnTo>
                  <a:lnTo>
                    <a:pt x="5398643" y="5803899"/>
                  </a:lnTo>
                  <a:lnTo>
                    <a:pt x="5349175" y="5791199"/>
                  </a:lnTo>
                  <a:lnTo>
                    <a:pt x="5260989" y="5740399"/>
                  </a:lnTo>
                  <a:lnTo>
                    <a:pt x="5211503" y="5714999"/>
                  </a:lnTo>
                  <a:lnTo>
                    <a:pt x="5151247" y="5689599"/>
                  </a:lnTo>
                  <a:lnTo>
                    <a:pt x="5130522" y="5676899"/>
                  </a:lnTo>
                  <a:lnTo>
                    <a:pt x="5103463" y="5664199"/>
                  </a:lnTo>
                  <a:lnTo>
                    <a:pt x="5072165" y="5651499"/>
                  </a:lnTo>
                  <a:lnTo>
                    <a:pt x="5038725" y="5651499"/>
                  </a:lnTo>
                  <a:lnTo>
                    <a:pt x="5014136" y="5613399"/>
                  </a:lnTo>
                  <a:lnTo>
                    <a:pt x="4976891" y="5600699"/>
                  </a:lnTo>
                  <a:lnTo>
                    <a:pt x="4931193" y="5575299"/>
                  </a:lnTo>
                  <a:lnTo>
                    <a:pt x="4881245" y="5562599"/>
                  </a:lnTo>
                  <a:lnTo>
                    <a:pt x="4851038" y="5537199"/>
                  </a:lnTo>
                  <a:lnTo>
                    <a:pt x="4799056" y="5511799"/>
                  </a:lnTo>
                  <a:lnTo>
                    <a:pt x="4768850" y="5511799"/>
                  </a:lnTo>
                  <a:lnTo>
                    <a:pt x="4768850" y="5486399"/>
                  </a:lnTo>
                  <a:lnTo>
                    <a:pt x="4732653" y="5473699"/>
                  </a:lnTo>
                  <a:lnTo>
                    <a:pt x="4698539" y="5460999"/>
                  </a:lnTo>
                  <a:lnTo>
                    <a:pt x="4677070" y="5435599"/>
                  </a:lnTo>
                  <a:lnTo>
                    <a:pt x="4678807" y="5422899"/>
                  </a:lnTo>
                  <a:close/>
                </a:path>
                <a:path w="12192000" h="6845300">
                  <a:moveTo>
                    <a:pt x="6883273" y="6083299"/>
                  </a:moveTo>
                  <a:lnTo>
                    <a:pt x="6331825" y="6083299"/>
                  </a:lnTo>
                  <a:lnTo>
                    <a:pt x="6363128" y="6095999"/>
                  </a:lnTo>
                  <a:lnTo>
                    <a:pt x="6390217" y="6108699"/>
                  </a:lnTo>
                  <a:lnTo>
                    <a:pt x="6453953" y="6134099"/>
                  </a:lnTo>
                  <a:lnTo>
                    <a:pt x="6501280" y="6146799"/>
                  </a:lnTo>
                  <a:lnTo>
                    <a:pt x="6551850" y="6159499"/>
                  </a:lnTo>
                  <a:lnTo>
                    <a:pt x="6658356" y="6184899"/>
                  </a:lnTo>
                  <a:lnTo>
                    <a:pt x="6718139" y="6210299"/>
                  </a:lnTo>
                  <a:lnTo>
                    <a:pt x="6765242" y="6222999"/>
                  </a:lnTo>
                  <a:lnTo>
                    <a:pt x="6803892" y="6210299"/>
                  </a:lnTo>
                  <a:lnTo>
                    <a:pt x="7144883" y="6210299"/>
                  </a:lnTo>
                  <a:lnTo>
                    <a:pt x="7120680" y="6197599"/>
                  </a:lnTo>
                  <a:lnTo>
                    <a:pt x="7024940" y="6172199"/>
                  </a:lnTo>
                  <a:lnTo>
                    <a:pt x="6950836" y="6172199"/>
                  </a:lnTo>
                  <a:lnTo>
                    <a:pt x="6951188" y="6159499"/>
                  </a:lnTo>
                  <a:lnTo>
                    <a:pt x="6953646" y="6146799"/>
                  </a:lnTo>
                  <a:lnTo>
                    <a:pt x="6991931" y="6146799"/>
                  </a:lnTo>
                  <a:lnTo>
                    <a:pt x="6987365" y="6134099"/>
                  </a:lnTo>
                  <a:lnTo>
                    <a:pt x="6970154" y="6121399"/>
                  </a:lnTo>
                  <a:lnTo>
                    <a:pt x="6931056" y="6121399"/>
                  </a:lnTo>
                  <a:lnTo>
                    <a:pt x="6928584" y="6108699"/>
                  </a:lnTo>
                  <a:lnTo>
                    <a:pt x="6928231" y="6095999"/>
                  </a:lnTo>
                  <a:lnTo>
                    <a:pt x="6883273" y="6083299"/>
                  </a:lnTo>
                  <a:close/>
                </a:path>
                <a:path w="12192000" h="6845300">
                  <a:moveTo>
                    <a:pt x="5211425" y="6184899"/>
                  </a:moveTo>
                  <a:lnTo>
                    <a:pt x="5173726" y="6184899"/>
                  </a:lnTo>
                  <a:lnTo>
                    <a:pt x="5190936" y="6197599"/>
                  </a:lnTo>
                  <a:lnTo>
                    <a:pt x="5210254" y="6197599"/>
                  </a:lnTo>
                  <a:lnTo>
                    <a:pt x="5233787" y="6210299"/>
                  </a:lnTo>
                  <a:lnTo>
                    <a:pt x="5263642" y="6210299"/>
                  </a:lnTo>
                  <a:lnTo>
                    <a:pt x="5226059" y="6197599"/>
                  </a:lnTo>
                  <a:lnTo>
                    <a:pt x="5211425" y="6184899"/>
                  </a:lnTo>
                  <a:close/>
                </a:path>
                <a:path w="12192000" h="6845300">
                  <a:moveTo>
                    <a:pt x="7544101" y="6095999"/>
                  </a:moveTo>
                  <a:lnTo>
                    <a:pt x="7513193" y="6095999"/>
                  </a:lnTo>
                  <a:lnTo>
                    <a:pt x="7535672" y="6121399"/>
                  </a:lnTo>
                  <a:lnTo>
                    <a:pt x="7636881" y="6172199"/>
                  </a:lnTo>
                  <a:lnTo>
                    <a:pt x="7670673" y="6184899"/>
                  </a:lnTo>
                  <a:lnTo>
                    <a:pt x="7693152" y="6184899"/>
                  </a:lnTo>
                  <a:lnTo>
                    <a:pt x="7625603" y="6159499"/>
                  </a:lnTo>
                  <a:lnTo>
                    <a:pt x="7558151" y="6121399"/>
                  </a:lnTo>
                  <a:lnTo>
                    <a:pt x="7545857" y="6108699"/>
                  </a:lnTo>
                  <a:lnTo>
                    <a:pt x="7544101" y="6095999"/>
                  </a:lnTo>
                  <a:close/>
                </a:path>
                <a:path w="12192000" h="6845300">
                  <a:moveTo>
                    <a:pt x="7137961" y="5676899"/>
                  </a:moveTo>
                  <a:lnTo>
                    <a:pt x="6299303" y="5676899"/>
                  </a:lnTo>
                  <a:lnTo>
                    <a:pt x="6346269" y="5689599"/>
                  </a:lnTo>
                  <a:lnTo>
                    <a:pt x="6395108" y="5689599"/>
                  </a:lnTo>
                  <a:lnTo>
                    <a:pt x="6446438" y="5702299"/>
                  </a:lnTo>
                  <a:lnTo>
                    <a:pt x="6500876" y="5714999"/>
                  </a:lnTo>
                  <a:lnTo>
                    <a:pt x="6549027" y="5740399"/>
                  </a:lnTo>
                  <a:lnTo>
                    <a:pt x="6596773" y="5753099"/>
                  </a:lnTo>
                  <a:lnTo>
                    <a:pt x="6643727" y="5778499"/>
                  </a:lnTo>
                  <a:lnTo>
                    <a:pt x="6689499" y="5791199"/>
                  </a:lnTo>
                  <a:lnTo>
                    <a:pt x="6733700" y="5816599"/>
                  </a:lnTo>
                  <a:lnTo>
                    <a:pt x="6775942" y="5829299"/>
                  </a:lnTo>
                  <a:lnTo>
                    <a:pt x="6815835" y="5854699"/>
                  </a:lnTo>
                  <a:lnTo>
                    <a:pt x="6855748" y="5867399"/>
                  </a:lnTo>
                  <a:lnTo>
                    <a:pt x="6875315" y="5880111"/>
                  </a:lnTo>
                  <a:lnTo>
                    <a:pt x="6972757" y="5943599"/>
                  </a:lnTo>
                  <a:lnTo>
                    <a:pt x="7012654" y="5968999"/>
                  </a:lnTo>
                  <a:lnTo>
                    <a:pt x="7053900" y="5994399"/>
                  </a:lnTo>
                  <a:lnTo>
                    <a:pt x="7097035" y="6007099"/>
                  </a:lnTo>
                  <a:lnTo>
                    <a:pt x="7142601" y="6032499"/>
                  </a:lnTo>
                  <a:lnTo>
                    <a:pt x="7191140" y="6057899"/>
                  </a:lnTo>
                  <a:lnTo>
                    <a:pt x="7243191" y="6083299"/>
                  </a:lnTo>
                  <a:lnTo>
                    <a:pt x="7280397" y="6083299"/>
                  </a:lnTo>
                  <a:lnTo>
                    <a:pt x="7323210" y="6095999"/>
                  </a:lnTo>
                  <a:lnTo>
                    <a:pt x="7369762" y="6108699"/>
                  </a:lnTo>
                  <a:lnTo>
                    <a:pt x="7418187" y="6134099"/>
                  </a:lnTo>
                  <a:lnTo>
                    <a:pt x="7466619" y="6146799"/>
                  </a:lnTo>
                  <a:lnTo>
                    <a:pt x="7513193" y="6172199"/>
                  </a:lnTo>
                  <a:lnTo>
                    <a:pt x="7511065" y="6134099"/>
                  </a:lnTo>
                  <a:lnTo>
                    <a:pt x="7479410" y="6108699"/>
                  </a:lnTo>
                  <a:lnTo>
                    <a:pt x="7430896" y="6095999"/>
                  </a:lnTo>
                  <a:lnTo>
                    <a:pt x="7378192" y="6083299"/>
                  </a:lnTo>
                  <a:lnTo>
                    <a:pt x="7341643" y="6057899"/>
                  </a:lnTo>
                  <a:lnTo>
                    <a:pt x="7305071" y="6057899"/>
                  </a:lnTo>
                  <a:lnTo>
                    <a:pt x="7276929" y="6045199"/>
                  </a:lnTo>
                  <a:lnTo>
                    <a:pt x="7265670" y="6032499"/>
                  </a:lnTo>
                  <a:lnTo>
                    <a:pt x="7273417" y="6019799"/>
                  </a:lnTo>
                  <a:lnTo>
                    <a:pt x="7639299" y="6019799"/>
                  </a:lnTo>
                  <a:lnTo>
                    <a:pt x="7589095" y="6007099"/>
                  </a:lnTo>
                  <a:lnTo>
                    <a:pt x="7535672" y="5981699"/>
                  </a:lnTo>
                  <a:lnTo>
                    <a:pt x="7518459" y="5968999"/>
                  </a:lnTo>
                  <a:lnTo>
                    <a:pt x="7499127" y="5968999"/>
                  </a:lnTo>
                  <a:lnTo>
                    <a:pt x="7475557" y="5956299"/>
                  </a:lnTo>
                  <a:lnTo>
                    <a:pt x="7445629" y="5943599"/>
                  </a:lnTo>
                  <a:lnTo>
                    <a:pt x="7423150" y="5918199"/>
                  </a:lnTo>
                  <a:lnTo>
                    <a:pt x="7418935" y="5918199"/>
                  </a:lnTo>
                  <a:lnTo>
                    <a:pt x="7406290" y="5905499"/>
                  </a:lnTo>
                  <a:lnTo>
                    <a:pt x="7385216" y="5905499"/>
                  </a:lnTo>
                  <a:lnTo>
                    <a:pt x="7355713" y="5892799"/>
                  </a:lnTo>
                  <a:lnTo>
                    <a:pt x="7339204" y="5880099"/>
                  </a:lnTo>
                  <a:lnTo>
                    <a:pt x="7310755" y="5880099"/>
                  </a:lnTo>
                  <a:lnTo>
                    <a:pt x="7323028" y="5854699"/>
                  </a:lnTo>
                  <a:lnTo>
                    <a:pt x="7307881" y="5841999"/>
                  </a:lnTo>
                  <a:lnTo>
                    <a:pt x="7288520" y="5829299"/>
                  </a:lnTo>
                  <a:lnTo>
                    <a:pt x="7405939" y="5829299"/>
                  </a:lnTo>
                  <a:lnTo>
                    <a:pt x="7392241" y="5816599"/>
                  </a:lnTo>
                  <a:lnTo>
                    <a:pt x="7365898" y="5803899"/>
                  </a:lnTo>
                  <a:lnTo>
                    <a:pt x="7333233" y="5778499"/>
                  </a:lnTo>
                  <a:lnTo>
                    <a:pt x="7303305" y="5765799"/>
                  </a:lnTo>
                  <a:lnTo>
                    <a:pt x="7279735" y="5765799"/>
                  </a:lnTo>
                  <a:lnTo>
                    <a:pt x="7260403" y="5753099"/>
                  </a:lnTo>
                  <a:lnTo>
                    <a:pt x="7243191" y="5740399"/>
                  </a:lnTo>
                  <a:lnTo>
                    <a:pt x="7215316" y="5714999"/>
                  </a:lnTo>
                  <a:lnTo>
                    <a:pt x="7182039" y="5689599"/>
                  </a:lnTo>
                  <a:lnTo>
                    <a:pt x="7137961" y="5676899"/>
                  </a:lnTo>
                  <a:close/>
                </a:path>
                <a:path w="12192000" h="6845300">
                  <a:moveTo>
                    <a:pt x="7639299" y="6019799"/>
                  </a:moveTo>
                  <a:lnTo>
                    <a:pt x="7293832" y="6019799"/>
                  </a:lnTo>
                  <a:lnTo>
                    <a:pt x="7322677" y="6032499"/>
                  </a:lnTo>
                  <a:lnTo>
                    <a:pt x="7445629" y="6032499"/>
                  </a:lnTo>
                  <a:lnTo>
                    <a:pt x="7449494" y="6045199"/>
                  </a:lnTo>
                  <a:lnTo>
                    <a:pt x="7459694" y="6057899"/>
                  </a:lnTo>
                  <a:lnTo>
                    <a:pt x="7474132" y="6057899"/>
                  </a:lnTo>
                  <a:lnTo>
                    <a:pt x="7490714" y="6083299"/>
                  </a:lnTo>
                  <a:lnTo>
                    <a:pt x="7580630" y="6083299"/>
                  </a:lnTo>
                  <a:lnTo>
                    <a:pt x="7610486" y="6095999"/>
                  </a:lnTo>
                  <a:lnTo>
                    <a:pt x="7670673" y="6095999"/>
                  </a:lnTo>
                  <a:lnTo>
                    <a:pt x="7691747" y="6121399"/>
                  </a:lnTo>
                  <a:lnTo>
                    <a:pt x="7721250" y="6134099"/>
                  </a:lnTo>
                  <a:lnTo>
                    <a:pt x="7759184" y="6146799"/>
                  </a:lnTo>
                  <a:lnTo>
                    <a:pt x="7805547" y="6146799"/>
                  </a:lnTo>
                  <a:lnTo>
                    <a:pt x="7788687" y="6134099"/>
                  </a:lnTo>
                  <a:lnTo>
                    <a:pt x="7771828" y="6108699"/>
                  </a:lnTo>
                  <a:lnTo>
                    <a:pt x="7754969" y="6108699"/>
                  </a:lnTo>
                  <a:lnTo>
                    <a:pt x="7738109" y="6095999"/>
                  </a:lnTo>
                  <a:lnTo>
                    <a:pt x="7717056" y="6070599"/>
                  </a:lnTo>
                  <a:lnTo>
                    <a:pt x="7683036" y="6045199"/>
                  </a:lnTo>
                  <a:lnTo>
                    <a:pt x="7639299" y="6019799"/>
                  </a:lnTo>
                  <a:close/>
                </a:path>
                <a:path w="12192000" h="6845300">
                  <a:moveTo>
                    <a:pt x="5384593" y="5918199"/>
                  </a:moveTo>
                  <a:lnTo>
                    <a:pt x="4813808" y="5918199"/>
                  </a:lnTo>
                  <a:lnTo>
                    <a:pt x="4855120" y="5930899"/>
                  </a:lnTo>
                  <a:lnTo>
                    <a:pt x="4895369" y="5956299"/>
                  </a:lnTo>
                  <a:lnTo>
                    <a:pt x="4976907" y="5994399"/>
                  </a:lnTo>
                  <a:lnTo>
                    <a:pt x="5020309" y="6019799"/>
                  </a:lnTo>
                  <a:lnTo>
                    <a:pt x="5066875" y="6045199"/>
                  </a:lnTo>
                  <a:lnTo>
                    <a:pt x="5117661" y="6057899"/>
                  </a:lnTo>
                  <a:lnTo>
                    <a:pt x="5173726" y="6083299"/>
                  </a:lnTo>
                  <a:lnTo>
                    <a:pt x="5190585" y="6095999"/>
                  </a:lnTo>
                  <a:lnTo>
                    <a:pt x="5224303" y="6108699"/>
                  </a:lnTo>
                  <a:lnTo>
                    <a:pt x="5241163" y="6121399"/>
                  </a:lnTo>
                  <a:lnTo>
                    <a:pt x="5266154" y="6121399"/>
                  </a:lnTo>
                  <a:lnTo>
                    <a:pt x="5255260" y="6108699"/>
                  </a:lnTo>
                  <a:lnTo>
                    <a:pt x="5231697" y="6108699"/>
                  </a:lnTo>
                  <a:lnTo>
                    <a:pt x="5218684" y="6095999"/>
                  </a:lnTo>
                  <a:lnTo>
                    <a:pt x="5235545" y="6095999"/>
                  </a:lnTo>
                  <a:lnTo>
                    <a:pt x="5269315" y="6083299"/>
                  </a:lnTo>
                  <a:lnTo>
                    <a:pt x="5353685" y="6083299"/>
                  </a:lnTo>
                  <a:lnTo>
                    <a:pt x="5308727" y="6032499"/>
                  </a:lnTo>
                  <a:lnTo>
                    <a:pt x="5353685" y="6032499"/>
                  </a:lnTo>
                  <a:lnTo>
                    <a:pt x="5331206" y="6007099"/>
                  </a:lnTo>
                  <a:lnTo>
                    <a:pt x="5229955" y="5956299"/>
                  </a:lnTo>
                  <a:lnTo>
                    <a:pt x="5255267" y="5943599"/>
                  </a:lnTo>
                  <a:lnTo>
                    <a:pt x="5398643" y="5943599"/>
                  </a:lnTo>
                  <a:lnTo>
                    <a:pt x="5386349" y="5930899"/>
                  </a:lnTo>
                  <a:lnTo>
                    <a:pt x="5384593" y="5918199"/>
                  </a:lnTo>
                  <a:close/>
                </a:path>
                <a:path w="12192000" h="6845300">
                  <a:moveTo>
                    <a:pt x="7430527" y="6057899"/>
                  </a:moveTo>
                  <a:lnTo>
                    <a:pt x="7423150" y="6057899"/>
                  </a:lnTo>
                  <a:lnTo>
                    <a:pt x="7427718" y="6070599"/>
                  </a:lnTo>
                  <a:lnTo>
                    <a:pt x="7442834" y="6083299"/>
                  </a:lnTo>
                  <a:lnTo>
                    <a:pt x="7470620" y="6095999"/>
                  </a:lnTo>
                  <a:lnTo>
                    <a:pt x="7554989" y="6095999"/>
                  </a:lnTo>
                  <a:lnTo>
                    <a:pt x="7580630" y="6083299"/>
                  </a:lnTo>
                  <a:lnTo>
                    <a:pt x="7490714" y="6083299"/>
                  </a:lnTo>
                  <a:lnTo>
                    <a:pt x="7470620" y="6070599"/>
                  </a:lnTo>
                  <a:lnTo>
                    <a:pt x="7448454" y="6070599"/>
                  </a:lnTo>
                  <a:lnTo>
                    <a:pt x="7430527" y="6057899"/>
                  </a:lnTo>
                  <a:close/>
                </a:path>
                <a:path w="12192000" h="6845300">
                  <a:moveTo>
                    <a:pt x="4240212" y="6070599"/>
                  </a:moveTo>
                  <a:lnTo>
                    <a:pt x="4214221" y="6070599"/>
                  </a:lnTo>
                  <a:lnTo>
                    <a:pt x="4184015" y="6083299"/>
                  </a:lnTo>
                  <a:lnTo>
                    <a:pt x="4266203" y="6083299"/>
                  </a:lnTo>
                  <a:lnTo>
                    <a:pt x="4240212" y="6070599"/>
                  </a:lnTo>
                  <a:close/>
                </a:path>
                <a:path w="12192000" h="6845300">
                  <a:moveTo>
                    <a:pt x="4593457" y="6032499"/>
                  </a:moveTo>
                  <a:lnTo>
                    <a:pt x="4577651" y="6032499"/>
                  </a:lnTo>
                  <a:lnTo>
                    <a:pt x="4645088" y="6057899"/>
                  </a:lnTo>
                  <a:lnTo>
                    <a:pt x="4678807" y="6083299"/>
                  </a:lnTo>
                  <a:lnTo>
                    <a:pt x="4664406" y="6057899"/>
                  </a:lnTo>
                  <a:lnTo>
                    <a:pt x="4631039" y="6045199"/>
                  </a:lnTo>
                  <a:lnTo>
                    <a:pt x="4593457" y="6032499"/>
                  </a:lnTo>
                  <a:close/>
                </a:path>
                <a:path w="12192000" h="6845300">
                  <a:moveTo>
                    <a:pt x="5621135" y="5905499"/>
                  </a:moveTo>
                  <a:lnTo>
                    <a:pt x="5395481" y="5905499"/>
                  </a:lnTo>
                  <a:lnTo>
                    <a:pt x="5421122" y="5918199"/>
                  </a:lnTo>
                  <a:lnTo>
                    <a:pt x="5471703" y="5930899"/>
                  </a:lnTo>
                  <a:lnTo>
                    <a:pt x="5522019" y="5956299"/>
                  </a:lnTo>
                  <a:lnTo>
                    <a:pt x="5571806" y="5968999"/>
                  </a:lnTo>
                  <a:lnTo>
                    <a:pt x="5715337" y="6007099"/>
                  </a:lnTo>
                  <a:lnTo>
                    <a:pt x="5760355" y="6032499"/>
                  </a:lnTo>
                  <a:lnTo>
                    <a:pt x="5803519" y="6057899"/>
                  </a:lnTo>
                  <a:lnTo>
                    <a:pt x="5893562" y="6057899"/>
                  </a:lnTo>
                  <a:lnTo>
                    <a:pt x="5896723" y="6045199"/>
                  </a:lnTo>
                  <a:lnTo>
                    <a:pt x="5901991" y="6032499"/>
                  </a:lnTo>
                  <a:lnTo>
                    <a:pt x="5903045" y="6019799"/>
                  </a:lnTo>
                  <a:lnTo>
                    <a:pt x="5893562" y="6007099"/>
                  </a:lnTo>
                  <a:lnTo>
                    <a:pt x="5871083" y="6007099"/>
                  </a:lnTo>
                  <a:lnTo>
                    <a:pt x="5801465" y="5994399"/>
                  </a:lnTo>
                  <a:lnTo>
                    <a:pt x="5752957" y="5981699"/>
                  </a:lnTo>
                  <a:lnTo>
                    <a:pt x="5712902" y="5956299"/>
                  </a:lnTo>
                  <a:lnTo>
                    <a:pt x="5668645" y="5943599"/>
                  </a:lnTo>
                  <a:lnTo>
                    <a:pt x="5643094" y="5918199"/>
                  </a:lnTo>
                  <a:lnTo>
                    <a:pt x="5621135" y="5905499"/>
                  </a:lnTo>
                  <a:close/>
                </a:path>
                <a:path w="12192000" h="6845300">
                  <a:moveTo>
                    <a:pt x="4698507" y="5994399"/>
                  </a:moveTo>
                  <a:lnTo>
                    <a:pt x="4598374" y="5994399"/>
                  </a:lnTo>
                  <a:lnTo>
                    <a:pt x="4611370" y="6007099"/>
                  </a:lnTo>
                  <a:lnTo>
                    <a:pt x="4654222" y="6019799"/>
                  </a:lnTo>
                  <a:lnTo>
                    <a:pt x="4684442" y="6032499"/>
                  </a:lnTo>
                  <a:lnTo>
                    <a:pt x="4723892" y="6032499"/>
                  </a:lnTo>
                  <a:lnTo>
                    <a:pt x="4729491" y="6019799"/>
                  </a:lnTo>
                  <a:lnTo>
                    <a:pt x="4718208" y="6007099"/>
                  </a:lnTo>
                  <a:lnTo>
                    <a:pt x="4698507" y="5994399"/>
                  </a:lnTo>
                  <a:close/>
                </a:path>
                <a:path w="12192000" h="6845300">
                  <a:moveTo>
                    <a:pt x="4372387" y="5943599"/>
                  </a:moveTo>
                  <a:lnTo>
                    <a:pt x="4116451" y="5943599"/>
                  </a:lnTo>
                  <a:lnTo>
                    <a:pt x="4179044" y="5956299"/>
                  </a:lnTo>
                  <a:lnTo>
                    <a:pt x="4228957" y="5981699"/>
                  </a:lnTo>
                  <a:lnTo>
                    <a:pt x="4261987" y="6007099"/>
                  </a:lnTo>
                  <a:lnTo>
                    <a:pt x="4591700" y="6007099"/>
                  </a:lnTo>
                  <a:lnTo>
                    <a:pt x="4598374" y="5994399"/>
                  </a:lnTo>
                  <a:lnTo>
                    <a:pt x="4698507" y="5994399"/>
                  </a:lnTo>
                  <a:lnTo>
                    <a:pt x="4678807" y="5981699"/>
                  </a:lnTo>
                  <a:lnTo>
                    <a:pt x="4521327" y="5981699"/>
                  </a:lnTo>
                  <a:lnTo>
                    <a:pt x="4484447" y="5968999"/>
                  </a:lnTo>
                  <a:lnTo>
                    <a:pt x="4386453" y="5968999"/>
                  </a:lnTo>
                  <a:lnTo>
                    <a:pt x="4382587" y="5956299"/>
                  </a:lnTo>
                  <a:lnTo>
                    <a:pt x="4372387" y="5943599"/>
                  </a:lnTo>
                  <a:close/>
                </a:path>
                <a:path w="12192000" h="6845300">
                  <a:moveTo>
                    <a:pt x="5758561" y="5943599"/>
                  </a:moveTo>
                  <a:lnTo>
                    <a:pt x="5736082" y="5943599"/>
                  </a:lnTo>
                  <a:lnTo>
                    <a:pt x="5871083" y="6007099"/>
                  </a:lnTo>
                  <a:lnTo>
                    <a:pt x="5893562" y="6007099"/>
                  </a:lnTo>
                  <a:lnTo>
                    <a:pt x="5758561" y="5943599"/>
                  </a:lnTo>
                  <a:close/>
                </a:path>
                <a:path w="12192000" h="6845300">
                  <a:moveTo>
                    <a:pt x="4453890" y="5880099"/>
                  </a:moveTo>
                  <a:lnTo>
                    <a:pt x="4386453" y="5880099"/>
                  </a:lnTo>
                  <a:lnTo>
                    <a:pt x="4521327" y="5943599"/>
                  </a:lnTo>
                  <a:lnTo>
                    <a:pt x="4546687" y="5956299"/>
                  </a:lnTo>
                  <a:lnTo>
                    <a:pt x="4555140" y="5968999"/>
                  </a:lnTo>
                  <a:lnTo>
                    <a:pt x="4546687" y="5981699"/>
                  </a:lnTo>
                  <a:lnTo>
                    <a:pt x="4678807" y="5981699"/>
                  </a:lnTo>
                  <a:lnTo>
                    <a:pt x="4628929" y="5968999"/>
                  </a:lnTo>
                  <a:lnTo>
                    <a:pt x="4583255" y="5956299"/>
                  </a:lnTo>
                  <a:lnTo>
                    <a:pt x="4545986" y="5930899"/>
                  </a:lnTo>
                  <a:lnTo>
                    <a:pt x="4521327" y="5918199"/>
                  </a:lnTo>
                  <a:lnTo>
                    <a:pt x="4487608" y="5892799"/>
                  </a:lnTo>
                  <a:lnTo>
                    <a:pt x="4453890" y="5880099"/>
                  </a:lnTo>
                  <a:close/>
                </a:path>
                <a:path w="12192000" h="6845300">
                  <a:moveTo>
                    <a:pt x="4410688" y="5943599"/>
                  </a:moveTo>
                  <a:lnTo>
                    <a:pt x="4386453" y="5968999"/>
                  </a:lnTo>
                  <a:lnTo>
                    <a:pt x="4484447" y="5968999"/>
                  </a:lnTo>
                  <a:lnTo>
                    <a:pt x="4445460" y="5956299"/>
                  </a:lnTo>
                  <a:lnTo>
                    <a:pt x="4410688" y="5943599"/>
                  </a:lnTo>
                  <a:close/>
                </a:path>
                <a:path w="12192000" h="6845300">
                  <a:moveTo>
                    <a:pt x="5458757" y="5956299"/>
                  </a:moveTo>
                  <a:lnTo>
                    <a:pt x="5403911" y="5956299"/>
                  </a:lnTo>
                  <a:lnTo>
                    <a:pt x="5443601" y="5968999"/>
                  </a:lnTo>
                  <a:lnTo>
                    <a:pt x="5458757" y="5956299"/>
                  </a:lnTo>
                  <a:close/>
                </a:path>
                <a:path w="12192000" h="6845300">
                  <a:moveTo>
                    <a:pt x="5421491" y="5943599"/>
                  </a:moveTo>
                  <a:lnTo>
                    <a:pt x="5358251" y="5943599"/>
                  </a:lnTo>
                  <a:lnTo>
                    <a:pt x="5378973" y="5956299"/>
                  </a:lnTo>
                  <a:lnTo>
                    <a:pt x="5446458" y="5956299"/>
                  </a:lnTo>
                  <a:lnTo>
                    <a:pt x="5421491" y="5943599"/>
                  </a:lnTo>
                  <a:close/>
                </a:path>
                <a:path w="12192000" h="6845300">
                  <a:moveTo>
                    <a:pt x="7850517" y="5880111"/>
                  </a:moveTo>
                  <a:lnTo>
                    <a:pt x="7864222" y="5892799"/>
                  </a:lnTo>
                  <a:lnTo>
                    <a:pt x="7892716" y="5905499"/>
                  </a:lnTo>
                  <a:lnTo>
                    <a:pt x="7916995" y="5918199"/>
                  </a:lnTo>
                  <a:lnTo>
                    <a:pt x="7918069" y="5918199"/>
                  </a:lnTo>
                  <a:lnTo>
                    <a:pt x="7873985" y="5892799"/>
                  </a:lnTo>
                  <a:lnTo>
                    <a:pt x="7850517" y="5880111"/>
                  </a:lnTo>
                  <a:close/>
                </a:path>
                <a:path w="12192000" h="6845300">
                  <a:moveTo>
                    <a:pt x="12192000" y="5067300"/>
                  </a:moveTo>
                  <a:lnTo>
                    <a:pt x="6096000" y="5067300"/>
                  </a:lnTo>
                  <a:lnTo>
                    <a:pt x="6143860" y="5080000"/>
                  </a:lnTo>
                  <a:lnTo>
                    <a:pt x="6191082" y="5105400"/>
                  </a:lnTo>
                  <a:lnTo>
                    <a:pt x="6237714" y="5118100"/>
                  </a:lnTo>
                  <a:lnTo>
                    <a:pt x="6329404" y="5168900"/>
                  </a:lnTo>
                  <a:lnTo>
                    <a:pt x="6374562" y="5181600"/>
                  </a:lnTo>
                  <a:lnTo>
                    <a:pt x="6507871" y="5257799"/>
                  </a:lnTo>
                  <a:lnTo>
                    <a:pt x="6551750" y="5270499"/>
                  </a:lnTo>
                  <a:lnTo>
                    <a:pt x="6638968" y="5321299"/>
                  </a:lnTo>
                  <a:lnTo>
                    <a:pt x="6682405" y="5334000"/>
                  </a:lnTo>
                  <a:lnTo>
                    <a:pt x="6725793" y="5359399"/>
                  </a:lnTo>
                  <a:lnTo>
                    <a:pt x="6766588" y="5372099"/>
                  </a:lnTo>
                  <a:lnTo>
                    <a:pt x="6808026" y="5397499"/>
                  </a:lnTo>
                  <a:lnTo>
                    <a:pt x="6850146" y="5410199"/>
                  </a:lnTo>
                  <a:lnTo>
                    <a:pt x="6892987" y="5435599"/>
                  </a:lnTo>
                  <a:lnTo>
                    <a:pt x="6936589" y="5448299"/>
                  </a:lnTo>
                  <a:lnTo>
                    <a:pt x="6980991" y="5473699"/>
                  </a:lnTo>
                  <a:lnTo>
                    <a:pt x="7026234" y="5499099"/>
                  </a:lnTo>
                  <a:lnTo>
                    <a:pt x="7072355" y="5511799"/>
                  </a:lnTo>
                  <a:lnTo>
                    <a:pt x="7119396" y="5537199"/>
                  </a:lnTo>
                  <a:lnTo>
                    <a:pt x="7167395" y="5562599"/>
                  </a:lnTo>
                  <a:lnTo>
                    <a:pt x="7216392" y="5575299"/>
                  </a:lnTo>
                  <a:lnTo>
                    <a:pt x="7266426" y="5600699"/>
                  </a:lnTo>
                  <a:lnTo>
                    <a:pt x="7317538" y="5626099"/>
                  </a:lnTo>
                  <a:lnTo>
                    <a:pt x="7369766" y="5651499"/>
                  </a:lnTo>
                  <a:lnTo>
                    <a:pt x="7423150" y="5676899"/>
                  </a:lnTo>
                  <a:lnTo>
                    <a:pt x="7456888" y="5689599"/>
                  </a:lnTo>
                  <a:lnTo>
                    <a:pt x="7524412" y="5702299"/>
                  </a:lnTo>
                  <a:lnTo>
                    <a:pt x="7558151" y="5714999"/>
                  </a:lnTo>
                  <a:lnTo>
                    <a:pt x="7594816" y="5740399"/>
                  </a:lnTo>
                  <a:lnTo>
                    <a:pt x="7636498" y="5765799"/>
                  </a:lnTo>
                  <a:lnTo>
                    <a:pt x="7681876" y="5791199"/>
                  </a:lnTo>
                  <a:lnTo>
                    <a:pt x="7729632" y="5816599"/>
                  </a:lnTo>
                  <a:lnTo>
                    <a:pt x="7827006" y="5867399"/>
                  </a:lnTo>
                  <a:lnTo>
                    <a:pt x="7850517" y="5880111"/>
                  </a:lnTo>
                  <a:lnTo>
                    <a:pt x="8210423" y="5880099"/>
                  </a:lnTo>
                  <a:lnTo>
                    <a:pt x="8151519" y="5867399"/>
                  </a:lnTo>
                  <a:lnTo>
                    <a:pt x="8106348" y="5841999"/>
                  </a:lnTo>
                  <a:lnTo>
                    <a:pt x="8069913" y="5829299"/>
                  </a:lnTo>
                  <a:lnTo>
                    <a:pt x="8037213" y="5803899"/>
                  </a:lnTo>
                  <a:lnTo>
                    <a:pt x="8003251" y="5778499"/>
                  </a:lnTo>
                  <a:lnTo>
                    <a:pt x="7963027" y="5765799"/>
                  </a:lnTo>
                  <a:lnTo>
                    <a:pt x="7910223" y="5740399"/>
                  </a:lnTo>
                  <a:lnTo>
                    <a:pt x="7865690" y="5714999"/>
                  </a:lnTo>
                  <a:lnTo>
                    <a:pt x="7826673" y="5689599"/>
                  </a:lnTo>
                  <a:lnTo>
                    <a:pt x="7790418" y="5664199"/>
                  </a:lnTo>
                  <a:lnTo>
                    <a:pt x="7754169" y="5651499"/>
                  </a:lnTo>
                  <a:lnTo>
                    <a:pt x="7715172" y="5626099"/>
                  </a:lnTo>
                  <a:lnTo>
                    <a:pt x="7670673" y="5600699"/>
                  </a:lnTo>
                  <a:lnTo>
                    <a:pt x="7620373" y="5587999"/>
                  </a:lnTo>
                  <a:lnTo>
                    <a:pt x="7572216" y="5562599"/>
                  </a:lnTo>
                  <a:lnTo>
                    <a:pt x="7528298" y="5537199"/>
                  </a:lnTo>
                  <a:lnTo>
                    <a:pt x="7490714" y="5511799"/>
                  </a:lnTo>
                  <a:lnTo>
                    <a:pt x="7444942" y="5486399"/>
                  </a:lnTo>
                  <a:lnTo>
                    <a:pt x="7397876" y="5473699"/>
                  </a:lnTo>
                  <a:lnTo>
                    <a:pt x="7204060" y="5372099"/>
                  </a:lnTo>
                  <a:lnTo>
                    <a:pt x="7156069" y="5359399"/>
                  </a:lnTo>
                  <a:lnTo>
                    <a:pt x="7109003" y="5334000"/>
                  </a:lnTo>
                  <a:lnTo>
                    <a:pt x="7063232" y="5308599"/>
                  </a:lnTo>
                  <a:lnTo>
                    <a:pt x="7042860" y="5295899"/>
                  </a:lnTo>
                  <a:lnTo>
                    <a:pt x="6993687" y="5283199"/>
                  </a:lnTo>
                  <a:lnTo>
                    <a:pt x="6973316" y="5270499"/>
                  </a:lnTo>
                  <a:lnTo>
                    <a:pt x="12192000" y="5270499"/>
                  </a:lnTo>
                  <a:lnTo>
                    <a:pt x="12192000" y="5105400"/>
                  </a:lnTo>
                  <a:lnTo>
                    <a:pt x="12179004" y="5105400"/>
                  </a:lnTo>
                  <a:lnTo>
                    <a:pt x="12172330" y="5092700"/>
                  </a:lnTo>
                  <a:lnTo>
                    <a:pt x="12169872" y="5092700"/>
                  </a:lnTo>
                  <a:lnTo>
                    <a:pt x="12169521" y="5080000"/>
                  </a:lnTo>
                  <a:lnTo>
                    <a:pt x="12192000" y="5080000"/>
                  </a:lnTo>
                  <a:lnTo>
                    <a:pt x="12192000" y="5067300"/>
                  </a:lnTo>
                  <a:close/>
                </a:path>
                <a:path w="12192000" h="6845300">
                  <a:moveTo>
                    <a:pt x="4206494" y="5778499"/>
                  </a:moveTo>
                  <a:lnTo>
                    <a:pt x="4240916" y="5816599"/>
                  </a:lnTo>
                  <a:lnTo>
                    <a:pt x="4279566" y="5841999"/>
                  </a:lnTo>
                  <a:lnTo>
                    <a:pt x="4326669" y="5854699"/>
                  </a:lnTo>
                  <a:lnTo>
                    <a:pt x="4386453" y="5880099"/>
                  </a:lnTo>
                  <a:lnTo>
                    <a:pt x="4313285" y="5841999"/>
                  </a:lnTo>
                  <a:lnTo>
                    <a:pt x="4206494" y="5778499"/>
                  </a:lnTo>
                  <a:close/>
                </a:path>
                <a:path w="12192000" h="6845300">
                  <a:moveTo>
                    <a:pt x="7400671" y="5829299"/>
                  </a:moveTo>
                  <a:lnTo>
                    <a:pt x="7315267" y="5829299"/>
                  </a:lnTo>
                  <a:lnTo>
                    <a:pt x="7352887" y="5841999"/>
                  </a:lnTo>
                  <a:lnTo>
                    <a:pt x="7386268" y="5841999"/>
                  </a:lnTo>
                  <a:lnTo>
                    <a:pt x="7400671" y="5829299"/>
                  </a:lnTo>
                  <a:close/>
                </a:path>
                <a:path w="12192000" h="6845300">
                  <a:moveTo>
                    <a:pt x="3419221" y="5422899"/>
                  </a:moveTo>
                  <a:lnTo>
                    <a:pt x="2742235" y="5422899"/>
                  </a:lnTo>
                  <a:lnTo>
                    <a:pt x="2791408" y="5448299"/>
                  </a:lnTo>
                  <a:lnTo>
                    <a:pt x="2811780" y="5473699"/>
                  </a:lnTo>
                  <a:lnTo>
                    <a:pt x="2857571" y="5486399"/>
                  </a:lnTo>
                  <a:lnTo>
                    <a:pt x="2899813" y="5511799"/>
                  </a:lnTo>
                  <a:lnTo>
                    <a:pt x="2940475" y="5524499"/>
                  </a:lnTo>
                  <a:lnTo>
                    <a:pt x="2981529" y="5549899"/>
                  </a:lnTo>
                  <a:lnTo>
                    <a:pt x="3024943" y="5562599"/>
                  </a:lnTo>
                  <a:lnTo>
                    <a:pt x="3072690" y="5587999"/>
                  </a:lnTo>
                  <a:lnTo>
                    <a:pt x="3126740" y="5600699"/>
                  </a:lnTo>
                  <a:lnTo>
                    <a:pt x="3086679" y="5587999"/>
                  </a:lnTo>
                  <a:lnTo>
                    <a:pt x="3042380" y="5562599"/>
                  </a:lnTo>
                  <a:lnTo>
                    <a:pt x="3006510" y="5537199"/>
                  </a:lnTo>
                  <a:lnTo>
                    <a:pt x="2991739" y="5511799"/>
                  </a:lnTo>
                  <a:lnTo>
                    <a:pt x="3574875" y="5511799"/>
                  </a:lnTo>
                  <a:lnTo>
                    <a:pt x="3558438" y="5499099"/>
                  </a:lnTo>
                  <a:lnTo>
                    <a:pt x="3504829" y="5473699"/>
                  </a:lnTo>
                  <a:lnTo>
                    <a:pt x="3455548" y="5448299"/>
                  </a:lnTo>
                  <a:lnTo>
                    <a:pt x="3419221" y="5422899"/>
                  </a:lnTo>
                  <a:close/>
                </a:path>
                <a:path w="12192000" h="6845300">
                  <a:moveTo>
                    <a:pt x="12192000" y="5524499"/>
                  </a:moveTo>
                  <a:lnTo>
                    <a:pt x="12158279" y="5524499"/>
                  </a:lnTo>
                  <a:lnTo>
                    <a:pt x="12192000" y="5537199"/>
                  </a:lnTo>
                  <a:lnTo>
                    <a:pt x="12192000" y="5524499"/>
                  </a:lnTo>
                  <a:close/>
                </a:path>
                <a:path w="12192000" h="6845300">
                  <a:moveTo>
                    <a:pt x="6896637" y="5448299"/>
                  </a:moveTo>
                  <a:lnTo>
                    <a:pt x="6769473" y="5448299"/>
                  </a:lnTo>
                  <a:lnTo>
                    <a:pt x="6798976" y="5460999"/>
                  </a:lnTo>
                  <a:lnTo>
                    <a:pt x="6836910" y="5473699"/>
                  </a:lnTo>
                  <a:lnTo>
                    <a:pt x="6883273" y="5486399"/>
                  </a:lnTo>
                  <a:lnTo>
                    <a:pt x="6928231" y="5486399"/>
                  </a:lnTo>
                  <a:lnTo>
                    <a:pt x="6943036" y="5473699"/>
                  </a:lnTo>
                  <a:lnTo>
                    <a:pt x="6928278" y="5460999"/>
                  </a:lnTo>
                  <a:lnTo>
                    <a:pt x="6896637" y="5448299"/>
                  </a:lnTo>
                  <a:close/>
                </a:path>
                <a:path w="12192000" h="6845300">
                  <a:moveTo>
                    <a:pt x="6208522" y="5270499"/>
                  </a:moveTo>
                  <a:lnTo>
                    <a:pt x="6245752" y="5283199"/>
                  </a:lnTo>
                  <a:lnTo>
                    <a:pt x="6328644" y="5321299"/>
                  </a:lnTo>
                  <a:lnTo>
                    <a:pt x="6365875" y="5334000"/>
                  </a:lnTo>
                  <a:lnTo>
                    <a:pt x="6396154" y="5346699"/>
                  </a:lnTo>
                  <a:lnTo>
                    <a:pt x="6447145" y="5384036"/>
                  </a:lnTo>
                  <a:lnTo>
                    <a:pt x="6478397" y="5397499"/>
                  </a:lnTo>
                  <a:lnTo>
                    <a:pt x="3464179" y="5397499"/>
                  </a:lnTo>
                  <a:lnTo>
                    <a:pt x="3484550" y="5410199"/>
                  </a:lnTo>
                  <a:lnTo>
                    <a:pt x="3533723" y="5435599"/>
                  </a:lnTo>
                  <a:lnTo>
                    <a:pt x="3554095" y="5448299"/>
                  </a:lnTo>
                  <a:lnTo>
                    <a:pt x="3554446" y="5435599"/>
                  </a:lnTo>
                  <a:lnTo>
                    <a:pt x="3556904" y="5422899"/>
                  </a:lnTo>
                  <a:lnTo>
                    <a:pt x="6563568" y="5422899"/>
                  </a:lnTo>
                  <a:lnTo>
                    <a:pt x="6388481" y="5334000"/>
                  </a:lnTo>
                  <a:lnTo>
                    <a:pt x="6366631" y="5321299"/>
                  </a:lnTo>
                  <a:lnTo>
                    <a:pt x="6332172" y="5295899"/>
                  </a:lnTo>
                  <a:lnTo>
                    <a:pt x="6280878" y="5283199"/>
                  </a:lnTo>
                  <a:lnTo>
                    <a:pt x="6208522" y="5270499"/>
                  </a:lnTo>
                  <a:close/>
                </a:path>
                <a:path w="12192000" h="6845300">
                  <a:moveTo>
                    <a:pt x="6723738" y="5372099"/>
                  </a:moveTo>
                  <a:lnTo>
                    <a:pt x="6613398" y="5372099"/>
                  </a:lnTo>
                  <a:lnTo>
                    <a:pt x="6613398" y="5377823"/>
                  </a:lnTo>
                  <a:lnTo>
                    <a:pt x="6640796" y="5384799"/>
                  </a:lnTo>
                  <a:lnTo>
                    <a:pt x="6686470" y="5397499"/>
                  </a:lnTo>
                  <a:lnTo>
                    <a:pt x="6723739" y="5410199"/>
                  </a:lnTo>
                  <a:lnTo>
                    <a:pt x="6748399" y="5448299"/>
                  </a:lnTo>
                  <a:lnTo>
                    <a:pt x="6860794" y="5448299"/>
                  </a:lnTo>
                  <a:lnTo>
                    <a:pt x="6816797" y="5422899"/>
                  </a:lnTo>
                  <a:lnTo>
                    <a:pt x="6770977" y="5397499"/>
                  </a:lnTo>
                  <a:lnTo>
                    <a:pt x="6723738" y="5372099"/>
                  </a:lnTo>
                  <a:close/>
                </a:path>
                <a:path w="12192000" h="6845300">
                  <a:moveTo>
                    <a:pt x="5308727" y="1384299"/>
                  </a:moveTo>
                  <a:lnTo>
                    <a:pt x="5263642" y="1384299"/>
                  </a:lnTo>
                  <a:lnTo>
                    <a:pt x="5248910" y="1396999"/>
                  </a:lnTo>
                  <a:lnTo>
                    <a:pt x="5263705" y="1409699"/>
                  </a:lnTo>
                  <a:lnTo>
                    <a:pt x="5295360" y="1422399"/>
                  </a:lnTo>
                  <a:lnTo>
                    <a:pt x="5331206" y="1435099"/>
                  </a:lnTo>
                  <a:lnTo>
                    <a:pt x="5375202" y="1447799"/>
                  </a:lnTo>
                  <a:lnTo>
                    <a:pt x="5421022" y="1473199"/>
                  </a:lnTo>
                  <a:lnTo>
                    <a:pt x="5468261" y="1498599"/>
                  </a:lnTo>
                  <a:lnTo>
                    <a:pt x="5663296" y="1600199"/>
                  </a:lnTo>
                  <a:lnTo>
                    <a:pt x="5711548" y="1612899"/>
                  </a:lnTo>
                  <a:lnTo>
                    <a:pt x="5758787" y="1638299"/>
                  </a:lnTo>
                  <a:lnTo>
                    <a:pt x="5804607" y="1663699"/>
                  </a:lnTo>
                  <a:lnTo>
                    <a:pt x="5848604" y="1676399"/>
                  </a:lnTo>
                  <a:lnTo>
                    <a:pt x="5888784" y="1701799"/>
                  </a:lnTo>
                  <a:lnTo>
                    <a:pt x="5937720" y="1727199"/>
                  </a:lnTo>
                  <a:lnTo>
                    <a:pt x="5989161" y="1739899"/>
                  </a:lnTo>
                  <a:lnTo>
                    <a:pt x="6036855" y="1765299"/>
                  </a:lnTo>
                  <a:lnTo>
                    <a:pt x="6074552" y="1790699"/>
                  </a:lnTo>
                  <a:lnTo>
                    <a:pt x="6096000" y="1816099"/>
                  </a:lnTo>
                  <a:lnTo>
                    <a:pt x="0" y="1816099"/>
                  </a:lnTo>
                  <a:lnTo>
                    <a:pt x="0" y="4521200"/>
                  </a:lnTo>
                  <a:lnTo>
                    <a:pt x="742315" y="4521200"/>
                  </a:lnTo>
                  <a:lnTo>
                    <a:pt x="787304" y="4546600"/>
                  </a:lnTo>
                  <a:lnTo>
                    <a:pt x="832294" y="4559300"/>
                  </a:lnTo>
                  <a:lnTo>
                    <a:pt x="922274" y="4610100"/>
                  </a:lnTo>
                  <a:lnTo>
                    <a:pt x="967263" y="4622800"/>
                  </a:lnTo>
                  <a:lnTo>
                    <a:pt x="1057243" y="4660900"/>
                  </a:lnTo>
                  <a:lnTo>
                    <a:pt x="1102233" y="4686300"/>
                  </a:lnTo>
                  <a:lnTo>
                    <a:pt x="1147222" y="4699000"/>
                  </a:lnTo>
                  <a:lnTo>
                    <a:pt x="1237202" y="4749800"/>
                  </a:lnTo>
                  <a:lnTo>
                    <a:pt x="1282192" y="4762500"/>
                  </a:lnTo>
                  <a:lnTo>
                    <a:pt x="1299051" y="4775200"/>
                  </a:lnTo>
                  <a:lnTo>
                    <a:pt x="1332769" y="4775200"/>
                  </a:lnTo>
                  <a:lnTo>
                    <a:pt x="1349629" y="4787900"/>
                  </a:lnTo>
                  <a:lnTo>
                    <a:pt x="1501487" y="4864100"/>
                  </a:lnTo>
                  <a:lnTo>
                    <a:pt x="1552067" y="4876800"/>
                  </a:lnTo>
                  <a:lnTo>
                    <a:pt x="1568648" y="4889500"/>
                  </a:lnTo>
                  <a:lnTo>
                    <a:pt x="1583086" y="4902200"/>
                  </a:lnTo>
                  <a:lnTo>
                    <a:pt x="1664589" y="4902200"/>
                  </a:lnTo>
                  <a:lnTo>
                    <a:pt x="1755584" y="4953000"/>
                  </a:lnTo>
                  <a:lnTo>
                    <a:pt x="1800204" y="4965700"/>
                  </a:lnTo>
                  <a:lnTo>
                    <a:pt x="1931735" y="5041900"/>
                  </a:lnTo>
                  <a:lnTo>
                    <a:pt x="1975132" y="5054600"/>
                  </a:lnTo>
                  <a:lnTo>
                    <a:pt x="2193191" y="5181600"/>
                  </a:lnTo>
                  <a:lnTo>
                    <a:pt x="2237708" y="5194300"/>
                  </a:lnTo>
                  <a:lnTo>
                    <a:pt x="2282757" y="5219700"/>
                  </a:lnTo>
                  <a:lnTo>
                    <a:pt x="2374844" y="5270499"/>
                  </a:lnTo>
                  <a:lnTo>
                    <a:pt x="2422079" y="5283199"/>
                  </a:lnTo>
                  <a:lnTo>
                    <a:pt x="2470240" y="5308599"/>
                  </a:lnTo>
                  <a:lnTo>
                    <a:pt x="2519426" y="5334000"/>
                  </a:lnTo>
                  <a:lnTo>
                    <a:pt x="2527153" y="5346699"/>
                  </a:lnTo>
                  <a:lnTo>
                    <a:pt x="2547524" y="5372099"/>
                  </a:lnTo>
                  <a:lnTo>
                    <a:pt x="2576325" y="5384799"/>
                  </a:lnTo>
                  <a:lnTo>
                    <a:pt x="2609342" y="5397499"/>
                  </a:lnTo>
                  <a:lnTo>
                    <a:pt x="2623744" y="5410199"/>
                  </a:lnTo>
                  <a:lnTo>
                    <a:pt x="2640266" y="5410199"/>
                  </a:lnTo>
                  <a:lnTo>
                    <a:pt x="2669456" y="5422899"/>
                  </a:lnTo>
                  <a:lnTo>
                    <a:pt x="3398775" y="5422899"/>
                  </a:lnTo>
                  <a:lnTo>
                    <a:pt x="3349551" y="5397499"/>
                  </a:lnTo>
                  <a:lnTo>
                    <a:pt x="3329178" y="5372099"/>
                  </a:lnTo>
                  <a:lnTo>
                    <a:pt x="3312669" y="5359399"/>
                  </a:lnTo>
                  <a:lnTo>
                    <a:pt x="3298269" y="5359399"/>
                  </a:lnTo>
                  <a:lnTo>
                    <a:pt x="3288083" y="5346699"/>
                  </a:lnTo>
                  <a:lnTo>
                    <a:pt x="3284220" y="5334000"/>
                  </a:lnTo>
                  <a:lnTo>
                    <a:pt x="3270873" y="5334000"/>
                  </a:lnTo>
                  <a:lnTo>
                    <a:pt x="3261741" y="5321299"/>
                  </a:lnTo>
                  <a:lnTo>
                    <a:pt x="3239262" y="5308599"/>
                  </a:lnTo>
                  <a:lnTo>
                    <a:pt x="6288137" y="5308599"/>
                  </a:lnTo>
                  <a:lnTo>
                    <a:pt x="6271172" y="5295899"/>
                  </a:lnTo>
                  <a:lnTo>
                    <a:pt x="6231001" y="5283199"/>
                  </a:lnTo>
                  <a:lnTo>
                    <a:pt x="6197560" y="5270499"/>
                  </a:lnTo>
                  <a:lnTo>
                    <a:pt x="6166262" y="5270499"/>
                  </a:lnTo>
                  <a:lnTo>
                    <a:pt x="6139203" y="5257799"/>
                  </a:lnTo>
                  <a:lnTo>
                    <a:pt x="6118479" y="5245099"/>
                  </a:lnTo>
                  <a:lnTo>
                    <a:pt x="6117776" y="5232399"/>
                  </a:lnTo>
                  <a:lnTo>
                    <a:pt x="6112859" y="5232399"/>
                  </a:lnTo>
                  <a:lnTo>
                    <a:pt x="6099512" y="5219700"/>
                  </a:lnTo>
                  <a:lnTo>
                    <a:pt x="6028563" y="5219700"/>
                  </a:lnTo>
                  <a:lnTo>
                    <a:pt x="5978263" y="5194300"/>
                  </a:lnTo>
                  <a:lnTo>
                    <a:pt x="5930106" y="5168900"/>
                  </a:lnTo>
                  <a:lnTo>
                    <a:pt x="5886188" y="5143500"/>
                  </a:lnTo>
                  <a:lnTo>
                    <a:pt x="5848604" y="5130800"/>
                  </a:lnTo>
                  <a:lnTo>
                    <a:pt x="6202838" y="5130800"/>
                  </a:lnTo>
                  <a:lnTo>
                    <a:pt x="6155144" y="5105400"/>
                  </a:lnTo>
                  <a:lnTo>
                    <a:pt x="6117447" y="5080000"/>
                  </a:lnTo>
                  <a:lnTo>
                    <a:pt x="6096000" y="5067300"/>
                  </a:lnTo>
                  <a:lnTo>
                    <a:pt x="12192000" y="5067300"/>
                  </a:lnTo>
                  <a:lnTo>
                    <a:pt x="12192000" y="4343400"/>
                  </a:lnTo>
                  <a:lnTo>
                    <a:pt x="67483" y="4343400"/>
                  </a:lnTo>
                  <a:lnTo>
                    <a:pt x="50612" y="4330700"/>
                  </a:lnTo>
                  <a:lnTo>
                    <a:pt x="16870" y="4318000"/>
                  </a:lnTo>
                  <a:lnTo>
                    <a:pt x="12192000" y="4318000"/>
                  </a:lnTo>
                  <a:lnTo>
                    <a:pt x="12192000" y="2692399"/>
                  </a:lnTo>
                  <a:lnTo>
                    <a:pt x="12158630" y="2679699"/>
                  </a:lnTo>
                  <a:lnTo>
                    <a:pt x="12127357" y="2654299"/>
                  </a:lnTo>
                  <a:lnTo>
                    <a:pt x="12100274" y="2641599"/>
                  </a:lnTo>
                  <a:lnTo>
                    <a:pt x="12079478" y="2628899"/>
                  </a:lnTo>
                  <a:lnTo>
                    <a:pt x="12192000" y="2628899"/>
                  </a:lnTo>
                  <a:lnTo>
                    <a:pt x="12192000" y="2489199"/>
                  </a:lnTo>
                  <a:lnTo>
                    <a:pt x="12079478" y="2489199"/>
                  </a:lnTo>
                  <a:lnTo>
                    <a:pt x="12030924" y="2463799"/>
                  </a:lnTo>
                  <a:lnTo>
                    <a:pt x="11983288" y="2438399"/>
                  </a:lnTo>
                  <a:lnTo>
                    <a:pt x="11584686" y="2438399"/>
                  </a:lnTo>
                  <a:lnTo>
                    <a:pt x="11539399" y="2425699"/>
                  </a:lnTo>
                  <a:lnTo>
                    <a:pt x="11536854" y="2425699"/>
                  </a:lnTo>
                  <a:lnTo>
                    <a:pt x="11531346" y="2423465"/>
                  </a:lnTo>
                  <a:lnTo>
                    <a:pt x="11493635" y="2412999"/>
                  </a:lnTo>
                  <a:lnTo>
                    <a:pt x="11401158" y="2362199"/>
                  </a:lnTo>
                  <a:lnTo>
                    <a:pt x="11354684" y="2349499"/>
                  </a:lnTo>
                  <a:lnTo>
                    <a:pt x="11308212" y="2324099"/>
                  </a:lnTo>
                  <a:lnTo>
                    <a:pt x="11261861" y="2311399"/>
                  </a:lnTo>
                  <a:lnTo>
                    <a:pt x="11124739" y="2235199"/>
                  </a:lnTo>
                  <a:lnTo>
                    <a:pt x="11080073" y="2222499"/>
                  </a:lnTo>
                  <a:lnTo>
                    <a:pt x="11036127" y="2197099"/>
                  </a:lnTo>
                  <a:lnTo>
                    <a:pt x="10993021" y="2171699"/>
                  </a:lnTo>
                  <a:lnTo>
                    <a:pt x="10950875" y="2146299"/>
                  </a:lnTo>
                  <a:lnTo>
                    <a:pt x="10909808" y="2133599"/>
                  </a:lnTo>
                  <a:lnTo>
                    <a:pt x="10892948" y="2133599"/>
                  </a:lnTo>
                  <a:lnTo>
                    <a:pt x="10876089" y="2120899"/>
                  </a:lnTo>
                  <a:lnTo>
                    <a:pt x="10859230" y="2120899"/>
                  </a:lnTo>
                  <a:lnTo>
                    <a:pt x="10842371" y="2108199"/>
                  </a:lnTo>
                  <a:lnTo>
                    <a:pt x="10690512" y="2031999"/>
                  </a:lnTo>
                  <a:lnTo>
                    <a:pt x="10639933" y="2019299"/>
                  </a:lnTo>
                  <a:lnTo>
                    <a:pt x="10623351" y="2006599"/>
                  </a:lnTo>
                  <a:lnTo>
                    <a:pt x="10608913" y="1993899"/>
                  </a:lnTo>
                  <a:lnTo>
                    <a:pt x="10527411" y="1993899"/>
                  </a:lnTo>
                  <a:lnTo>
                    <a:pt x="10347629" y="1892299"/>
                  </a:lnTo>
                  <a:lnTo>
                    <a:pt x="10303818" y="1866899"/>
                  </a:lnTo>
                  <a:lnTo>
                    <a:pt x="10260264" y="1854199"/>
                  </a:lnTo>
                  <a:lnTo>
                    <a:pt x="10108398" y="1765299"/>
                  </a:lnTo>
                  <a:lnTo>
                    <a:pt x="6329346" y="1765299"/>
                  </a:lnTo>
                  <a:lnTo>
                    <a:pt x="6314946" y="1752599"/>
                  </a:lnTo>
                  <a:lnTo>
                    <a:pt x="6298438" y="1739899"/>
                  </a:lnTo>
                  <a:lnTo>
                    <a:pt x="6231001" y="1739899"/>
                  </a:lnTo>
                  <a:lnTo>
                    <a:pt x="6168056" y="1727199"/>
                  </a:lnTo>
                  <a:lnTo>
                    <a:pt x="6115685" y="1714499"/>
                  </a:lnTo>
                  <a:lnTo>
                    <a:pt x="6075981" y="1689099"/>
                  </a:lnTo>
                  <a:lnTo>
                    <a:pt x="6051042" y="1650999"/>
                  </a:lnTo>
                  <a:lnTo>
                    <a:pt x="5944139" y="1650999"/>
                  </a:lnTo>
                  <a:lnTo>
                    <a:pt x="5910421" y="1638299"/>
                  </a:lnTo>
                  <a:lnTo>
                    <a:pt x="5893562" y="1638299"/>
                  </a:lnTo>
                  <a:lnTo>
                    <a:pt x="5846590" y="1612899"/>
                  </a:lnTo>
                  <a:lnTo>
                    <a:pt x="5801596" y="1587499"/>
                  </a:lnTo>
                  <a:lnTo>
                    <a:pt x="5670567" y="1511299"/>
                  </a:lnTo>
                  <a:lnTo>
                    <a:pt x="5625573" y="1498599"/>
                  </a:lnTo>
                  <a:lnTo>
                    <a:pt x="5551203" y="1498599"/>
                  </a:lnTo>
                  <a:lnTo>
                    <a:pt x="5505529" y="1485899"/>
                  </a:lnTo>
                  <a:lnTo>
                    <a:pt x="5468260" y="1460499"/>
                  </a:lnTo>
                  <a:lnTo>
                    <a:pt x="5443601" y="1435099"/>
                  </a:lnTo>
                  <a:lnTo>
                    <a:pt x="5422526" y="1422399"/>
                  </a:lnTo>
                  <a:lnTo>
                    <a:pt x="5393023" y="1409699"/>
                  </a:lnTo>
                  <a:lnTo>
                    <a:pt x="5355089" y="1396999"/>
                  </a:lnTo>
                  <a:lnTo>
                    <a:pt x="5308727" y="1384299"/>
                  </a:lnTo>
                  <a:close/>
                </a:path>
                <a:path w="12192000" h="6845300">
                  <a:moveTo>
                    <a:pt x="7379976" y="5417602"/>
                  </a:moveTo>
                  <a:lnTo>
                    <a:pt x="7381001" y="5422899"/>
                  </a:lnTo>
                  <a:lnTo>
                    <a:pt x="7389431" y="5422899"/>
                  </a:lnTo>
                  <a:lnTo>
                    <a:pt x="7387357" y="5419491"/>
                  </a:lnTo>
                  <a:lnTo>
                    <a:pt x="7379976" y="5417602"/>
                  </a:lnTo>
                  <a:close/>
                </a:path>
                <a:path w="12192000" h="6845300">
                  <a:moveTo>
                    <a:pt x="12192000" y="5270499"/>
                  </a:moveTo>
                  <a:lnTo>
                    <a:pt x="7040753" y="5270499"/>
                  </a:lnTo>
                  <a:lnTo>
                    <a:pt x="7082987" y="5283199"/>
                  </a:lnTo>
                  <a:lnTo>
                    <a:pt x="7168485" y="5334000"/>
                  </a:lnTo>
                  <a:lnTo>
                    <a:pt x="7212282" y="5346699"/>
                  </a:lnTo>
                  <a:lnTo>
                    <a:pt x="7257132" y="5372099"/>
                  </a:lnTo>
                  <a:lnTo>
                    <a:pt x="7303303" y="5384799"/>
                  </a:lnTo>
                  <a:lnTo>
                    <a:pt x="7351060" y="5410199"/>
                  </a:lnTo>
                  <a:lnTo>
                    <a:pt x="7379976" y="5417602"/>
                  </a:lnTo>
                  <a:lnTo>
                    <a:pt x="7378543" y="5410199"/>
                  </a:lnTo>
                  <a:lnTo>
                    <a:pt x="7378192" y="5397499"/>
                  </a:lnTo>
                  <a:lnTo>
                    <a:pt x="12192000" y="5397499"/>
                  </a:lnTo>
                  <a:lnTo>
                    <a:pt x="12192000" y="5270499"/>
                  </a:lnTo>
                  <a:close/>
                </a:path>
                <a:path w="12192000" h="6845300">
                  <a:moveTo>
                    <a:pt x="6288137" y="5308599"/>
                  </a:moveTo>
                  <a:lnTo>
                    <a:pt x="3252608" y="5308599"/>
                  </a:lnTo>
                  <a:lnTo>
                    <a:pt x="3261741" y="5321299"/>
                  </a:lnTo>
                  <a:lnTo>
                    <a:pt x="3306699" y="5346699"/>
                  </a:lnTo>
                  <a:lnTo>
                    <a:pt x="3374136" y="5372099"/>
                  </a:lnTo>
                  <a:lnTo>
                    <a:pt x="3400903" y="5384799"/>
                  </a:lnTo>
                  <a:lnTo>
                    <a:pt x="3437483" y="5397499"/>
                  </a:lnTo>
                  <a:lnTo>
                    <a:pt x="6478397" y="5397499"/>
                  </a:lnTo>
                  <a:lnTo>
                    <a:pt x="6448188" y="5384799"/>
                  </a:lnTo>
                  <a:lnTo>
                    <a:pt x="6447145" y="5384036"/>
                  </a:lnTo>
                  <a:lnTo>
                    <a:pt x="6419440" y="5372099"/>
                  </a:lnTo>
                  <a:lnTo>
                    <a:pt x="6374238" y="5359399"/>
                  </a:lnTo>
                  <a:lnTo>
                    <a:pt x="6337792" y="5334000"/>
                  </a:lnTo>
                  <a:lnTo>
                    <a:pt x="6305103" y="5321299"/>
                  </a:lnTo>
                  <a:lnTo>
                    <a:pt x="6288137" y="5308599"/>
                  </a:lnTo>
                  <a:close/>
                </a:path>
                <a:path w="12192000" h="6845300">
                  <a:moveTo>
                    <a:pt x="6202838" y="5130800"/>
                  </a:moveTo>
                  <a:lnTo>
                    <a:pt x="5910421" y="5130800"/>
                  </a:lnTo>
                  <a:lnTo>
                    <a:pt x="5944139" y="5143500"/>
                  </a:lnTo>
                  <a:lnTo>
                    <a:pt x="5960999" y="5156200"/>
                  </a:lnTo>
                  <a:lnTo>
                    <a:pt x="6023943" y="5168900"/>
                  </a:lnTo>
                  <a:lnTo>
                    <a:pt x="6076315" y="5181600"/>
                  </a:lnTo>
                  <a:lnTo>
                    <a:pt x="6116018" y="5207000"/>
                  </a:lnTo>
                  <a:lnTo>
                    <a:pt x="6140958" y="5219700"/>
                  </a:lnTo>
                  <a:lnTo>
                    <a:pt x="6247860" y="5219700"/>
                  </a:lnTo>
                  <a:lnTo>
                    <a:pt x="6281578" y="5245099"/>
                  </a:lnTo>
                  <a:lnTo>
                    <a:pt x="6298438" y="5245099"/>
                  </a:lnTo>
                  <a:lnTo>
                    <a:pt x="6345409" y="5257799"/>
                  </a:lnTo>
                  <a:lnTo>
                    <a:pt x="6390403" y="5283199"/>
                  </a:lnTo>
                  <a:lnTo>
                    <a:pt x="6521432" y="5359399"/>
                  </a:lnTo>
                  <a:lnTo>
                    <a:pt x="6566426" y="5384799"/>
                  </a:lnTo>
                  <a:lnTo>
                    <a:pt x="6613398" y="5397499"/>
                  </a:lnTo>
                  <a:lnTo>
                    <a:pt x="6613398" y="5377823"/>
                  </a:lnTo>
                  <a:lnTo>
                    <a:pt x="6590919" y="5372099"/>
                  </a:lnTo>
                  <a:lnTo>
                    <a:pt x="6723738" y="5372099"/>
                  </a:lnTo>
                  <a:lnTo>
                    <a:pt x="6577563" y="5295899"/>
                  </a:lnTo>
                  <a:lnTo>
                    <a:pt x="6528703" y="5283199"/>
                  </a:lnTo>
                  <a:lnTo>
                    <a:pt x="6480451" y="5257799"/>
                  </a:lnTo>
                  <a:lnTo>
                    <a:pt x="6433212" y="5232399"/>
                  </a:lnTo>
                  <a:lnTo>
                    <a:pt x="6387392" y="5219700"/>
                  </a:lnTo>
                  <a:lnTo>
                    <a:pt x="6343396" y="5194300"/>
                  </a:lnTo>
                  <a:lnTo>
                    <a:pt x="6303215" y="5168900"/>
                  </a:lnTo>
                  <a:lnTo>
                    <a:pt x="6254279" y="5156200"/>
                  </a:lnTo>
                  <a:lnTo>
                    <a:pt x="6202838" y="5130800"/>
                  </a:lnTo>
                  <a:close/>
                </a:path>
                <a:path w="12192000" h="6845300">
                  <a:moveTo>
                    <a:pt x="1440706" y="4953000"/>
                  </a:moveTo>
                  <a:lnTo>
                    <a:pt x="1439672" y="4953000"/>
                  </a:lnTo>
                  <a:lnTo>
                    <a:pt x="1473392" y="4965700"/>
                  </a:lnTo>
                  <a:lnTo>
                    <a:pt x="1574673" y="5016500"/>
                  </a:lnTo>
                  <a:lnTo>
                    <a:pt x="1614526" y="5041900"/>
                  </a:lnTo>
                  <a:lnTo>
                    <a:pt x="1656749" y="5054600"/>
                  </a:lnTo>
                  <a:lnTo>
                    <a:pt x="1700946" y="5080000"/>
                  </a:lnTo>
                  <a:lnTo>
                    <a:pt x="1746717" y="5092700"/>
                  </a:lnTo>
                  <a:lnTo>
                    <a:pt x="1793666" y="5118100"/>
                  </a:lnTo>
                  <a:lnTo>
                    <a:pt x="1889506" y="5168900"/>
                  </a:lnTo>
                  <a:lnTo>
                    <a:pt x="1911985" y="5168900"/>
                  </a:lnTo>
                  <a:lnTo>
                    <a:pt x="1932376" y="5194300"/>
                  </a:lnTo>
                  <a:lnTo>
                    <a:pt x="1981636" y="5207000"/>
                  </a:lnTo>
                  <a:lnTo>
                    <a:pt x="2002027" y="5219700"/>
                  </a:lnTo>
                  <a:lnTo>
                    <a:pt x="2019238" y="5219700"/>
                  </a:lnTo>
                  <a:lnTo>
                    <a:pt x="2038556" y="5232399"/>
                  </a:lnTo>
                  <a:lnTo>
                    <a:pt x="2062089" y="5245099"/>
                  </a:lnTo>
                  <a:lnTo>
                    <a:pt x="2091944" y="5245099"/>
                  </a:lnTo>
                  <a:lnTo>
                    <a:pt x="2122574" y="5257799"/>
                  </a:lnTo>
                  <a:lnTo>
                    <a:pt x="2151062" y="5270499"/>
                  </a:lnTo>
                  <a:lnTo>
                    <a:pt x="2183741" y="5295899"/>
                  </a:lnTo>
                  <a:lnTo>
                    <a:pt x="2226945" y="5308599"/>
                  </a:lnTo>
                  <a:lnTo>
                    <a:pt x="2218864" y="5295899"/>
                  </a:lnTo>
                  <a:lnTo>
                    <a:pt x="2196020" y="5270499"/>
                  </a:lnTo>
                  <a:lnTo>
                    <a:pt x="2160508" y="5257799"/>
                  </a:lnTo>
                  <a:lnTo>
                    <a:pt x="2114423" y="5245099"/>
                  </a:lnTo>
                  <a:lnTo>
                    <a:pt x="2069455" y="5207000"/>
                  </a:lnTo>
                  <a:lnTo>
                    <a:pt x="2024474" y="5194300"/>
                  </a:lnTo>
                  <a:lnTo>
                    <a:pt x="1979485" y="5168900"/>
                  </a:lnTo>
                  <a:lnTo>
                    <a:pt x="1844548" y="5130800"/>
                  </a:lnTo>
                  <a:lnTo>
                    <a:pt x="1797576" y="5105400"/>
                  </a:lnTo>
                  <a:lnTo>
                    <a:pt x="1752582" y="5092700"/>
                  </a:lnTo>
                  <a:lnTo>
                    <a:pt x="1708774" y="5067300"/>
                  </a:lnTo>
                  <a:lnTo>
                    <a:pt x="1665361" y="5054600"/>
                  </a:lnTo>
                  <a:lnTo>
                    <a:pt x="1621553" y="5029200"/>
                  </a:lnTo>
                  <a:lnTo>
                    <a:pt x="1576559" y="5016500"/>
                  </a:lnTo>
                  <a:lnTo>
                    <a:pt x="1529588" y="4991100"/>
                  </a:lnTo>
                  <a:lnTo>
                    <a:pt x="1486774" y="4965700"/>
                  </a:lnTo>
                  <a:lnTo>
                    <a:pt x="1440706" y="4953000"/>
                  </a:lnTo>
                  <a:close/>
                </a:path>
                <a:path w="12192000" h="6845300">
                  <a:moveTo>
                    <a:pt x="1732026" y="5168900"/>
                  </a:moveTo>
                  <a:lnTo>
                    <a:pt x="1709547" y="5168900"/>
                  </a:lnTo>
                  <a:lnTo>
                    <a:pt x="1739773" y="5194300"/>
                  </a:lnTo>
                  <a:lnTo>
                    <a:pt x="1791843" y="5219700"/>
                  </a:lnTo>
                  <a:lnTo>
                    <a:pt x="1822069" y="5245099"/>
                  </a:lnTo>
                  <a:lnTo>
                    <a:pt x="1798516" y="5219700"/>
                  </a:lnTo>
                  <a:lnTo>
                    <a:pt x="1768617" y="5207000"/>
                  </a:lnTo>
                  <a:lnTo>
                    <a:pt x="1742934" y="5194300"/>
                  </a:lnTo>
                  <a:lnTo>
                    <a:pt x="1732026" y="5168900"/>
                  </a:lnTo>
                  <a:close/>
                </a:path>
                <a:path w="12192000" h="6845300">
                  <a:moveTo>
                    <a:pt x="6202146" y="5219700"/>
                  </a:moveTo>
                  <a:lnTo>
                    <a:pt x="6157819" y="5219700"/>
                  </a:lnTo>
                  <a:lnTo>
                    <a:pt x="6191589" y="5245099"/>
                  </a:lnTo>
                  <a:lnTo>
                    <a:pt x="6217652" y="5245099"/>
                  </a:lnTo>
                  <a:lnTo>
                    <a:pt x="6214125" y="5232399"/>
                  </a:lnTo>
                  <a:lnTo>
                    <a:pt x="6202146" y="5219700"/>
                  </a:lnTo>
                  <a:close/>
                </a:path>
                <a:path w="12192000" h="6845300">
                  <a:moveTo>
                    <a:pt x="6073521" y="5194300"/>
                  </a:moveTo>
                  <a:lnTo>
                    <a:pt x="6034182" y="5194300"/>
                  </a:lnTo>
                  <a:lnTo>
                    <a:pt x="6029265" y="5207000"/>
                  </a:lnTo>
                  <a:lnTo>
                    <a:pt x="6028563" y="5219700"/>
                  </a:lnTo>
                  <a:lnTo>
                    <a:pt x="6099512" y="5219700"/>
                  </a:lnTo>
                  <a:lnTo>
                    <a:pt x="6073521" y="5194300"/>
                  </a:lnTo>
                  <a:close/>
                </a:path>
                <a:path w="12192000" h="6845300">
                  <a:moveTo>
                    <a:pt x="629843" y="4521200"/>
                  </a:moveTo>
                  <a:lnTo>
                    <a:pt x="292430" y="4521200"/>
                  </a:lnTo>
                  <a:lnTo>
                    <a:pt x="340632" y="4546600"/>
                  </a:lnTo>
                  <a:lnTo>
                    <a:pt x="388834" y="4559300"/>
                  </a:lnTo>
                  <a:lnTo>
                    <a:pt x="581641" y="4660900"/>
                  </a:lnTo>
                  <a:lnTo>
                    <a:pt x="629843" y="4673600"/>
                  </a:lnTo>
                  <a:lnTo>
                    <a:pt x="765991" y="4749800"/>
                  </a:lnTo>
                  <a:lnTo>
                    <a:pt x="811782" y="4762500"/>
                  </a:lnTo>
                  <a:lnTo>
                    <a:pt x="903714" y="4813300"/>
                  </a:lnTo>
                  <a:lnTo>
                    <a:pt x="949769" y="4826000"/>
                  </a:lnTo>
                  <a:lnTo>
                    <a:pt x="995823" y="4851400"/>
                  </a:lnTo>
                  <a:lnTo>
                    <a:pt x="1087758" y="4889500"/>
                  </a:lnTo>
                  <a:lnTo>
                    <a:pt x="1179169" y="4940300"/>
                  </a:lnTo>
                  <a:lnTo>
                    <a:pt x="1224569" y="4953000"/>
                  </a:lnTo>
                  <a:lnTo>
                    <a:pt x="1314541" y="5003800"/>
                  </a:lnTo>
                  <a:lnTo>
                    <a:pt x="1359024" y="5016500"/>
                  </a:lnTo>
                  <a:lnTo>
                    <a:pt x="1446768" y="5067300"/>
                  </a:lnTo>
                  <a:lnTo>
                    <a:pt x="1489942" y="5080000"/>
                  </a:lnTo>
                  <a:lnTo>
                    <a:pt x="1574673" y="5130800"/>
                  </a:lnTo>
                  <a:lnTo>
                    <a:pt x="1605230" y="5143500"/>
                  </a:lnTo>
                  <a:lnTo>
                    <a:pt x="1633680" y="5156200"/>
                  </a:lnTo>
                  <a:lnTo>
                    <a:pt x="1666345" y="5168900"/>
                  </a:lnTo>
                  <a:lnTo>
                    <a:pt x="1701117" y="5168900"/>
                  </a:lnTo>
                  <a:lnTo>
                    <a:pt x="1690931" y="5156200"/>
                  </a:lnTo>
                  <a:lnTo>
                    <a:pt x="1687068" y="5156200"/>
                  </a:lnTo>
                  <a:lnTo>
                    <a:pt x="1667047" y="5143500"/>
                  </a:lnTo>
                  <a:lnTo>
                    <a:pt x="1644919" y="5130800"/>
                  </a:lnTo>
                  <a:lnTo>
                    <a:pt x="1627006" y="5118100"/>
                  </a:lnTo>
                  <a:lnTo>
                    <a:pt x="1619631" y="5105400"/>
                  </a:lnTo>
                  <a:lnTo>
                    <a:pt x="1631924" y="5105400"/>
                  </a:lnTo>
                  <a:lnTo>
                    <a:pt x="1616821" y="5092700"/>
                  </a:lnTo>
                  <a:lnTo>
                    <a:pt x="1597503" y="5092700"/>
                  </a:lnTo>
                  <a:lnTo>
                    <a:pt x="1597152" y="5080000"/>
                  </a:lnTo>
                  <a:lnTo>
                    <a:pt x="1634734" y="5080000"/>
                  </a:lnTo>
                  <a:lnTo>
                    <a:pt x="1616821" y="5067300"/>
                  </a:lnTo>
                  <a:lnTo>
                    <a:pt x="1574673" y="5067300"/>
                  </a:lnTo>
                  <a:lnTo>
                    <a:pt x="1554579" y="5054600"/>
                  </a:lnTo>
                  <a:lnTo>
                    <a:pt x="1532413" y="5041900"/>
                  </a:lnTo>
                  <a:lnTo>
                    <a:pt x="1514486" y="5029200"/>
                  </a:lnTo>
                  <a:lnTo>
                    <a:pt x="1507109" y="5016500"/>
                  </a:lnTo>
                  <a:lnTo>
                    <a:pt x="1489898" y="5003800"/>
                  </a:lnTo>
                  <a:lnTo>
                    <a:pt x="1470580" y="4991100"/>
                  </a:lnTo>
                  <a:lnTo>
                    <a:pt x="1447047" y="4978400"/>
                  </a:lnTo>
                  <a:lnTo>
                    <a:pt x="1417193" y="4965700"/>
                  </a:lnTo>
                  <a:lnTo>
                    <a:pt x="1420705" y="4953000"/>
                  </a:lnTo>
                  <a:lnTo>
                    <a:pt x="1440706" y="4953000"/>
                  </a:lnTo>
                  <a:lnTo>
                    <a:pt x="1393552" y="4927600"/>
                  </a:lnTo>
                  <a:lnTo>
                    <a:pt x="1347484" y="4902200"/>
                  </a:lnTo>
                  <a:lnTo>
                    <a:pt x="1304671" y="4876800"/>
                  </a:lnTo>
                  <a:lnTo>
                    <a:pt x="1237194" y="4851400"/>
                  </a:lnTo>
                  <a:lnTo>
                    <a:pt x="1203452" y="4826000"/>
                  </a:lnTo>
                  <a:lnTo>
                    <a:pt x="1169708" y="4813300"/>
                  </a:lnTo>
                  <a:lnTo>
                    <a:pt x="1149324" y="4800600"/>
                  </a:lnTo>
                  <a:lnTo>
                    <a:pt x="1100119" y="4775200"/>
                  </a:lnTo>
                  <a:lnTo>
                    <a:pt x="1079728" y="4762500"/>
                  </a:lnTo>
                  <a:lnTo>
                    <a:pt x="1128239" y="4762500"/>
                  </a:lnTo>
                  <a:lnTo>
                    <a:pt x="1124724" y="4749800"/>
                  </a:lnTo>
                  <a:lnTo>
                    <a:pt x="1094845" y="4737100"/>
                  </a:lnTo>
                  <a:lnTo>
                    <a:pt x="1071295" y="4737100"/>
                  </a:lnTo>
                  <a:lnTo>
                    <a:pt x="1051965" y="4711700"/>
                  </a:lnTo>
                  <a:lnTo>
                    <a:pt x="1034745" y="4699000"/>
                  </a:lnTo>
                  <a:lnTo>
                    <a:pt x="978509" y="4699000"/>
                  </a:lnTo>
                  <a:lnTo>
                    <a:pt x="952499" y="4686300"/>
                  </a:lnTo>
                  <a:lnTo>
                    <a:pt x="922274" y="4673600"/>
                  </a:lnTo>
                  <a:lnTo>
                    <a:pt x="922274" y="4660900"/>
                  </a:lnTo>
                  <a:lnTo>
                    <a:pt x="891692" y="4635500"/>
                  </a:lnTo>
                  <a:lnTo>
                    <a:pt x="863222" y="4622800"/>
                  </a:lnTo>
                  <a:lnTo>
                    <a:pt x="830537" y="4610100"/>
                  </a:lnTo>
                  <a:lnTo>
                    <a:pt x="787311" y="4610100"/>
                  </a:lnTo>
                  <a:lnTo>
                    <a:pt x="753214" y="4584700"/>
                  </a:lnTo>
                  <a:lnTo>
                    <a:pt x="717011" y="4559300"/>
                  </a:lnTo>
                  <a:lnTo>
                    <a:pt x="676591" y="4546600"/>
                  </a:lnTo>
                  <a:lnTo>
                    <a:pt x="629843" y="4521200"/>
                  </a:lnTo>
                  <a:close/>
                </a:path>
                <a:path w="12192000" h="6845300">
                  <a:moveTo>
                    <a:pt x="1537335" y="5016500"/>
                  </a:moveTo>
                  <a:lnTo>
                    <a:pt x="1507109" y="5016500"/>
                  </a:lnTo>
                  <a:lnTo>
                    <a:pt x="1527500" y="5029200"/>
                  </a:lnTo>
                  <a:lnTo>
                    <a:pt x="1576760" y="5054600"/>
                  </a:lnTo>
                  <a:lnTo>
                    <a:pt x="1597152" y="5067300"/>
                  </a:lnTo>
                  <a:lnTo>
                    <a:pt x="1619631" y="5067300"/>
                  </a:lnTo>
                  <a:lnTo>
                    <a:pt x="1589405" y="5041900"/>
                  </a:lnTo>
                  <a:lnTo>
                    <a:pt x="1537335" y="5016500"/>
                  </a:lnTo>
                  <a:close/>
                </a:path>
                <a:path w="12192000" h="6845300">
                  <a:moveTo>
                    <a:pt x="1147216" y="4762500"/>
                  </a:moveTo>
                  <a:lnTo>
                    <a:pt x="1079728" y="4762500"/>
                  </a:lnTo>
                  <a:lnTo>
                    <a:pt x="1109959" y="4775200"/>
                  </a:lnTo>
                  <a:lnTo>
                    <a:pt x="1161981" y="4800600"/>
                  </a:lnTo>
                  <a:lnTo>
                    <a:pt x="1192212" y="4813300"/>
                  </a:lnTo>
                  <a:lnTo>
                    <a:pt x="1237195" y="4813300"/>
                  </a:lnTo>
                  <a:lnTo>
                    <a:pt x="1147216" y="4762500"/>
                  </a:lnTo>
                  <a:close/>
                </a:path>
                <a:path w="12192000" h="6845300">
                  <a:moveTo>
                    <a:pt x="12192000" y="4318000"/>
                  </a:moveTo>
                  <a:lnTo>
                    <a:pt x="33741" y="4318000"/>
                  </a:lnTo>
                  <a:lnTo>
                    <a:pt x="67483" y="4343400"/>
                  </a:lnTo>
                  <a:lnTo>
                    <a:pt x="12192000" y="4343400"/>
                  </a:lnTo>
                  <a:lnTo>
                    <a:pt x="12192000" y="4318000"/>
                  </a:lnTo>
                  <a:close/>
                </a:path>
                <a:path w="12192000" h="6845300">
                  <a:moveTo>
                    <a:pt x="12192000" y="2628899"/>
                  </a:moveTo>
                  <a:lnTo>
                    <a:pt x="12079478" y="2628899"/>
                  </a:lnTo>
                  <a:lnTo>
                    <a:pt x="12112918" y="2641599"/>
                  </a:lnTo>
                  <a:lnTo>
                    <a:pt x="12144216" y="2641599"/>
                  </a:lnTo>
                  <a:lnTo>
                    <a:pt x="12171275" y="2654299"/>
                  </a:lnTo>
                  <a:lnTo>
                    <a:pt x="12192000" y="2666999"/>
                  </a:lnTo>
                  <a:lnTo>
                    <a:pt x="12192000" y="2628899"/>
                  </a:lnTo>
                  <a:close/>
                </a:path>
                <a:path w="12192000" h="6845300">
                  <a:moveTo>
                    <a:pt x="10999851" y="2082799"/>
                  </a:moveTo>
                  <a:lnTo>
                    <a:pt x="10954766" y="2082799"/>
                  </a:lnTo>
                  <a:lnTo>
                    <a:pt x="11067288" y="2146299"/>
                  </a:lnTo>
                  <a:lnTo>
                    <a:pt x="11097142" y="2158999"/>
                  </a:lnTo>
                  <a:lnTo>
                    <a:pt x="11120675" y="2171699"/>
                  </a:lnTo>
                  <a:lnTo>
                    <a:pt x="11139993" y="2184399"/>
                  </a:lnTo>
                  <a:lnTo>
                    <a:pt x="11157204" y="2197099"/>
                  </a:lnTo>
                  <a:lnTo>
                    <a:pt x="11187483" y="2197099"/>
                  </a:lnTo>
                  <a:lnTo>
                    <a:pt x="11239517" y="2209799"/>
                  </a:lnTo>
                  <a:lnTo>
                    <a:pt x="11269726" y="2222499"/>
                  </a:lnTo>
                  <a:lnTo>
                    <a:pt x="11269726" y="2247899"/>
                  </a:lnTo>
                  <a:lnTo>
                    <a:pt x="11300285" y="2273299"/>
                  </a:lnTo>
                  <a:lnTo>
                    <a:pt x="11328749" y="2298699"/>
                  </a:lnTo>
                  <a:lnTo>
                    <a:pt x="11361451" y="2298699"/>
                  </a:lnTo>
                  <a:lnTo>
                    <a:pt x="11448282" y="2324099"/>
                  </a:lnTo>
                  <a:lnTo>
                    <a:pt x="11483419" y="2336799"/>
                  </a:lnTo>
                  <a:lnTo>
                    <a:pt x="11518580" y="2362199"/>
                  </a:lnTo>
                  <a:lnTo>
                    <a:pt x="11562207" y="2374899"/>
                  </a:lnTo>
                  <a:lnTo>
                    <a:pt x="11557621" y="2387599"/>
                  </a:lnTo>
                  <a:lnTo>
                    <a:pt x="11542474" y="2400299"/>
                  </a:lnTo>
                  <a:lnTo>
                    <a:pt x="11472164" y="2400299"/>
                  </a:lnTo>
                  <a:lnTo>
                    <a:pt x="11505551" y="2412999"/>
                  </a:lnTo>
                  <a:lnTo>
                    <a:pt x="11531346" y="2423465"/>
                  </a:lnTo>
                  <a:lnTo>
                    <a:pt x="11539399" y="2425699"/>
                  </a:lnTo>
                  <a:lnTo>
                    <a:pt x="11563943" y="2425699"/>
                  </a:lnTo>
                  <a:lnTo>
                    <a:pt x="11584686" y="2438399"/>
                  </a:lnTo>
                  <a:lnTo>
                    <a:pt x="11983288" y="2438399"/>
                  </a:lnTo>
                  <a:lnTo>
                    <a:pt x="11751732" y="2311399"/>
                  </a:lnTo>
                  <a:lnTo>
                    <a:pt x="11705319" y="2298699"/>
                  </a:lnTo>
                  <a:lnTo>
                    <a:pt x="11610760" y="2247899"/>
                  </a:lnTo>
                  <a:lnTo>
                    <a:pt x="11562207" y="2222499"/>
                  </a:lnTo>
                  <a:lnTo>
                    <a:pt x="11426044" y="2146299"/>
                  </a:lnTo>
                  <a:lnTo>
                    <a:pt x="11112246" y="2146299"/>
                  </a:lnTo>
                  <a:lnTo>
                    <a:pt x="11082039" y="2133599"/>
                  </a:lnTo>
                  <a:lnTo>
                    <a:pt x="11030057" y="2095499"/>
                  </a:lnTo>
                  <a:lnTo>
                    <a:pt x="10999851" y="2082799"/>
                  </a:lnTo>
                  <a:close/>
                </a:path>
                <a:path w="12192000" h="6845300">
                  <a:moveTo>
                    <a:pt x="9965055" y="1562099"/>
                  </a:moveTo>
                  <a:lnTo>
                    <a:pt x="9973135" y="1587499"/>
                  </a:lnTo>
                  <a:lnTo>
                    <a:pt x="9995979" y="1600199"/>
                  </a:lnTo>
                  <a:lnTo>
                    <a:pt x="10031491" y="1612899"/>
                  </a:lnTo>
                  <a:lnTo>
                    <a:pt x="10077577" y="1638299"/>
                  </a:lnTo>
                  <a:lnTo>
                    <a:pt x="10212514" y="1714499"/>
                  </a:lnTo>
                  <a:lnTo>
                    <a:pt x="10302484" y="1739899"/>
                  </a:lnTo>
                  <a:lnTo>
                    <a:pt x="10347452" y="1739899"/>
                  </a:lnTo>
                  <a:lnTo>
                    <a:pt x="10394423" y="1777999"/>
                  </a:lnTo>
                  <a:lnTo>
                    <a:pt x="10439417" y="1803399"/>
                  </a:lnTo>
                  <a:lnTo>
                    <a:pt x="10483225" y="1816099"/>
                  </a:lnTo>
                  <a:lnTo>
                    <a:pt x="10570446" y="1866899"/>
                  </a:lnTo>
                  <a:lnTo>
                    <a:pt x="10615440" y="1879599"/>
                  </a:lnTo>
                  <a:lnTo>
                    <a:pt x="10662412" y="1904999"/>
                  </a:lnTo>
                  <a:lnTo>
                    <a:pt x="10705225" y="1930399"/>
                  </a:lnTo>
                  <a:lnTo>
                    <a:pt x="10751293" y="1943099"/>
                  </a:lnTo>
                  <a:lnTo>
                    <a:pt x="10798447" y="1968499"/>
                  </a:lnTo>
                  <a:lnTo>
                    <a:pt x="10844515" y="1993899"/>
                  </a:lnTo>
                  <a:lnTo>
                    <a:pt x="10887329" y="2019299"/>
                  </a:lnTo>
                  <a:lnTo>
                    <a:pt x="10921049" y="2031999"/>
                  </a:lnTo>
                  <a:lnTo>
                    <a:pt x="11022330" y="2082799"/>
                  </a:lnTo>
                  <a:lnTo>
                    <a:pt x="11042701" y="2095499"/>
                  </a:lnTo>
                  <a:lnTo>
                    <a:pt x="11091874" y="2133599"/>
                  </a:lnTo>
                  <a:lnTo>
                    <a:pt x="11112246" y="2146299"/>
                  </a:lnTo>
                  <a:lnTo>
                    <a:pt x="11426044" y="2146299"/>
                  </a:lnTo>
                  <a:lnTo>
                    <a:pt x="11380249" y="2133599"/>
                  </a:lnTo>
                  <a:lnTo>
                    <a:pt x="11288309" y="2082799"/>
                  </a:lnTo>
                  <a:lnTo>
                    <a:pt x="11196194" y="2044699"/>
                  </a:lnTo>
                  <a:lnTo>
                    <a:pt x="11150180" y="2019299"/>
                  </a:lnTo>
                  <a:lnTo>
                    <a:pt x="11104254" y="2006599"/>
                  </a:lnTo>
                  <a:lnTo>
                    <a:pt x="10990137" y="1943099"/>
                  </a:lnTo>
                  <a:lnTo>
                    <a:pt x="10752328" y="1943099"/>
                  </a:lnTo>
                  <a:lnTo>
                    <a:pt x="10718607" y="1930399"/>
                  </a:lnTo>
                  <a:lnTo>
                    <a:pt x="10624403" y="1859519"/>
                  </a:lnTo>
                  <a:lnTo>
                    <a:pt x="10602595" y="1854199"/>
                  </a:lnTo>
                  <a:lnTo>
                    <a:pt x="10572369" y="1841499"/>
                  </a:lnTo>
                  <a:lnTo>
                    <a:pt x="10577473" y="1841499"/>
                  </a:lnTo>
                  <a:lnTo>
                    <a:pt x="10535250" y="1816099"/>
                  </a:lnTo>
                  <a:lnTo>
                    <a:pt x="10491053" y="1803399"/>
                  </a:lnTo>
                  <a:lnTo>
                    <a:pt x="10445282" y="1777999"/>
                  </a:lnTo>
                  <a:lnTo>
                    <a:pt x="10398333" y="1765299"/>
                  </a:lnTo>
                  <a:lnTo>
                    <a:pt x="10350604" y="1739899"/>
                  </a:lnTo>
                  <a:lnTo>
                    <a:pt x="10302494" y="1727199"/>
                  </a:lnTo>
                  <a:lnTo>
                    <a:pt x="10298981" y="1727199"/>
                  </a:lnTo>
                  <a:lnTo>
                    <a:pt x="10291254" y="1714499"/>
                  </a:lnTo>
                  <a:lnTo>
                    <a:pt x="10283527" y="1714499"/>
                  </a:lnTo>
                  <a:lnTo>
                    <a:pt x="10280015" y="1701799"/>
                  </a:lnTo>
                  <a:lnTo>
                    <a:pt x="10259623" y="1701799"/>
                  </a:lnTo>
                  <a:lnTo>
                    <a:pt x="10210363" y="1676399"/>
                  </a:lnTo>
                  <a:lnTo>
                    <a:pt x="10189972" y="1650999"/>
                  </a:lnTo>
                  <a:lnTo>
                    <a:pt x="10172761" y="1650999"/>
                  </a:lnTo>
                  <a:lnTo>
                    <a:pt x="10153443" y="1638299"/>
                  </a:lnTo>
                  <a:lnTo>
                    <a:pt x="10100056" y="1638299"/>
                  </a:lnTo>
                  <a:lnTo>
                    <a:pt x="10069425" y="1612899"/>
                  </a:lnTo>
                  <a:lnTo>
                    <a:pt x="10040937" y="1600199"/>
                  </a:lnTo>
                  <a:lnTo>
                    <a:pt x="10008258" y="1587499"/>
                  </a:lnTo>
                  <a:lnTo>
                    <a:pt x="9965055" y="1562099"/>
                  </a:lnTo>
                  <a:close/>
                </a:path>
                <a:path w="12192000" h="6845300">
                  <a:moveTo>
                    <a:pt x="10369931" y="1638299"/>
                  </a:moveTo>
                  <a:lnTo>
                    <a:pt x="10393483" y="1650999"/>
                  </a:lnTo>
                  <a:lnTo>
                    <a:pt x="10423382" y="1676399"/>
                  </a:lnTo>
                  <a:lnTo>
                    <a:pt x="10449065" y="1689099"/>
                  </a:lnTo>
                  <a:lnTo>
                    <a:pt x="10459974" y="1701799"/>
                  </a:lnTo>
                  <a:lnTo>
                    <a:pt x="10476482" y="1714499"/>
                  </a:lnTo>
                  <a:lnTo>
                    <a:pt x="10490882" y="1714499"/>
                  </a:lnTo>
                  <a:lnTo>
                    <a:pt x="10501068" y="1727199"/>
                  </a:lnTo>
                  <a:lnTo>
                    <a:pt x="10504932" y="1727199"/>
                  </a:lnTo>
                  <a:lnTo>
                    <a:pt x="10524952" y="1739899"/>
                  </a:lnTo>
                  <a:lnTo>
                    <a:pt x="10547080" y="1752599"/>
                  </a:lnTo>
                  <a:lnTo>
                    <a:pt x="10564993" y="1765299"/>
                  </a:lnTo>
                  <a:lnTo>
                    <a:pt x="10572369" y="1765299"/>
                  </a:lnTo>
                  <a:lnTo>
                    <a:pt x="10560075" y="1777999"/>
                  </a:lnTo>
                  <a:lnTo>
                    <a:pt x="10575178" y="1777999"/>
                  </a:lnTo>
                  <a:lnTo>
                    <a:pt x="10594496" y="1790699"/>
                  </a:lnTo>
                  <a:lnTo>
                    <a:pt x="10594848" y="1816099"/>
                  </a:lnTo>
                  <a:lnTo>
                    <a:pt x="10597306" y="1816099"/>
                  </a:lnTo>
                  <a:lnTo>
                    <a:pt x="10617327" y="1841499"/>
                  </a:lnTo>
                  <a:lnTo>
                    <a:pt x="10637420" y="1841499"/>
                  </a:lnTo>
                  <a:lnTo>
                    <a:pt x="10659586" y="1854199"/>
                  </a:lnTo>
                  <a:lnTo>
                    <a:pt x="10677513" y="1866899"/>
                  </a:lnTo>
                  <a:lnTo>
                    <a:pt x="10684891" y="1879599"/>
                  </a:lnTo>
                  <a:lnTo>
                    <a:pt x="10702101" y="1892299"/>
                  </a:lnTo>
                  <a:lnTo>
                    <a:pt x="10721419" y="1904999"/>
                  </a:lnTo>
                  <a:lnTo>
                    <a:pt x="10744952" y="1917699"/>
                  </a:lnTo>
                  <a:lnTo>
                    <a:pt x="10774807" y="1930399"/>
                  </a:lnTo>
                  <a:lnTo>
                    <a:pt x="10774455" y="1930399"/>
                  </a:lnTo>
                  <a:lnTo>
                    <a:pt x="10771997" y="1943099"/>
                  </a:lnTo>
                  <a:lnTo>
                    <a:pt x="10990137" y="1943099"/>
                  </a:lnTo>
                  <a:lnTo>
                    <a:pt x="10967436" y="1930399"/>
                  </a:lnTo>
                  <a:lnTo>
                    <a:pt x="10922296" y="1917699"/>
                  </a:lnTo>
                  <a:lnTo>
                    <a:pt x="10788886" y="1841499"/>
                  </a:lnTo>
                  <a:lnTo>
                    <a:pt x="10702058" y="1790699"/>
                  </a:lnTo>
                  <a:lnTo>
                    <a:pt x="10617327" y="1739899"/>
                  </a:lnTo>
                  <a:lnTo>
                    <a:pt x="10586769" y="1727199"/>
                  </a:lnTo>
                  <a:lnTo>
                    <a:pt x="10558319" y="1714499"/>
                  </a:lnTo>
                  <a:lnTo>
                    <a:pt x="10525654" y="1701799"/>
                  </a:lnTo>
                  <a:lnTo>
                    <a:pt x="10482453" y="1701799"/>
                  </a:lnTo>
                  <a:lnTo>
                    <a:pt x="10452173" y="1689099"/>
                  </a:lnTo>
                  <a:lnTo>
                    <a:pt x="10400139" y="1650999"/>
                  </a:lnTo>
                  <a:lnTo>
                    <a:pt x="10369931" y="1638299"/>
                  </a:lnTo>
                  <a:close/>
                </a:path>
                <a:path w="12192000" h="6845300">
                  <a:moveTo>
                    <a:pt x="10615239" y="1841499"/>
                  </a:moveTo>
                  <a:lnTo>
                    <a:pt x="10577473" y="1841499"/>
                  </a:lnTo>
                  <a:lnTo>
                    <a:pt x="10617327" y="1854199"/>
                  </a:lnTo>
                  <a:lnTo>
                    <a:pt x="10624403" y="1859519"/>
                  </a:lnTo>
                  <a:lnTo>
                    <a:pt x="10654665" y="1866899"/>
                  </a:lnTo>
                  <a:lnTo>
                    <a:pt x="10684891" y="1879599"/>
                  </a:lnTo>
                  <a:lnTo>
                    <a:pt x="10664499" y="1866899"/>
                  </a:lnTo>
                  <a:lnTo>
                    <a:pt x="10615239" y="1841499"/>
                  </a:lnTo>
                  <a:close/>
                </a:path>
                <a:path w="12192000" h="6845300">
                  <a:moveTo>
                    <a:pt x="0" y="50800"/>
                  </a:moveTo>
                  <a:lnTo>
                    <a:pt x="0" y="1244599"/>
                  </a:lnTo>
                  <a:lnTo>
                    <a:pt x="22494" y="1269999"/>
                  </a:lnTo>
                  <a:lnTo>
                    <a:pt x="89978" y="1320799"/>
                  </a:lnTo>
                  <a:lnTo>
                    <a:pt x="93844" y="1320799"/>
                  </a:lnTo>
                  <a:lnTo>
                    <a:pt x="104036" y="1333499"/>
                  </a:lnTo>
                  <a:lnTo>
                    <a:pt x="0" y="1333499"/>
                  </a:lnTo>
                  <a:lnTo>
                    <a:pt x="0" y="1765299"/>
                  </a:lnTo>
                  <a:lnTo>
                    <a:pt x="22494" y="1765299"/>
                  </a:lnTo>
                  <a:lnTo>
                    <a:pt x="22845" y="1777999"/>
                  </a:lnTo>
                  <a:lnTo>
                    <a:pt x="25306" y="1790699"/>
                  </a:lnTo>
                  <a:lnTo>
                    <a:pt x="31983" y="1803399"/>
                  </a:lnTo>
                  <a:lnTo>
                    <a:pt x="44988" y="1816099"/>
                  </a:lnTo>
                  <a:lnTo>
                    <a:pt x="6096000" y="1816099"/>
                  </a:lnTo>
                  <a:lnTo>
                    <a:pt x="6048139" y="1790699"/>
                  </a:lnTo>
                  <a:lnTo>
                    <a:pt x="6000917" y="1777999"/>
                  </a:lnTo>
                  <a:lnTo>
                    <a:pt x="5954285" y="1752599"/>
                  </a:lnTo>
                  <a:lnTo>
                    <a:pt x="5908194" y="1739899"/>
                  </a:lnTo>
                  <a:lnTo>
                    <a:pt x="5817437" y="1689099"/>
                  </a:lnTo>
                  <a:lnTo>
                    <a:pt x="5772673" y="1676399"/>
                  </a:lnTo>
                  <a:lnTo>
                    <a:pt x="5728253" y="1650999"/>
                  </a:lnTo>
                  <a:lnTo>
                    <a:pt x="5684128" y="1638299"/>
                  </a:lnTo>
                  <a:lnTo>
                    <a:pt x="5640249" y="1612899"/>
                  </a:lnTo>
                  <a:lnTo>
                    <a:pt x="5151247" y="1612899"/>
                  </a:lnTo>
                  <a:lnTo>
                    <a:pt x="5023514" y="1536699"/>
                  </a:lnTo>
                  <a:lnTo>
                    <a:pt x="4979717" y="1523999"/>
                  </a:lnTo>
                  <a:lnTo>
                    <a:pt x="4934867" y="1498599"/>
                  </a:lnTo>
                  <a:lnTo>
                    <a:pt x="4840939" y="1473199"/>
                  </a:lnTo>
                  <a:lnTo>
                    <a:pt x="4813808" y="1473199"/>
                  </a:lnTo>
                  <a:lnTo>
                    <a:pt x="4810295" y="1460499"/>
                  </a:lnTo>
                  <a:lnTo>
                    <a:pt x="4802568" y="1460499"/>
                  </a:lnTo>
                  <a:lnTo>
                    <a:pt x="4796430" y="1450411"/>
                  </a:lnTo>
                  <a:lnTo>
                    <a:pt x="4791329" y="1447799"/>
                  </a:lnTo>
                  <a:lnTo>
                    <a:pt x="4750199" y="1422399"/>
                  </a:lnTo>
                  <a:lnTo>
                    <a:pt x="4707991" y="1396999"/>
                  </a:lnTo>
                  <a:lnTo>
                    <a:pt x="4664976" y="1371599"/>
                  </a:lnTo>
                  <a:lnTo>
                    <a:pt x="4621423" y="1358899"/>
                  </a:lnTo>
                  <a:lnTo>
                    <a:pt x="4490246" y="1282699"/>
                  </a:lnTo>
                  <a:lnTo>
                    <a:pt x="4447250" y="1269999"/>
                  </a:lnTo>
                  <a:lnTo>
                    <a:pt x="4405069" y="1244599"/>
                  </a:lnTo>
                  <a:lnTo>
                    <a:pt x="4363974" y="1231899"/>
                  </a:lnTo>
                  <a:lnTo>
                    <a:pt x="4318202" y="1206499"/>
                  </a:lnTo>
                  <a:lnTo>
                    <a:pt x="4271136" y="1181099"/>
                  </a:lnTo>
                  <a:lnTo>
                    <a:pt x="4174598" y="1130299"/>
                  </a:lnTo>
                  <a:lnTo>
                    <a:pt x="4125867" y="1117599"/>
                  </a:lnTo>
                  <a:lnTo>
                    <a:pt x="4029329" y="1066799"/>
                  </a:lnTo>
                  <a:lnTo>
                    <a:pt x="3982263" y="1041399"/>
                  </a:lnTo>
                  <a:lnTo>
                    <a:pt x="3936491" y="1028699"/>
                  </a:lnTo>
                  <a:lnTo>
                    <a:pt x="3840164" y="977899"/>
                  </a:lnTo>
                  <a:lnTo>
                    <a:pt x="3792123" y="965199"/>
                  </a:lnTo>
                  <a:lnTo>
                    <a:pt x="3696533" y="914399"/>
                  </a:lnTo>
                  <a:lnTo>
                    <a:pt x="3649082" y="901699"/>
                  </a:lnTo>
                  <a:lnTo>
                    <a:pt x="3462719" y="800099"/>
                  </a:lnTo>
                  <a:lnTo>
                    <a:pt x="3417234" y="774699"/>
                  </a:lnTo>
                  <a:lnTo>
                    <a:pt x="3372289" y="761999"/>
                  </a:lnTo>
                  <a:lnTo>
                    <a:pt x="3284220" y="711199"/>
                  </a:lnTo>
                  <a:lnTo>
                    <a:pt x="3246618" y="685799"/>
                  </a:lnTo>
                  <a:lnTo>
                    <a:pt x="3202670" y="673099"/>
                  </a:lnTo>
                  <a:lnTo>
                    <a:pt x="3154507" y="660399"/>
                  </a:lnTo>
                  <a:lnTo>
                    <a:pt x="3104261" y="634999"/>
                  </a:lnTo>
                  <a:lnTo>
                    <a:pt x="2459642" y="634999"/>
                  </a:lnTo>
                  <a:lnTo>
                    <a:pt x="2412539" y="622299"/>
                  </a:lnTo>
                  <a:lnTo>
                    <a:pt x="2373889" y="609599"/>
                  </a:lnTo>
                  <a:lnTo>
                    <a:pt x="2339467" y="596899"/>
                  </a:lnTo>
                  <a:lnTo>
                    <a:pt x="967258" y="596899"/>
                  </a:lnTo>
                  <a:lnTo>
                    <a:pt x="958120" y="584199"/>
                  </a:lnTo>
                  <a:lnTo>
                    <a:pt x="944765" y="571499"/>
                  </a:lnTo>
                  <a:lnTo>
                    <a:pt x="902857" y="546099"/>
                  </a:lnTo>
                  <a:lnTo>
                    <a:pt x="860274" y="533399"/>
                  </a:lnTo>
                  <a:lnTo>
                    <a:pt x="466895" y="304800"/>
                  </a:lnTo>
                  <a:lnTo>
                    <a:pt x="382409" y="254000"/>
                  </a:lnTo>
                  <a:lnTo>
                    <a:pt x="344116" y="228600"/>
                  </a:lnTo>
                  <a:lnTo>
                    <a:pt x="304342" y="215900"/>
                  </a:lnTo>
                  <a:lnTo>
                    <a:pt x="263271" y="190500"/>
                  </a:lnTo>
                  <a:lnTo>
                    <a:pt x="221088" y="165100"/>
                  </a:lnTo>
                  <a:lnTo>
                    <a:pt x="177981" y="139700"/>
                  </a:lnTo>
                  <a:lnTo>
                    <a:pt x="134133" y="127000"/>
                  </a:lnTo>
                  <a:lnTo>
                    <a:pt x="0" y="50800"/>
                  </a:lnTo>
                  <a:close/>
                </a:path>
                <a:path w="12192000" h="6845300">
                  <a:moveTo>
                    <a:pt x="10553753" y="1790699"/>
                  </a:moveTo>
                  <a:lnTo>
                    <a:pt x="10549890" y="1790699"/>
                  </a:lnTo>
                  <a:lnTo>
                    <a:pt x="10557265" y="1803399"/>
                  </a:lnTo>
                  <a:lnTo>
                    <a:pt x="10575178" y="1816099"/>
                  </a:lnTo>
                  <a:lnTo>
                    <a:pt x="10594848" y="1816099"/>
                  </a:lnTo>
                  <a:lnTo>
                    <a:pt x="10578339" y="1803399"/>
                  </a:lnTo>
                  <a:lnTo>
                    <a:pt x="10563939" y="1803399"/>
                  </a:lnTo>
                  <a:lnTo>
                    <a:pt x="10553753" y="1790699"/>
                  </a:lnTo>
                  <a:close/>
                </a:path>
                <a:path w="12192000" h="6845300">
                  <a:moveTo>
                    <a:pt x="9931767" y="1676399"/>
                  </a:moveTo>
                  <a:lnTo>
                    <a:pt x="6163437" y="1676399"/>
                  </a:lnTo>
                  <a:lnTo>
                    <a:pt x="6213736" y="1689099"/>
                  </a:lnTo>
                  <a:lnTo>
                    <a:pt x="6261893" y="1714499"/>
                  </a:lnTo>
                  <a:lnTo>
                    <a:pt x="6305811" y="1739899"/>
                  </a:lnTo>
                  <a:lnTo>
                    <a:pt x="6343396" y="1765299"/>
                  </a:lnTo>
                  <a:lnTo>
                    <a:pt x="10108398" y="1765299"/>
                  </a:lnTo>
                  <a:lnTo>
                    <a:pt x="10042892" y="1727199"/>
                  </a:lnTo>
                  <a:lnTo>
                    <a:pt x="9998808" y="1714499"/>
                  </a:lnTo>
                  <a:lnTo>
                    <a:pt x="9931767" y="1676399"/>
                  </a:lnTo>
                  <a:close/>
                </a:path>
                <a:path w="12192000" h="6845300">
                  <a:moveTo>
                    <a:pt x="8754516" y="1473199"/>
                  </a:moveTo>
                  <a:lnTo>
                    <a:pt x="5713603" y="1473199"/>
                  </a:lnTo>
                  <a:lnTo>
                    <a:pt x="5743811" y="1485899"/>
                  </a:lnTo>
                  <a:lnTo>
                    <a:pt x="5744854" y="1486663"/>
                  </a:lnTo>
                  <a:lnTo>
                    <a:pt x="5772559" y="1498599"/>
                  </a:lnTo>
                  <a:lnTo>
                    <a:pt x="5817761" y="1523999"/>
                  </a:lnTo>
                  <a:lnTo>
                    <a:pt x="5854207" y="1536699"/>
                  </a:lnTo>
                  <a:lnTo>
                    <a:pt x="5886896" y="1562099"/>
                  </a:lnTo>
                  <a:lnTo>
                    <a:pt x="5920827" y="1574799"/>
                  </a:lnTo>
                  <a:lnTo>
                    <a:pt x="5960999" y="1587499"/>
                  </a:lnTo>
                  <a:lnTo>
                    <a:pt x="5994439" y="1600199"/>
                  </a:lnTo>
                  <a:lnTo>
                    <a:pt x="6025737" y="1612899"/>
                  </a:lnTo>
                  <a:lnTo>
                    <a:pt x="6052796" y="1625599"/>
                  </a:lnTo>
                  <a:lnTo>
                    <a:pt x="6073521" y="1638299"/>
                  </a:lnTo>
                  <a:lnTo>
                    <a:pt x="6074223" y="1650999"/>
                  </a:lnTo>
                  <a:lnTo>
                    <a:pt x="6079140" y="1650999"/>
                  </a:lnTo>
                  <a:lnTo>
                    <a:pt x="6092487" y="1663699"/>
                  </a:lnTo>
                  <a:lnTo>
                    <a:pt x="6144470" y="1689099"/>
                  </a:lnTo>
                  <a:lnTo>
                    <a:pt x="6157817" y="1689099"/>
                  </a:lnTo>
                  <a:lnTo>
                    <a:pt x="6162734" y="1676399"/>
                  </a:lnTo>
                  <a:lnTo>
                    <a:pt x="9931767" y="1676399"/>
                  </a:lnTo>
                  <a:lnTo>
                    <a:pt x="9863563" y="1638299"/>
                  </a:lnTo>
                  <a:lnTo>
                    <a:pt x="9769920" y="1587499"/>
                  </a:lnTo>
                  <a:lnTo>
                    <a:pt x="9721759" y="1562099"/>
                  </a:lnTo>
                  <a:lnTo>
                    <a:pt x="8939391" y="1562099"/>
                  </a:lnTo>
                  <a:lnTo>
                    <a:pt x="8923617" y="1551131"/>
                  </a:lnTo>
                  <a:lnTo>
                    <a:pt x="8885301" y="1536699"/>
                  </a:lnTo>
                  <a:lnTo>
                    <a:pt x="8851582" y="1511299"/>
                  </a:lnTo>
                  <a:lnTo>
                    <a:pt x="8817864" y="1498599"/>
                  </a:lnTo>
                  <a:lnTo>
                    <a:pt x="8791096" y="1498599"/>
                  </a:lnTo>
                  <a:lnTo>
                    <a:pt x="8754516" y="1473199"/>
                  </a:lnTo>
                  <a:close/>
                </a:path>
                <a:path w="12192000" h="6845300">
                  <a:moveTo>
                    <a:pt x="6000410" y="1638299"/>
                  </a:moveTo>
                  <a:lnTo>
                    <a:pt x="5977874" y="1638299"/>
                  </a:lnTo>
                  <a:lnTo>
                    <a:pt x="5989853" y="1650999"/>
                  </a:lnTo>
                  <a:lnTo>
                    <a:pt x="6034180" y="1650999"/>
                  </a:lnTo>
                  <a:lnTo>
                    <a:pt x="6000410" y="1638299"/>
                  </a:lnTo>
                  <a:close/>
                </a:path>
                <a:path w="12192000" h="6845300">
                  <a:moveTo>
                    <a:pt x="4839112" y="1015999"/>
                  </a:moveTo>
                  <a:lnTo>
                    <a:pt x="4805731" y="1015999"/>
                  </a:lnTo>
                  <a:lnTo>
                    <a:pt x="4791329" y="1028699"/>
                  </a:lnTo>
                  <a:lnTo>
                    <a:pt x="4786060" y="1028699"/>
                  </a:lnTo>
                  <a:lnTo>
                    <a:pt x="4799758" y="1041399"/>
                  </a:lnTo>
                  <a:lnTo>
                    <a:pt x="4826101" y="1054099"/>
                  </a:lnTo>
                  <a:lnTo>
                    <a:pt x="4858766" y="1066799"/>
                  </a:lnTo>
                  <a:lnTo>
                    <a:pt x="4888694" y="1079499"/>
                  </a:lnTo>
                  <a:lnTo>
                    <a:pt x="4931596" y="1104899"/>
                  </a:lnTo>
                  <a:lnTo>
                    <a:pt x="4964003" y="1130299"/>
                  </a:lnTo>
                  <a:lnTo>
                    <a:pt x="4987943" y="1155699"/>
                  </a:lnTo>
                  <a:lnTo>
                    <a:pt x="5021881" y="1181099"/>
                  </a:lnTo>
                  <a:lnTo>
                    <a:pt x="5067069" y="1193799"/>
                  </a:lnTo>
                  <a:lnTo>
                    <a:pt x="5124759" y="1219199"/>
                  </a:lnTo>
                  <a:lnTo>
                    <a:pt x="5196205" y="1231899"/>
                  </a:lnTo>
                  <a:lnTo>
                    <a:pt x="5221754" y="1257299"/>
                  </a:lnTo>
                  <a:lnTo>
                    <a:pt x="5265664" y="1282699"/>
                  </a:lnTo>
                  <a:lnTo>
                    <a:pt x="5319292" y="1308099"/>
                  </a:lnTo>
                  <a:lnTo>
                    <a:pt x="5373992" y="1320799"/>
                  </a:lnTo>
                  <a:lnTo>
                    <a:pt x="5421122" y="1333499"/>
                  </a:lnTo>
                  <a:lnTo>
                    <a:pt x="5459430" y="1358899"/>
                  </a:lnTo>
                  <a:lnTo>
                    <a:pt x="5499218" y="1384299"/>
                  </a:lnTo>
                  <a:lnTo>
                    <a:pt x="5540299" y="1409699"/>
                  </a:lnTo>
                  <a:lnTo>
                    <a:pt x="5582487" y="1435099"/>
                  </a:lnTo>
                  <a:lnTo>
                    <a:pt x="5625596" y="1447799"/>
                  </a:lnTo>
                  <a:lnTo>
                    <a:pt x="5758587" y="1523999"/>
                  </a:lnTo>
                  <a:lnTo>
                    <a:pt x="5803519" y="1536699"/>
                  </a:lnTo>
                  <a:lnTo>
                    <a:pt x="5825368" y="1562099"/>
                  </a:lnTo>
                  <a:lnTo>
                    <a:pt x="5859827" y="1574799"/>
                  </a:lnTo>
                  <a:lnTo>
                    <a:pt x="5911121" y="1600199"/>
                  </a:lnTo>
                  <a:lnTo>
                    <a:pt x="5983478" y="1638299"/>
                  </a:lnTo>
                  <a:lnTo>
                    <a:pt x="5946247" y="1600199"/>
                  </a:lnTo>
                  <a:lnTo>
                    <a:pt x="5904801" y="1574799"/>
                  </a:lnTo>
                  <a:lnTo>
                    <a:pt x="5863355" y="1562099"/>
                  </a:lnTo>
                  <a:lnTo>
                    <a:pt x="5826125" y="1536699"/>
                  </a:lnTo>
                  <a:lnTo>
                    <a:pt x="5795845" y="1523999"/>
                  </a:lnTo>
                  <a:lnTo>
                    <a:pt x="5744854" y="1486663"/>
                  </a:lnTo>
                  <a:lnTo>
                    <a:pt x="5713603" y="1473199"/>
                  </a:lnTo>
                  <a:lnTo>
                    <a:pt x="8727821" y="1473199"/>
                  </a:lnTo>
                  <a:lnTo>
                    <a:pt x="8707449" y="1460499"/>
                  </a:lnTo>
                  <a:lnTo>
                    <a:pt x="8682863" y="1447799"/>
                  </a:lnTo>
                  <a:lnTo>
                    <a:pt x="7513193" y="1447799"/>
                  </a:lnTo>
                  <a:lnTo>
                    <a:pt x="7464455" y="1422399"/>
                  </a:lnTo>
                  <a:lnTo>
                    <a:pt x="7418617" y="1409699"/>
                  </a:lnTo>
                  <a:lnTo>
                    <a:pt x="7330376" y="1358899"/>
                  </a:lnTo>
                  <a:lnTo>
                    <a:pt x="7285342" y="1346199"/>
                  </a:lnTo>
                  <a:lnTo>
                    <a:pt x="7237944" y="1320799"/>
                  </a:lnTo>
                  <a:lnTo>
                    <a:pt x="7186867" y="1295399"/>
                  </a:lnTo>
                  <a:lnTo>
                    <a:pt x="7130796" y="1269999"/>
                  </a:lnTo>
                  <a:lnTo>
                    <a:pt x="7084639" y="1244599"/>
                  </a:lnTo>
                  <a:lnTo>
                    <a:pt x="7038946" y="1231899"/>
                  </a:lnTo>
                  <a:lnTo>
                    <a:pt x="6993651" y="1206499"/>
                  </a:lnTo>
                  <a:lnTo>
                    <a:pt x="5983478" y="1206499"/>
                  </a:lnTo>
                  <a:lnTo>
                    <a:pt x="5892696" y="1181099"/>
                  </a:lnTo>
                  <a:lnTo>
                    <a:pt x="5845730" y="1181099"/>
                  </a:lnTo>
                  <a:lnTo>
                    <a:pt x="5796891" y="1168399"/>
                  </a:lnTo>
                  <a:lnTo>
                    <a:pt x="5745561" y="1155699"/>
                  </a:lnTo>
                  <a:lnTo>
                    <a:pt x="5691124" y="1130299"/>
                  </a:lnTo>
                  <a:lnTo>
                    <a:pt x="5642972" y="1117599"/>
                  </a:lnTo>
                  <a:lnTo>
                    <a:pt x="5595226" y="1092199"/>
                  </a:lnTo>
                  <a:lnTo>
                    <a:pt x="5548272" y="1079499"/>
                  </a:lnTo>
                  <a:lnTo>
                    <a:pt x="5502500" y="1054099"/>
                  </a:lnTo>
                  <a:lnTo>
                    <a:pt x="5458299" y="1041399"/>
                  </a:lnTo>
                  <a:lnTo>
                    <a:pt x="4903851" y="1041399"/>
                  </a:lnTo>
                  <a:lnTo>
                    <a:pt x="4876732" y="1028699"/>
                  </a:lnTo>
                  <a:lnTo>
                    <a:pt x="4839112" y="1015999"/>
                  </a:lnTo>
                  <a:close/>
                </a:path>
                <a:path w="12192000" h="6845300">
                  <a:moveTo>
                    <a:pt x="3140041" y="495299"/>
                  </a:moveTo>
                  <a:lnTo>
                    <a:pt x="3093005" y="495299"/>
                  </a:lnTo>
                  <a:lnTo>
                    <a:pt x="3132563" y="520699"/>
                  </a:lnTo>
                  <a:lnTo>
                    <a:pt x="3173362" y="533399"/>
                  </a:lnTo>
                  <a:lnTo>
                    <a:pt x="3216656" y="546099"/>
                  </a:lnTo>
                  <a:lnTo>
                    <a:pt x="3237101" y="571499"/>
                  </a:lnTo>
                  <a:lnTo>
                    <a:pt x="3286325" y="596899"/>
                  </a:lnTo>
                  <a:lnTo>
                    <a:pt x="3306699" y="622299"/>
                  </a:lnTo>
                  <a:lnTo>
                    <a:pt x="3358144" y="634999"/>
                  </a:lnTo>
                  <a:lnTo>
                    <a:pt x="3405291" y="647699"/>
                  </a:lnTo>
                  <a:lnTo>
                    <a:pt x="3490960" y="647699"/>
                  </a:lnTo>
                  <a:lnTo>
                    <a:pt x="3531616" y="660399"/>
                  </a:lnTo>
                  <a:lnTo>
                    <a:pt x="3554095" y="660399"/>
                  </a:lnTo>
                  <a:lnTo>
                    <a:pt x="3578061" y="685799"/>
                  </a:lnTo>
                  <a:lnTo>
                    <a:pt x="3578247" y="698499"/>
                  </a:lnTo>
                  <a:lnTo>
                    <a:pt x="3568697" y="711199"/>
                  </a:lnTo>
                  <a:lnTo>
                    <a:pt x="3563458" y="723899"/>
                  </a:lnTo>
                  <a:lnTo>
                    <a:pt x="3610575" y="774699"/>
                  </a:lnTo>
                  <a:lnTo>
                    <a:pt x="3652833" y="800099"/>
                  </a:lnTo>
                  <a:lnTo>
                    <a:pt x="3700591" y="825499"/>
                  </a:lnTo>
                  <a:lnTo>
                    <a:pt x="3801589" y="876299"/>
                  </a:lnTo>
                  <a:lnTo>
                    <a:pt x="3849321" y="901699"/>
                  </a:lnTo>
                  <a:lnTo>
                    <a:pt x="3891534" y="927099"/>
                  </a:lnTo>
                  <a:lnTo>
                    <a:pt x="3921390" y="939799"/>
                  </a:lnTo>
                  <a:lnTo>
                    <a:pt x="3944937" y="952499"/>
                  </a:lnTo>
                  <a:lnTo>
                    <a:pt x="3964293" y="965199"/>
                  </a:lnTo>
                  <a:lnTo>
                    <a:pt x="3981577" y="977899"/>
                  </a:lnTo>
                  <a:lnTo>
                    <a:pt x="4042050" y="1003299"/>
                  </a:lnTo>
                  <a:lnTo>
                    <a:pt x="4090674" y="1028699"/>
                  </a:lnTo>
                  <a:lnTo>
                    <a:pt x="4130563" y="1041399"/>
                  </a:lnTo>
                  <a:lnTo>
                    <a:pt x="4164833" y="1066799"/>
                  </a:lnTo>
                  <a:lnTo>
                    <a:pt x="4196597" y="1092199"/>
                  </a:lnTo>
                  <a:lnTo>
                    <a:pt x="4228973" y="1117599"/>
                  </a:lnTo>
                  <a:lnTo>
                    <a:pt x="4281842" y="1130299"/>
                  </a:lnTo>
                  <a:lnTo>
                    <a:pt x="4326837" y="1155699"/>
                  </a:lnTo>
                  <a:lnTo>
                    <a:pt x="4367106" y="1168399"/>
                  </a:lnTo>
                  <a:lnTo>
                    <a:pt x="4405799" y="1193799"/>
                  </a:lnTo>
                  <a:lnTo>
                    <a:pt x="4446068" y="1219199"/>
                  </a:lnTo>
                  <a:lnTo>
                    <a:pt x="4491063" y="1244599"/>
                  </a:lnTo>
                  <a:lnTo>
                    <a:pt x="4543933" y="1269999"/>
                  </a:lnTo>
                  <a:lnTo>
                    <a:pt x="4581163" y="1282699"/>
                  </a:lnTo>
                  <a:lnTo>
                    <a:pt x="4664055" y="1333499"/>
                  </a:lnTo>
                  <a:lnTo>
                    <a:pt x="4701286" y="1358899"/>
                  </a:lnTo>
                  <a:lnTo>
                    <a:pt x="4747057" y="1384299"/>
                  </a:lnTo>
                  <a:lnTo>
                    <a:pt x="4794123" y="1409699"/>
                  </a:lnTo>
                  <a:lnTo>
                    <a:pt x="4842114" y="1435099"/>
                  </a:lnTo>
                  <a:lnTo>
                    <a:pt x="4890661" y="1447799"/>
                  </a:lnTo>
                  <a:lnTo>
                    <a:pt x="5035930" y="1523999"/>
                  </a:lnTo>
                  <a:lnTo>
                    <a:pt x="5082996" y="1536699"/>
                  </a:lnTo>
                  <a:lnTo>
                    <a:pt x="5128768" y="1562099"/>
                  </a:lnTo>
                  <a:lnTo>
                    <a:pt x="5149139" y="1587499"/>
                  </a:lnTo>
                  <a:lnTo>
                    <a:pt x="5173726" y="1600199"/>
                  </a:lnTo>
                  <a:lnTo>
                    <a:pt x="5198312" y="1600199"/>
                  </a:lnTo>
                  <a:lnTo>
                    <a:pt x="5218684" y="1612899"/>
                  </a:lnTo>
                  <a:lnTo>
                    <a:pt x="5640249" y="1612899"/>
                  </a:lnTo>
                  <a:lnTo>
                    <a:pt x="5553031" y="1562099"/>
                  </a:lnTo>
                  <a:lnTo>
                    <a:pt x="5509594" y="1549399"/>
                  </a:lnTo>
                  <a:lnTo>
                    <a:pt x="5466207" y="1523999"/>
                  </a:lnTo>
                  <a:lnTo>
                    <a:pt x="5383935" y="1473199"/>
                  </a:lnTo>
                  <a:lnTo>
                    <a:pt x="5341804" y="1460499"/>
                  </a:lnTo>
                  <a:lnTo>
                    <a:pt x="5298957" y="1435099"/>
                  </a:lnTo>
                  <a:lnTo>
                    <a:pt x="5255354" y="1409699"/>
                  </a:lnTo>
                  <a:lnTo>
                    <a:pt x="5210953" y="1396999"/>
                  </a:lnTo>
                  <a:lnTo>
                    <a:pt x="5165715" y="1371599"/>
                  </a:lnTo>
                  <a:lnTo>
                    <a:pt x="5119599" y="1346199"/>
                  </a:lnTo>
                  <a:lnTo>
                    <a:pt x="5072566" y="1333499"/>
                  </a:lnTo>
                  <a:lnTo>
                    <a:pt x="5024576" y="1308099"/>
                  </a:lnTo>
                  <a:lnTo>
                    <a:pt x="4975587" y="1295399"/>
                  </a:lnTo>
                  <a:lnTo>
                    <a:pt x="4925560" y="1269999"/>
                  </a:lnTo>
                  <a:lnTo>
                    <a:pt x="4822232" y="1231899"/>
                  </a:lnTo>
                  <a:lnTo>
                    <a:pt x="4768850" y="1206499"/>
                  </a:lnTo>
                  <a:lnTo>
                    <a:pt x="4735111" y="1181099"/>
                  </a:lnTo>
                  <a:lnTo>
                    <a:pt x="4667587" y="1155699"/>
                  </a:lnTo>
                  <a:lnTo>
                    <a:pt x="4633849" y="1130299"/>
                  </a:lnTo>
                  <a:lnTo>
                    <a:pt x="4597183" y="1104899"/>
                  </a:lnTo>
                  <a:lnTo>
                    <a:pt x="4555501" y="1079499"/>
                  </a:lnTo>
                  <a:lnTo>
                    <a:pt x="4510123" y="1054099"/>
                  </a:lnTo>
                  <a:lnTo>
                    <a:pt x="4462367" y="1028699"/>
                  </a:lnTo>
                  <a:lnTo>
                    <a:pt x="4364993" y="977899"/>
                  </a:lnTo>
                  <a:lnTo>
                    <a:pt x="4341368" y="977899"/>
                  </a:lnTo>
                  <a:lnTo>
                    <a:pt x="4287034" y="965199"/>
                  </a:lnTo>
                  <a:lnTo>
                    <a:pt x="4236433" y="952499"/>
                  </a:lnTo>
                  <a:lnTo>
                    <a:pt x="4189571" y="927099"/>
                  </a:lnTo>
                  <a:lnTo>
                    <a:pt x="4146455" y="914399"/>
                  </a:lnTo>
                  <a:lnTo>
                    <a:pt x="4107094" y="888999"/>
                  </a:lnTo>
                  <a:lnTo>
                    <a:pt x="4071492" y="863599"/>
                  </a:lnTo>
                  <a:lnTo>
                    <a:pt x="4043797" y="838199"/>
                  </a:lnTo>
                  <a:lnTo>
                    <a:pt x="4011780" y="825499"/>
                  </a:lnTo>
                  <a:lnTo>
                    <a:pt x="3971119" y="800099"/>
                  </a:lnTo>
                  <a:lnTo>
                    <a:pt x="3917491" y="787399"/>
                  </a:lnTo>
                  <a:lnTo>
                    <a:pt x="3846576" y="774699"/>
                  </a:lnTo>
                  <a:lnTo>
                    <a:pt x="3788787" y="761999"/>
                  </a:lnTo>
                  <a:lnTo>
                    <a:pt x="3746130" y="736599"/>
                  </a:lnTo>
                  <a:lnTo>
                    <a:pt x="3712122" y="723899"/>
                  </a:lnTo>
                  <a:lnTo>
                    <a:pt x="3680285" y="698499"/>
                  </a:lnTo>
                  <a:lnTo>
                    <a:pt x="3644138" y="685799"/>
                  </a:lnTo>
                  <a:lnTo>
                    <a:pt x="3597232" y="660399"/>
                  </a:lnTo>
                  <a:lnTo>
                    <a:pt x="3552696" y="647699"/>
                  </a:lnTo>
                  <a:lnTo>
                    <a:pt x="3510133" y="622299"/>
                  </a:lnTo>
                  <a:lnTo>
                    <a:pt x="3469146" y="596899"/>
                  </a:lnTo>
                  <a:lnTo>
                    <a:pt x="3396615" y="596899"/>
                  </a:lnTo>
                  <a:lnTo>
                    <a:pt x="3359735" y="584199"/>
                  </a:lnTo>
                  <a:lnTo>
                    <a:pt x="3320748" y="558799"/>
                  </a:lnTo>
                  <a:lnTo>
                    <a:pt x="3285976" y="558799"/>
                  </a:lnTo>
                  <a:lnTo>
                    <a:pt x="3213452" y="520699"/>
                  </a:lnTo>
                  <a:lnTo>
                    <a:pt x="3164772" y="507999"/>
                  </a:lnTo>
                  <a:lnTo>
                    <a:pt x="3140041" y="495299"/>
                  </a:lnTo>
                  <a:close/>
                </a:path>
                <a:path w="12192000" h="6845300">
                  <a:moveTo>
                    <a:pt x="8075549" y="876299"/>
                  </a:moveTo>
                  <a:lnTo>
                    <a:pt x="8069929" y="876299"/>
                  </a:lnTo>
                  <a:lnTo>
                    <a:pt x="8072739" y="888999"/>
                  </a:lnTo>
                  <a:lnTo>
                    <a:pt x="8075549" y="914399"/>
                  </a:lnTo>
                  <a:lnTo>
                    <a:pt x="7850505" y="914399"/>
                  </a:lnTo>
                  <a:lnTo>
                    <a:pt x="7858252" y="927099"/>
                  </a:lnTo>
                  <a:lnTo>
                    <a:pt x="7878667" y="939799"/>
                  </a:lnTo>
                  <a:lnTo>
                    <a:pt x="7907512" y="965199"/>
                  </a:lnTo>
                  <a:lnTo>
                    <a:pt x="7940548" y="977899"/>
                  </a:lnTo>
                  <a:lnTo>
                    <a:pt x="7984773" y="1003299"/>
                  </a:lnTo>
                  <a:lnTo>
                    <a:pt x="8027695" y="1028699"/>
                  </a:lnTo>
                  <a:lnTo>
                    <a:pt x="8069688" y="1041399"/>
                  </a:lnTo>
                  <a:lnTo>
                    <a:pt x="8193804" y="1117599"/>
                  </a:lnTo>
                  <a:lnTo>
                    <a:pt x="8235797" y="1130299"/>
                  </a:lnTo>
                  <a:lnTo>
                    <a:pt x="8278719" y="1155699"/>
                  </a:lnTo>
                  <a:lnTo>
                    <a:pt x="8322945" y="1181099"/>
                  </a:lnTo>
                  <a:lnTo>
                    <a:pt x="8361442" y="1206499"/>
                  </a:lnTo>
                  <a:lnTo>
                    <a:pt x="8398878" y="1231899"/>
                  </a:lnTo>
                  <a:lnTo>
                    <a:pt x="8439558" y="1244599"/>
                  </a:lnTo>
                  <a:lnTo>
                    <a:pt x="8487784" y="1269999"/>
                  </a:lnTo>
                  <a:lnTo>
                    <a:pt x="8547862" y="1295399"/>
                  </a:lnTo>
                  <a:lnTo>
                    <a:pt x="8584250" y="1320799"/>
                  </a:lnTo>
                  <a:lnTo>
                    <a:pt x="8633561" y="1346199"/>
                  </a:lnTo>
                  <a:lnTo>
                    <a:pt x="8687170" y="1371599"/>
                  </a:lnTo>
                  <a:lnTo>
                    <a:pt x="8736451" y="1396999"/>
                  </a:lnTo>
                  <a:lnTo>
                    <a:pt x="8772779" y="1435099"/>
                  </a:lnTo>
                  <a:lnTo>
                    <a:pt x="8793224" y="1447799"/>
                  </a:lnTo>
                  <a:lnTo>
                    <a:pt x="8817848" y="1460499"/>
                  </a:lnTo>
                  <a:lnTo>
                    <a:pt x="8842448" y="1485899"/>
                  </a:lnTo>
                  <a:lnTo>
                    <a:pt x="8862822" y="1498599"/>
                  </a:lnTo>
                  <a:lnTo>
                    <a:pt x="8879330" y="1511299"/>
                  </a:lnTo>
                  <a:lnTo>
                    <a:pt x="8893730" y="1523999"/>
                  </a:lnTo>
                  <a:lnTo>
                    <a:pt x="8903916" y="1523999"/>
                  </a:lnTo>
                  <a:lnTo>
                    <a:pt x="8907780" y="1536699"/>
                  </a:lnTo>
                  <a:lnTo>
                    <a:pt x="8921126" y="1549399"/>
                  </a:lnTo>
                  <a:lnTo>
                    <a:pt x="8923617" y="1551131"/>
                  </a:lnTo>
                  <a:lnTo>
                    <a:pt x="8952738" y="1562099"/>
                  </a:lnTo>
                  <a:lnTo>
                    <a:pt x="9721759" y="1562099"/>
                  </a:lnTo>
                  <a:lnTo>
                    <a:pt x="9672574" y="1536699"/>
                  </a:lnTo>
                  <a:lnTo>
                    <a:pt x="9664846" y="1523999"/>
                  </a:lnTo>
                  <a:lnTo>
                    <a:pt x="9644475" y="1511299"/>
                  </a:lnTo>
                  <a:lnTo>
                    <a:pt x="9615674" y="1485899"/>
                  </a:lnTo>
                  <a:lnTo>
                    <a:pt x="9582658" y="1473199"/>
                  </a:lnTo>
                  <a:lnTo>
                    <a:pt x="9568255" y="1473199"/>
                  </a:lnTo>
                  <a:lnTo>
                    <a:pt x="9551733" y="1460499"/>
                  </a:lnTo>
                  <a:lnTo>
                    <a:pt x="9522543" y="1447799"/>
                  </a:lnTo>
                  <a:lnTo>
                    <a:pt x="9470136" y="1435099"/>
                  </a:lnTo>
                  <a:lnTo>
                    <a:pt x="9459247" y="1435099"/>
                  </a:lnTo>
                  <a:lnTo>
                    <a:pt x="9433607" y="1422399"/>
                  </a:lnTo>
                  <a:lnTo>
                    <a:pt x="9403752" y="1422399"/>
                  </a:lnTo>
                  <a:lnTo>
                    <a:pt x="9380220" y="1409699"/>
                  </a:lnTo>
                  <a:lnTo>
                    <a:pt x="9334428" y="1384299"/>
                  </a:lnTo>
                  <a:lnTo>
                    <a:pt x="9292186" y="1371599"/>
                  </a:lnTo>
                  <a:lnTo>
                    <a:pt x="9271855" y="1358899"/>
                  </a:lnTo>
                  <a:lnTo>
                    <a:pt x="9200261" y="1358899"/>
                  </a:lnTo>
                  <a:lnTo>
                    <a:pt x="9098041" y="1308099"/>
                  </a:lnTo>
                  <a:lnTo>
                    <a:pt x="8999004" y="1257299"/>
                  </a:lnTo>
                  <a:lnTo>
                    <a:pt x="8950682" y="1244599"/>
                  </a:lnTo>
                  <a:lnTo>
                    <a:pt x="8903159" y="1219199"/>
                  </a:lnTo>
                  <a:lnTo>
                    <a:pt x="8810512" y="1168399"/>
                  </a:lnTo>
                  <a:lnTo>
                    <a:pt x="8765391" y="1155699"/>
                  </a:lnTo>
                  <a:lnTo>
                    <a:pt x="8721073" y="1130299"/>
                  </a:lnTo>
                  <a:lnTo>
                    <a:pt x="8677559" y="1104899"/>
                  </a:lnTo>
                  <a:lnTo>
                    <a:pt x="8634850" y="1092199"/>
                  </a:lnTo>
                  <a:lnTo>
                    <a:pt x="8592947" y="1066799"/>
                  </a:lnTo>
                  <a:lnTo>
                    <a:pt x="8558452" y="1041399"/>
                  </a:lnTo>
                  <a:lnTo>
                    <a:pt x="8519779" y="1015999"/>
                  </a:lnTo>
                  <a:lnTo>
                    <a:pt x="8472699" y="990599"/>
                  </a:lnTo>
                  <a:lnTo>
                    <a:pt x="8412988" y="977899"/>
                  </a:lnTo>
                  <a:lnTo>
                    <a:pt x="8390382" y="952499"/>
                  </a:lnTo>
                  <a:lnTo>
                    <a:pt x="8356392" y="927099"/>
                  </a:lnTo>
                  <a:lnTo>
                    <a:pt x="8312686" y="914399"/>
                  </a:lnTo>
                  <a:lnTo>
                    <a:pt x="8265730" y="888999"/>
                  </a:lnTo>
                  <a:lnTo>
                    <a:pt x="8098028" y="888999"/>
                  </a:lnTo>
                  <a:lnTo>
                    <a:pt x="8075549" y="876299"/>
                  </a:lnTo>
                  <a:close/>
                </a:path>
                <a:path w="12192000" h="6845300">
                  <a:moveTo>
                    <a:pt x="5578602" y="1473199"/>
                  </a:moveTo>
                  <a:lnTo>
                    <a:pt x="5578602" y="1498599"/>
                  </a:lnTo>
                  <a:lnTo>
                    <a:pt x="5625573" y="1498599"/>
                  </a:lnTo>
                  <a:lnTo>
                    <a:pt x="5578602" y="1473199"/>
                  </a:lnTo>
                  <a:close/>
                </a:path>
                <a:path w="12192000" h="6845300">
                  <a:moveTo>
                    <a:pt x="4809107" y="1456902"/>
                  </a:moveTo>
                  <a:lnTo>
                    <a:pt x="4810998" y="1460499"/>
                  </a:lnTo>
                  <a:lnTo>
                    <a:pt x="4813456" y="1460499"/>
                  </a:lnTo>
                  <a:lnTo>
                    <a:pt x="4813808" y="1473199"/>
                  </a:lnTo>
                  <a:lnTo>
                    <a:pt x="4840939" y="1473199"/>
                  </a:lnTo>
                  <a:lnTo>
                    <a:pt x="4809107" y="1456902"/>
                  </a:lnTo>
                  <a:close/>
                </a:path>
                <a:path w="12192000" h="6845300">
                  <a:moveTo>
                    <a:pt x="4804324" y="1447799"/>
                  </a:moveTo>
                  <a:lnTo>
                    <a:pt x="4794841" y="1447799"/>
                  </a:lnTo>
                  <a:lnTo>
                    <a:pt x="4796430" y="1450411"/>
                  </a:lnTo>
                  <a:lnTo>
                    <a:pt x="4809107" y="1456902"/>
                  </a:lnTo>
                  <a:lnTo>
                    <a:pt x="4804324" y="1447799"/>
                  </a:lnTo>
                  <a:close/>
                </a:path>
                <a:path w="12192000" h="6845300">
                  <a:moveTo>
                    <a:pt x="6476662" y="838199"/>
                  </a:moveTo>
                  <a:lnTo>
                    <a:pt x="6320917" y="838199"/>
                  </a:lnTo>
                  <a:lnTo>
                    <a:pt x="6378705" y="850899"/>
                  </a:lnTo>
                  <a:lnTo>
                    <a:pt x="6421362" y="863599"/>
                  </a:lnTo>
                  <a:lnTo>
                    <a:pt x="6455370" y="876299"/>
                  </a:lnTo>
                  <a:lnTo>
                    <a:pt x="6487207" y="888999"/>
                  </a:lnTo>
                  <a:lnTo>
                    <a:pt x="6523355" y="914399"/>
                  </a:lnTo>
                  <a:lnTo>
                    <a:pt x="6548905" y="939799"/>
                  </a:lnTo>
                  <a:lnTo>
                    <a:pt x="6592822" y="965199"/>
                  </a:lnTo>
                  <a:lnTo>
                    <a:pt x="6646469" y="990599"/>
                  </a:lnTo>
                  <a:lnTo>
                    <a:pt x="6701207" y="1003299"/>
                  </a:lnTo>
                  <a:lnTo>
                    <a:pt x="6748399" y="1028699"/>
                  </a:lnTo>
                  <a:lnTo>
                    <a:pt x="6752262" y="1041399"/>
                  </a:lnTo>
                  <a:lnTo>
                    <a:pt x="6793357" y="1041399"/>
                  </a:lnTo>
                  <a:lnTo>
                    <a:pt x="6842811" y="1066799"/>
                  </a:lnTo>
                  <a:lnTo>
                    <a:pt x="6930955" y="1117599"/>
                  </a:lnTo>
                  <a:lnTo>
                    <a:pt x="6980447" y="1142999"/>
                  </a:lnTo>
                  <a:lnTo>
                    <a:pt x="7040753" y="1155699"/>
                  </a:lnTo>
                  <a:lnTo>
                    <a:pt x="7061477" y="1181099"/>
                  </a:lnTo>
                  <a:lnTo>
                    <a:pt x="7088536" y="1193799"/>
                  </a:lnTo>
                  <a:lnTo>
                    <a:pt x="7119834" y="1206499"/>
                  </a:lnTo>
                  <a:lnTo>
                    <a:pt x="7153275" y="1231899"/>
                  </a:lnTo>
                  <a:lnTo>
                    <a:pt x="7177863" y="1244599"/>
                  </a:lnTo>
                  <a:lnTo>
                    <a:pt x="7215108" y="1257299"/>
                  </a:lnTo>
                  <a:lnTo>
                    <a:pt x="7260806" y="1282699"/>
                  </a:lnTo>
                  <a:lnTo>
                    <a:pt x="7310755" y="1295399"/>
                  </a:lnTo>
                  <a:lnTo>
                    <a:pt x="7340961" y="1308099"/>
                  </a:lnTo>
                  <a:lnTo>
                    <a:pt x="7392943" y="1346199"/>
                  </a:lnTo>
                  <a:lnTo>
                    <a:pt x="7423150" y="1358899"/>
                  </a:lnTo>
                  <a:lnTo>
                    <a:pt x="7423150" y="1384299"/>
                  </a:lnTo>
                  <a:lnTo>
                    <a:pt x="7459346" y="1396999"/>
                  </a:lnTo>
                  <a:lnTo>
                    <a:pt x="7493460" y="1422399"/>
                  </a:lnTo>
                  <a:lnTo>
                    <a:pt x="7514929" y="1435099"/>
                  </a:lnTo>
                  <a:lnTo>
                    <a:pt x="7513193" y="1447799"/>
                  </a:lnTo>
                  <a:lnTo>
                    <a:pt x="8615426" y="1447799"/>
                  </a:lnTo>
                  <a:lnTo>
                    <a:pt x="8577059" y="1422399"/>
                  </a:lnTo>
                  <a:lnTo>
                    <a:pt x="8540875" y="1409699"/>
                  </a:lnTo>
                  <a:lnTo>
                    <a:pt x="8503631" y="1384299"/>
                  </a:lnTo>
                  <a:lnTo>
                    <a:pt x="8462083" y="1358899"/>
                  </a:lnTo>
                  <a:lnTo>
                    <a:pt x="8412988" y="1333499"/>
                  </a:lnTo>
                  <a:lnTo>
                    <a:pt x="8379547" y="1320799"/>
                  </a:lnTo>
                  <a:lnTo>
                    <a:pt x="8348249" y="1320799"/>
                  </a:lnTo>
                  <a:lnTo>
                    <a:pt x="8321190" y="1308099"/>
                  </a:lnTo>
                  <a:lnTo>
                    <a:pt x="8300466" y="1295399"/>
                  </a:lnTo>
                  <a:lnTo>
                    <a:pt x="8303627" y="1295399"/>
                  </a:lnTo>
                  <a:lnTo>
                    <a:pt x="8308895" y="1282699"/>
                  </a:lnTo>
                  <a:lnTo>
                    <a:pt x="8309949" y="1269999"/>
                  </a:lnTo>
                  <a:lnTo>
                    <a:pt x="8255508" y="1269999"/>
                  </a:lnTo>
                  <a:lnTo>
                    <a:pt x="8225228" y="1257299"/>
                  </a:lnTo>
                  <a:lnTo>
                    <a:pt x="8173194" y="1231899"/>
                  </a:lnTo>
                  <a:lnTo>
                    <a:pt x="8142985" y="1231899"/>
                  </a:lnTo>
                  <a:lnTo>
                    <a:pt x="8107440" y="1193799"/>
                  </a:lnTo>
                  <a:lnTo>
                    <a:pt x="8068616" y="1168399"/>
                  </a:lnTo>
                  <a:lnTo>
                    <a:pt x="8026983" y="1142999"/>
                  </a:lnTo>
                  <a:lnTo>
                    <a:pt x="7983008" y="1117599"/>
                  </a:lnTo>
                  <a:lnTo>
                    <a:pt x="7937160" y="1092199"/>
                  </a:lnTo>
                  <a:lnTo>
                    <a:pt x="7889906" y="1066799"/>
                  </a:lnTo>
                  <a:lnTo>
                    <a:pt x="7841716" y="1041399"/>
                  </a:lnTo>
                  <a:lnTo>
                    <a:pt x="7793058" y="1028699"/>
                  </a:lnTo>
                  <a:lnTo>
                    <a:pt x="7696210" y="977899"/>
                  </a:lnTo>
                  <a:lnTo>
                    <a:pt x="7648957" y="952499"/>
                  </a:lnTo>
                  <a:lnTo>
                    <a:pt x="7626033" y="939799"/>
                  </a:lnTo>
                  <a:lnTo>
                    <a:pt x="6796518" y="939799"/>
                  </a:lnTo>
                  <a:lnTo>
                    <a:pt x="6770878" y="927099"/>
                  </a:lnTo>
                  <a:lnTo>
                    <a:pt x="6571202" y="876299"/>
                  </a:lnTo>
                  <a:lnTo>
                    <a:pt x="6523270" y="863599"/>
                  </a:lnTo>
                  <a:lnTo>
                    <a:pt x="6476662" y="838199"/>
                  </a:lnTo>
                  <a:close/>
                </a:path>
                <a:path w="12192000" h="6845300">
                  <a:moveTo>
                    <a:pt x="8658276" y="1435099"/>
                  </a:moveTo>
                  <a:lnTo>
                    <a:pt x="8635095" y="1435099"/>
                  </a:lnTo>
                  <a:lnTo>
                    <a:pt x="8628421" y="1447799"/>
                  </a:lnTo>
                  <a:lnTo>
                    <a:pt x="8682863" y="1447799"/>
                  </a:lnTo>
                  <a:lnTo>
                    <a:pt x="8658276" y="1435099"/>
                  </a:lnTo>
                  <a:close/>
                </a:path>
                <a:path w="12192000" h="6845300">
                  <a:moveTo>
                    <a:pt x="9065260" y="1244599"/>
                  </a:moveTo>
                  <a:lnTo>
                    <a:pt x="9105320" y="1282699"/>
                  </a:lnTo>
                  <a:lnTo>
                    <a:pt x="9149619" y="1308099"/>
                  </a:lnTo>
                  <a:lnTo>
                    <a:pt x="9185489" y="1333499"/>
                  </a:lnTo>
                  <a:lnTo>
                    <a:pt x="9200261" y="1358899"/>
                  </a:lnTo>
                  <a:lnTo>
                    <a:pt x="9271855" y="1358899"/>
                  </a:lnTo>
                  <a:lnTo>
                    <a:pt x="9210470" y="1320799"/>
                  </a:lnTo>
                  <a:lnTo>
                    <a:pt x="9167056" y="1308099"/>
                  </a:lnTo>
                  <a:lnTo>
                    <a:pt x="9119309" y="1282699"/>
                  </a:lnTo>
                  <a:lnTo>
                    <a:pt x="9065260" y="1244599"/>
                  </a:lnTo>
                  <a:close/>
                </a:path>
                <a:path w="12192000" h="6845300">
                  <a:moveTo>
                    <a:pt x="8274474" y="1257299"/>
                  </a:moveTo>
                  <a:lnTo>
                    <a:pt x="8261127" y="1257299"/>
                  </a:lnTo>
                  <a:lnTo>
                    <a:pt x="8256210" y="1269999"/>
                  </a:lnTo>
                  <a:lnTo>
                    <a:pt x="8300466" y="1269999"/>
                  </a:lnTo>
                  <a:lnTo>
                    <a:pt x="8274474" y="1257299"/>
                  </a:lnTo>
                  <a:close/>
                </a:path>
                <a:path w="12192000" h="6845300">
                  <a:moveTo>
                    <a:pt x="4881245" y="571499"/>
                  </a:moveTo>
                  <a:lnTo>
                    <a:pt x="4858766" y="571499"/>
                  </a:lnTo>
                  <a:lnTo>
                    <a:pt x="4895590" y="596899"/>
                  </a:lnTo>
                  <a:lnTo>
                    <a:pt x="4931667" y="622299"/>
                  </a:lnTo>
                  <a:lnTo>
                    <a:pt x="4967924" y="634999"/>
                  </a:lnTo>
                  <a:lnTo>
                    <a:pt x="5005288" y="660399"/>
                  </a:lnTo>
                  <a:lnTo>
                    <a:pt x="5044686" y="685799"/>
                  </a:lnTo>
                  <a:lnTo>
                    <a:pt x="5087046" y="711199"/>
                  </a:lnTo>
                  <a:lnTo>
                    <a:pt x="5133293" y="723899"/>
                  </a:lnTo>
                  <a:lnTo>
                    <a:pt x="5184357" y="749299"/>
                  </a:lnTo>
                  <a:lnTo>
                    <a:pt x="5241163" y="774699"/>
                  </a:lnTo>
                  <a:lnTo>
                    <a:pt x="5273551" y="800099"/>
                  </a:lnTo>
                  <a:lnTo>
                    <a:pt x="5310194" y="838199"/>
                  </a:lnTo>
                  <a:lnTo>
                    <a:pt x="5350350" y="863599"/>
                  </a:lnTo>
                  <a:lnTo>
                    <a:pt x="5393277" y="888999"/>
                  </a:lnTo>
                  <a:lnTo>
                    <a:pt x="5438236" y="914399"/>
                  </a:lnTo>
                  <a:lnTo>
                    <a:pt x="5484485" y="927099"/>
                  </a:lnTo>
                  <a:lnTo>
                    <a:pt x="5577888" y="977899"/>
                  </a:lnTo>
                  <a:lnTo>
                    <a:pt x="5623560" y="1003299"/>
                  </a:lnTo>
                  <a:lnTo>
                    <a:pt x="5670698" y="1015999"/>
                  </a:lnTo>
                  <a:lnTo>
                    <a:pt x="5756451" y="1066799"/>
                  </a:lnTo>
                  <a:lnTo>
                    <a:pt x="5803519" y="1092199"/>
                  </a:lnTo>
                  <a:lnTo>
                    <a:pt x="5831691" y="1117599"/>
                  </a:lnTo>
                  <a:lnTo>
                    <a:pt x="5876686" y="1142999"/>
                  </a:lnTo>
                  <a:lnTo>
                    <a:pt x="5930088" y="1168399"/>
                  </a:lnTo>
                  <a:lnTo>
                    <a:pt x="5983478" y="1206499"/>
                  </a:lnTo>
                  <a:lnTo>
                    <a:pt x="6993651" y="1206499"/>
                  </a:lnTo>
                  <a:lnTo>
                    <a:pt x="6903990" y="1155699"/>
                  </a:lnTo>
                  <a:lnTo>
                    <a:pt x="6859492" y="1142999"/>
                  </a:lnTo>
                  <a:lnTo>
                    <a:pt x="6637683" y="1015999"/>
                  </a:lnTo>
                  <a:lnTo>
                    <a:pt x="6592996" y="1003299"/>
                  </a:lnTo>
                  <a:lnTo>
                    <a:pt x="6457094" y="927099"/>
                  </a:lnTo>
                  <a:lnTo>
                    <a:pt x="6410960" y="914399"/>
                  </a:lnTo>
                  <a:lnTo>
                    <a:pt x="6390568" y="901699"/>
                  </a:lnTo>
                  <a:lnTo>
                    <a:pt x="6341308" y="876299"/>
                  </a:lnTo>
                  <a:lnTo>
                    <a:pt x="6320917" y="863599"/>
                  </a:lnTo>
                  <a:lnTo>
                    <a:pt x="6298438" y="863599"/>
                  </a:lnTo>
                  <a:lnTo>
                    <a:pt x="6289305" y="850899"/>
                  </a:lnTo>
                  <a:lnTo>
                    <a:pt x="6275959" y="838199"/>
                  </a:lnTo>
                  <a:lnTo>
                    <a:pt x="6226304" y="825499"/>
                  </a:lnTo>
                  <a:lnTo>
                    <a:pt x="5353685" y="825499"/>
                  </a:lnTo>
                  <a:lnTo>
                    <a:pt x="5323828" y="812799"/>
                  </a:lnTo>
                  <a:lnTo>
                    <a:pt x="5322776" y="812799"/>
                  </a:lnTo>
                  <a:lnTo>
                    <a:pt x="5320309" y="810902"/>
                  </a:lnTo>
                  <a:lnTo>
                    <a:pt x="5300281" y="800099"/>
                  </a:lnTo>
                  <a:lnTo>
                    <a:pt x="5280925" y="787399"/>
                  </a:lnTo>
                  <a:lnTo>
                    <a:pt x="5263642" y="774699"/>
                  </a:lnTo>
                  <a:lnTo>
                    <a:pt x="5231810" y="761999"/>
                  </a:lnTo>
                  <a:lnTo>
                    <a:pt x="5192420" y="736599"/>
                  </a:lnTo>
                  <a:lnTo>
                    <a:pt x="5148701" y="711199"/>
                  </a:lnTo>
                  <a:lnTo>
                    <a:pt x="5103886" y="685799"/>
                  </a:lnTo>
                  <a:lnTo>
                    <a:pt x="5061204" y="660399"/>
                  </a:lnTo>
                  <a:lnTo>
                    <a:pt x="5040481" y="660399"/>
                  </a:lnTo>
                  <a:lnTo>
                    <a:pt x="5013436" y="647699"/>
                  </a:lnTo>
                  <a:lnTo>
                    <a:pt x="4982176" y="634999"/>
                  </a:lnTo>
                  <a:lnTo>
                    <a:pt x="4948809" y="622299"/>
                  </a:lnTo>
                  <a:lnTo>
                    <a:pt x="4881245" y="571499"/>
                  </a:lnTo>
                  <a:close/>
                </a:path>
                <a:path w="12192000" h="6845300">
                  <a:moveTo>
                    <a:pt x="7805547" y="977899"/>
                  </a:moveTo>
                  <a:lnTo>
                    <a:pt x="7878667" y="1015999"/>
                  </a:lnTo>
                  <a:lnTo>
                    <a:pt x="7985506" y="1066799"/>
                  </a:lnTo>
                  <a:lnTo>
                    <a:pt x="7951083" y="1041399"/>
                  </a:lnTo>
                  <a:lnTo>
                    <a:pt x="7912433" y="1015999"/>
                  </a:lnTo>
                  <a:lnTo>
                    <a:pt x="7865330" y="990599"/>
                  </a:lnTo>
                  <a:lnTo>
                    <a:pt x="7805547" y="977899"/>
                  </a:lnTo>
                  <a:close/>
                </a:path>
                <a:path w="12192000" h="6845300">
                  <a:moveTo>
                    <a:pt x="4386453" y="685799"/>
                  </a:moveTo>
                  <a:lnTo>
                    <a:pt x="4453890" y="749299"/>
                  </a:lnTo>
                  <a:lnTo>
                    <a:pt x="4474943" y="774699"/>
                  </a:lnTo>
                  <a:lnTo>
                    <a:pt x="4508963" y="800099"/>
                  </a:lnTo>
                  <a:lnTo>
                    <a:pt x="4552700" y="812799"/>
                  </a:lnTo>
                  <a:lnTo>
                    <a:pt x="4602904" y="838199"/>
                  </a:lnTo>
                  <a:lnTo>
                    <a:pt x="4656328" y="863599"/>
                  </a:lnTo>
                  <a:lnTo>
                    <a:pt x="4673540" y="876299"/>
                  </a:lnTo>
                  <a:lnTo>
                    <a:pt x="4692872" y="888999"/>
                  </a:lnTo>
                  <a:lnTo>
                    <a:pt x="4716442" y="901699"/>
                  </a:lnTo>
                  <a:lnTo>
                    <a:pt x="4746371" y="914399"/>
                  </a:lnTo>
                  <a:lnTo>
                    <a:pt x="4768850" y="927099"/>
                  </a:lnTo>
                  <a:lnTo>
                    <a:pt x="4773064" y="939799"/>
                  </a:lnTo>
                  <a:lnTo>
                    <a:pt x="4785709" y="939799"/>
                  </a:lnTo>
                  <a:lnTo>
                    <a:pt x="4806783" y="952499"/>
                  </a:lnTo>
                  <a:lnTo>
                    <a:pt x="4836287" y="952499"/>
                  </a:lnTo>
                  <a:lnTo>
                    <a:pt x="4852795" y="965199"/>
                  </a:lnTo>
                  <a:lnTo>
                    <a:pt x="4867195" y="977899"/>
                  </a:lnTo>
                  <a:lnTo>
                    <a:pt x="4881245" y="977899"/>
                  </a:lnTo>
                  <a:lnTo>
                    <a:pt x="4868971" y="990599"/>
                  </a:lnTo>
                  <a:lnTo>
                    <a:pt x="4884118" y="1015999"/>
                  </a:lnTo>
                  <a:lnTo>
                    <a:pt x="4903479" y="1028699"/>
                  </a:lnTo>
                  <a:lnTo>
                    <a:pt x="4903851" y="1041399"/>
                  </a:lnTo>
                  <a:lnTo>
                    <a:pt x="5458299" y="1041399"/>
                  </a:lnTo>
                  <a:lnTo>
                    <a:pt x="5416057" y="1015999"/>
                  </a:lnTo>
                  <a:lnTo>
                    <a:pt x="5376164" y="1003299"/>
                  </a:lnTo>
                  <a:lnTo>
                    <a:pt x="5336251" y="977899"/>
                  </a:lnTo>
                  <a:lnTo>
                    <a:pt x="5219242" y="901699"/>
                  </a:lnTo>
                  <a:lnTo>
                    <a:pt x="5179345" y="876299"/>
                  </a:lnTo>
                  <a:lnTo>
                    <a:pt x="5138099" y="863599"/>
                  </a:lnTo>
                  <a:lnTo>
                    <a:pt x="5094964" y="838199"/>
                  </a:lnTo>
                  <a:lnTo>
                    <a:pt x="5072181" y="825499"/>
                  </a:lnTo>
                  <a:lnTo>
                    <a:pt x="4746371" y="825499"/>
                  </a:lnTo>
                  <a:lnTo>
                    <a:pt x="4742505" y="812799"/>
                  </a:lnTo>
                  <a:lnTo>
                    <a:pt x="4732305" y="800099"/>
                  </a:lnTo>
                  <a:lnTo>
                    <a:pt x="4717867" y="787399"/>
                  </a:lnTo>
                  <a:lnTo>
                    <a:pt x="4701286" y="774699"/>
                  </a:lnTo>
                  <a:lnTo>
                    <a:pt x="4701286" y="749299"/>
                  </a:lnTo>
                  <a:lnTo>
                    <a:pt x="4521327" y="749299"/>
                  </a:lnTo>
                  <a:lnTo>
                    <a:pt x="4503414" y="736599"/>
                  </a:lnTo>
                  <a:lnTo>
                    <a:pt x="4479178" y="723899"/>
                  </a:lnTo>
                  <a:lnTo>
                    <a:pt x="4442299" y="698499"/>
                  </a:lnTo>
                  <a:lnTo>
                    <a:pt x="4386453" y="685799"/>
                  </a:lnTo>
                  <a:close/>
                </a:path>
                <a:path w="12192000" h="6845300">
                  <a:moveTo>
                    <a:pt x="4273931" y="927099"/>
                  </a:moveTo>
                  <a:lnTo>
                    <a:pt x="4274984" y="939799"/>
                  </a:lnTo>
                  <a:lnTo>
                    <a:pt x="4299219" y="952499"/>
                  </a:lnTo>
                  <a:lnTo>
                    <a:pt x="4327669" y="965199"/>
                  </a:lnTo>
                  <a:lnTo>
                    <a:pt x="4341368" y="977899"/>
                  </a:lnTo>
                  <a:lnTo>
                    <a:pt x="4364993" y="977899"/>
                  </a:lnTo>
                  <a:lnTo>
                    <a:pt x="4318014" y="952499"/>
                  </a:lnTo>
                  <a:lnTo>
                    <a:pt x="4273931" y="927099"/>
                  </a:lnTo>
                  <a:close/>
                </a:path>
                <a:path w="12192000" h="6845300">
                  <a:moveTo>
                    <a:pt x="7537777" y="825499"/>
                  </a:moveTo>
                  <a:lnTo>
                    <a:pt x="7462508" y="825499"/>
                  </a:lnTo>
                  <a:lnTo>
                    <a:pt x="7473791" y="838199"/>
                  </a:lnTo>
                  <a:lnTo>
                    <a:pt x="7513193" y="863599"/>
                  </a:lnTo>
                  <a:lnTo>
                    <a:pt x="7563070" y="876299"/>
                  </a:lnTo>
                  <a:lnTo>
                    <a:pt x="7608744" y="901699"/>
                  </a:lnTo>
                  <a:lnTo>
                    <a:pt x="7646013" y="914399"/>
                  </a:lnTo>
                  <a:lnTo>
                    <a:pt x="7670673" y="927099"/>
                  </a:lnTo>
                  <a:lnTo>
                    <a:pt x="7704391" y="965199"/>
                  </a:lnTo>
                  <a:lnTo>
                    <a:pt x="7738109" y="977899"/>
                  </a:lnTo>
                  <a:lnTo>
                    <a:pt x="7805547" y="977899"/>
                  </a:lnTo>
                  <a:lnTo>
                    <a:pt x="7771828" y="965199"/>
                  </a:lnTo>
                  <a:lnTo>
                    <a:pt x="7670673" y="888999"/>
                  </a:lnTo>
                  <a:lnTo>
                    <a:pt x="7645312" y="888999"/>
                  </a:lnTo>
                  <a:lnTo>
                    <a:pt x="7636859" y="876299"/>
                  </a:lnTo>
                  <a:lnTo>
                    <a:pt x="7645312" y="863599"/>
                  </a:lnTo>
                  <a:lnTo>
                    <a:pt x="7963042" y="863599"/>
                  </a:lnTo>
                  <a:lnTo>
                    <a:pt x="7930012" y="850899"/>
                  </a:lnTo>
                  <a:lnTo>
                    <a:pt x="7593625" y="850899"/>
                  </a:lnTo>
                  <a:lnTo>
                    <a:pt x="7580630" y="838199"/>
                  </a:lnTo>
                  <a:lnTo>
                    <a:pt x="7537777" y="825499"/>
                  </a:lnTo>
                  <a:close/>
                </a:path>
                <a:path w="12192000" h="6845300">
                  <a:moveTo>
                    <a:pt x="6748399" y="863599"/>
                  </a:moveTo>
                  <a:lnTo>
                    <a:pt x="6733242" y="876299"/>
                  </a:lnTo>
                  <a:lnTo>
                    <a:pt x="6745541" y="901699"/>
                  </a:lnTo>
                  <a:lnTo>
                    <a:pt x="6770508" y="901699"/>
                  </a:lnTo>
                  <a:lnTo>
                    <a:pt x="6793357" y="914399"/>
                  </a:lnTo>
                  <a:lnTo>
                    <a:pt x="6805650" y="927099"/>
                  </a:lnTo>
                  <a:lnTo>
                    <a:pt x="6807406" y="939799"/>
                  </a:lnTo>
                  <a:lnTo>
                    <a:pt x="7626033" y="939799"/>
                  </a:lnTo>
                  <a:lnTo>
                    <a:pt x="7603108" y="927099"/>
                  </a:lnTo>
                  <a:lnTo>
                    <a:pt x="7378192" y="927099"/>
                  </a:lnTo>
                  <a:lnTo>
                    <a:pt x="7336879" y="914399"/>
                  </a:lnTo>
                  <a:lnTo>
                    <a:pt x="6860794" y="914399"/>
                  </a:lnTo>
                  <a:lnTo>
                    <a:pt x="6833748" y="901699"/>
                  </a:lnTo>
                  <a:lnTo>
                    <a:pt x="6813026" y="888999"/>
                  </a:lnTo>
                  <a:lnTo>
                    <a:pt x="6788088" y="876299"/>
                  </a:lnTo>
                  <a:lnTo>
                    <a:pt x="6748399" y="863599"/>
                  </a:lnTo>
                  <a:close/>
                </a:path>
                <a:path w="12192000" h="6845300">
                  <a:moveTo>
                    <a:pt x="7310755" y="838199"/>
                  </a:moveTo>
                  <a:lnTo>
                    <a:pt x="7301956" y="850899"/>
                  </a:lnTo>
                  <a:lnTo>
                    <a:pt x="7291038" y="863599"/>
                  </a:lnTo>
                  <a:lnTo>
                    <a:pt x="7301218" y="876299"/>
                  </a:lnTo>
                  <a:lnTo>
                    <a:pt x="7355713" y="888999"/>
                  </a:lnTo>
                  <a:lnTo>
                    <a:pt x="7375030" y="901699"/>
                  </a:lnTo>
                  <a:lnTo>
                    <a:pt x="7392241" y="914399"/>
                  </a:lnTo>
                  <a:lnTo>
                    <a:pt x="7396807" y="927099"/>
                  </a:lnTo>
                  <a:lnTo>
                    <a:pt x="7603108" y="927099"/>
                  </a:lnTo>
                  <a:lnTo>
                    <a:pt x="7490661" y="863599"/>
                  </a:lnTo>
                  <a:lnTo>
                    <a:pt x="7310755" y="863599"/>
                  </a:lnTo>
                  <a:lnTo>
                    <a:pt x="7310755" y="838199"/>
                  </a:lnTo>
                  <a:close/>
                </a:path>
                <a:path w="12192000" h="6845300">
                  <a:moveTo>
                    <a:pt x="6388481" y="800099"/>
                  </a:moveTo>
                  <a:lnTo>
                    <a:pt x="6295276" y="800099"/>
                  </a:lnTo>
                  <a:lnTo>
                    <a:pt x="6290008" y="812799"/>
                  </a:lnTo>
                  <a:lnTo>
                    <a:pt x="6288954" y="825499"/>
                  </a:lnTo>
                  <a:lnTo>
                    <a:pt x="6298438" y="838199"/>
                  </a:lnTo>
                  <a:lnTo>
                    <a:pt x="6433439" y="914399"/>
                  </a:lnTo>
                  <a:lnTo>
                    <a:pt x="6455918" y="914399"/>
                  </a:lnTo>
                  <a:lnTo>
                    <a:pt x="6320917" y="838199"/>
                  </a:lnTo>
                  <a:lnTo>
                    <a:pt x="6476662" y="838199"/>
                  </a:lnTo>
                  <a:lnTo>
                    <a:pt x="6431644" y="825499"/>
                  </a:lnTo>
                  <a:lnTo>
                    <a:pt x="6388481" y="800099"/>
                  </a:lnTo>
                  <a:close/>
                </a:path>
                <a:path w="12192000" h="6845300">
                  <a:moveTo>
                    <a:pt x="6602158" y="596899"/>
                  </a:moveTo>
                  <a:lnTo>
                    <a:pt x="6549688" y="596899"/>
                  </a:lnTo>
                  <a:lnTo>
                    <a:pt x="6564428" y="609599"/>
                  </a:lnTo>
                  <a:lnTo>
                    <a:pt x="6597536" y="622299"/>
                  </a:lnTo>
                  <a:lnTo>
                    <a:pt x="6633886" y="647699"/>
                  </a:lnTo>
                  <a:lnTo>
                    <a:pt x="6658356" y="660399"/>
                  </a:lnTo>
                  <a:lnTo>
                    <a:pt x="6613398" y="660399"/>
                  </a:lnTo>
                  <a:lnTo>
                    <a:pt x="6658369" y="685799"/>
                  </a:lnTo>
                  <a:lnTo>
                    <a:pt x="6708753" y="711199"/>
                  </a:lnTo>
                  <a:lnTo>
                    <a:pt x="6759144" y="723899"/>
                  </a:lnTo>
                  <a:lnTo>
                    <a:pt x="6804133" y="749299"/>
                  </a:lnTo>
                  <a:lnTo>
                    <a:pt x="6838315" y="774699"/>
                  </a:lnTo>
                  <a:lnTo>
                    <a:pt x="6851661" y="774699"/>
                  </a:lnTo>
                  <a:lnTo>
                    <a:pt x="6869926" y="800099"/>
                  </a:lnTo>
                  <a:lnTo>
                    <a:pt x="6838315" y="800099"/>
                  </a:lnTo>
                  <a:lnTo>
                    <a:pt x="6838666" y="812799"/>
                  </a:lnTo>
                  <a:lnTo>
                    <a:pt x="6841124" y="825499"/>
                  </a:lnTo>
                  <a:lnTo>
                    <a:pt x="6847798" y="825499"/>
                  </a:lnTo>
                  <a:lnTo>
                    <a:pt x="6860794" y="838199"/>
                  </a:lnTo>
                  <a:lnTo>
                    <a:pt x="6936732" y="876299"/>
                  </a:lnTo>
                  <a:lnTo>
                    <a:pt x="6962044" y="901699"/>
                  </a:lnTo>
                  <a:lnTo>
                    <a:pt x="6936732" y="914399"/>
                  </a:lnTo>
                  <a:lnTo>
                    <a:pt x="7336879" y="914399"/>
                  </a:lnTo>
                  <a:lnTo>
                    <a:pt x="7256386" y="863599"/>
                  </a:lnTo>
                  <a:lnTo>
                    <a:pt x="7215092" y="838199"/>
                  </a:lnTo>
                  <a:lnTo>
                    <a:pt x="7171690" y="825499"/>
                  </a:lnTo>
                  <a:lnTo>
                    <a:pt x="7125124" y="800099"/>
                  </a:lnTo>
                  <a:lnTo>
                    <a:pt x="7074338" y="774699"/>
                  </a:lnTo>
                  <a:lnTo>
                    <a:pt x="7018274" y="749299"/>
                  </a:lnTo>
                  <a:lnTo>
                    <a:pt x="6905752" y="749299"/>
                  </a:lnTo>
                  <a:lnTo>
                    <a:pt x="6845688" y="736599"/>
                  </a:lnTo>
                  <a:lnTo>
                    <a:pt x="6796151" y="711199"/>
                  </a:lnTo>
                  <a:lnTo>
                    <a:pt x="6750804" y="685799"/>
                  </a:lnTo>
                  <a:lnTo>
                    <a:pt x="6703314" y="660399"/>
                  </a:lnTo>
                  <a:lnTo>
                    <a:pt x="6669595" y="647699"/>
                  </a:lnTo>
                  <a:lnTo>
                    <a:pt x="6602158" y="596899"/>
                  </a:lnTo>
                  <a:close/>
                </a:path>
                <a:path w="12192000" h="6845300">
                  <a:moveTo>
                    <a:pt x="8012955" y="888999"/>
                  </a:moveTo>
                  <a:lnTo>
                    <a:pt x="7805547" y="888999"/>
                  </a:lnTo>
                  <a:lnTo>
                    <a:pt x="7809410" y="901699"/>
                  </a:lnTo>
                  <a:lnTo>
                    <a:pt x="7819596" y="901699"/>
                  </a:lnTo>
                  <a:lnTo>
                    <a:pt x="7833996" y="914399"/>
                  </a:lnTo>
                  <a:lnTo>
                    <a:pt x="8075549" y="914399"/>
                  </a:lnTo>
                  <a:lnTo>
                    <a:pt x="8012955" y="888999"/>
                  </a:lnTo>
                  <a:close/>
                </a:path>
                <a:path w="12192000" h="6845300">
                  <a:moveTo>
                    <a:pt x="7963042" y="863599"/>
                  </a:moveTo>
                  <a:lnTo>
                    <a:pt x="7670673" y="863599"/>
                  </a:lnTo>
                  <a:lnTo>
                    <a:pt x="7707552" y="876299"/>
                  </a:lnTo>
                  <a:lnTo>
                    <a:pt x="7746539" y="888999"/>
                  </a:lnTo>
                  <a:lnTo>
                    <a:pt x="7781311" y="901699"/>
                  </a:lnTo>
                  <a:lnTo>
                    <a:pt x="7805547" y="888999"/>
                  </a:lnTo>
                  <a:lnTo>
                    <a:pt x="8012955" y="888999"/>
                  </a:lnTo>
                  <a:lnTo>
                    <a:pt x="7963042" y="863599"/>
                  </a:lnTo>
                  <a:close/>
                </a:path>
                <a:path w="12192000" h="6845300">
                  <a:moveTo>
                    <a:pt x="7063232" y="254000"/>
                  </a:moveTo>
                  <a:lnTo>
                    <a:pt x="7040753" y="254000"/>
                  </a:lnTo>
                  <a:lnTo>
                    <a:pt x="7072283" y="279400"/>
                  </a:lnTo>
                  <a:lnTo>
                    <a:pt x="7108545" y="304800"/>
                  </a:lnTo>
                  <a:lnTo>
                    <a:pt x="7148751" y="317500"/>
                  </a:lnTo>
                  <a:lnTo>
                    <a:pt x="7192111" y="342900"/>
                  </a:lnTo>
                  <a:lnTo>
                    <a:pt x="7237838" y="368299"/>
                  </a:lnTo>
                  <a:lnTo>
                    <a:pt x="7333233" y="419099"/>
                  </a:lnTo>
                  <a:lnTo>
                    <a:pt x="7406290" y="444499"/>
                  </a:lnTo>
                  <a:lnTo>
                    <a:pt x="7434389" y="469899"/>
                  </a:lnTo>
                  <a:lnTo>
                    <a:pt x="7445629" y="482599"/>
                  </a:lnTo>
                  <a:lnTo>
                    <a:pt x="7492999" y="495299"/>
                  </a:lnTo>
                  <a:lnTo>
                    <a:pt x="7520866" y="507999"/>
                  </a:lnTo>
                  <a:lnTo>
                    <a:pt x="7535026" y="520699"/>
                  </a:lnTo>
                  <a:lnTo>
                    <a:pt x="7541275" y="533399"/>
                  </a:lnTo>
                  <a:lnTo>
                    <a:pt x="7545412" y="546099"/>
                  </a:lnTo>
                  <a:lnTo>
                    <a:pt x="7553231" y="558799"/>
                  </a:lnTo>
                  <a:lnTo>
                    <a:pt x="7570531" y="558799"/>
                  </a:lnTo>
                  <a:lnTo>
                    <a:pt x="7603108" y="571499"/>
                  </a:lnTo>
                  <a:lnTo>
                    <a:pt x="7631223" y="609599"/>
                  </a:lnTo>
                  <a:lnTo>
                    <a:pt x="7653740" y="622299"/>
                  </a:lnTo>
                  <a:lnTo>
                    <a:pt x="7693152" y="634999"/>
                  </a:lnTo>
                  <a:lnTo>
                    <a:pt x="7735773" y="660399"/>
                  </a:lnTo>
                  <a:lnTo>
                    <a:pt x="7780558" y="685799"/>
                  </a:lnTo>
                  <a:lnTo>
                    <a:pt x="7824276" y="711199"/>
                  </a:lnTo>
                  <a:lnTo>
                    <a:pt x="7863697" y="723899"/>
                  </a:lnTo>
                  <a:lnTo>
                    <a:pt x="7895590" y="749299"/>
                  </a:lnTo>
                  <a:lnTo>
                    <a:pt x="7925796" y="761999"/>
                  </a:lnTo>
                  <a:lnTo>
                    <a:pt x="7951787" y="774699"/>
                  </a:lnTo>
                  <a:lnTo>
                    <a:pt x="8007984" y="774699"/>
                  </a:lnTo>
                  <a:lnTo>
                    <a:pt x="8002014" y="787399"/>
                  </a:lnTo>
                  <a:lnTo>
                    <a:pt x="7993935" y="800099"/>
                  </a:lnTo>
                  <a:lnTo>
                    <a:pt x="7998501" y="812799"/>
                  </a:lnTo>
                  <a:lnTo>
                    <a:pt x="8030464" y="825499"/>
                  </a:lnTo>
                  <a:lnTo>
                    <a:pt x="8044533" y="838199"/>
                  </a:lnTo>
                  <a:lnTo>
                    <a:pt x="8106437" y="876299"/>
                  </a:lnTo>
                  <a:lnTo>
                    <a:pt x="8120507" y="888999"/>
                  </a:lnTo>
                  <a:lnTo>
                    <a:pt x="8265730" y="888999"/>
                  </a:lnTo>
                  <a:lnTo>
                    <a:pt x="8221994" y="863599"/>
                  </a:lnTo>
                  <a:lnTo>
                    <a:pt x="8187944" y="838199"/>
                  </a:lnTo>
                  <a:lnTo>
                    <a:pt x="8150781" y="825499"/>
                  </a:lnTo>
                  <a:lnTo>
                    <a:pt x="8107985" y="800099"/>
                  </a:lnTo>
                  <a:lnTo>
                    <a:pt x="8061436" y="774699"/>
                  </a:lnTo>
                  <a:lnTo>
                    <a:pt x="7964597" y="723899"/>
                  </a:lnTo>
                  <a:lnTo>
                    <a:pt x="7918069" y="711199"/>
                  </a:lnTo>
                  <a:lnTo>
                    <a:pt x="7862129" y="673099"/>
                  </a:lnTo>
                  <a:lnTo>
                    <a:pt x="7808077" y="634999"/>
                  </a:lnTo>
                  <a:lnTo>
                    <a:pt x="7757779" y="609599"/>
                  </a:lnTo>
                  <a:lnTo>
                    <a:pt x="7713100" y="584199"/>
                  </a:lnTo>
                  <a:lnTo>
                    <a:pt x="7675907" y="546099"/>
                  </a:lnTo>
                  <a:lnTo>
                    <a:pt x="7648067" y="520699"/>
                  </a:lnTo>
                  <a:lnTo>
                    <a:pt x="7617158" y="520699"/>
                  </a:lnTo>
                  <a:lnTo>
                    <a:pt x="7606972" y="507999"/>
                  </a:lnTo>
                  <a:lnTo>
                    <a:pt x="7603108" y="507999"/>
                  </a:lnTo>
                  <a:lnTo>
                    <a:pt x="7517097" y="457199"/>
                  </a:lnTo>
                  <a:lnTo>
                    <a:pt x="7374238" y="393699"/>
                  </a:lnTo>
                  <a:lnTo>
                    <a:pt x="7288149" y="342900"/>
                  </a:lnTo>
                  <a:lnTo>
                    <a:pt x="7267074" y="330200"/>
                  </a:lnTo>
                  <a:lnTo>
                    <a:pt x="7237571" y="317500"/>
                  </a:lnTo>
                  <a:lnTo>
                    <a:pt x="7199637" y="304800"/>
                  </a:lnTo>
                  <a:lnTo>
                    <a:pt x="7153275" y="304800"/>
                  </a:lnTo>
                  <a:lnTo>
                    <a:pt x="7136044" y="292100"/>
                  </a:lnTo>
                  <a:lnTo>
                    <a:pt x="7116683" y="279400"/>
                  </a:lnTo>
                  <a:lnTo>
                    <a:pt x="7093106" y="266700"/>
                  </a:lnTo>
                  <a:lnTo>
                    <a:pt x="7063232" y="254000"/>
                  </a:lnTo>
                  <a:close/>
                </a:path>
                <a:path w="12192000" h="6845300">
                  <a:moveTo>
                    <a:pt x="6928231" y="622299"/>
                  </a:moveTo>
                  <a:lnTo>
                    <a:pt x="6965886" y="647699"/>
                  </a:lnTo>
                  <a:lnTo>
                    <a:pt x="7009828" y="685799"/>
                  </a:lnTo>
                  <a:lnTo>
                    <a:pt x="7057961" y="711199"/>
                  </a:lnTo>
                  <a:lnTo>
                    <a:pt x="7108190" y="723899"/>
                  </a:lnTo>
                  <a:lnTo>
                    <a:pt x="7092384" y="736599"/>
                  </a:lnTo>
                  <a:lnTo>
                    <a:pt x="7082901" y="736599"/>
                  </a:lnTo>
                  <a:lnTo>
                    <a:pt x="7086062" y="749299"/>
                  </a:lnTo>
                  <a:lnTo>
                    <a:pt x="7108190" y="749299"/>
                  </a:lnTo>
                  <a:lnTo>
                    <a:pt x="7155682" y="787399"/>
                  </a:lnTo>
                  <a:lnTo>
                    <a:pt x="7201042" y="800099"/>
                  </a:lnTo>
                  <a:lnTo>
                    <a:pt x="7250618" y="825499"/>
                  </a:lnTo>
                  <a:lnTo>
                    <a:pt x="7310755" y="838199"/>
                  </a:lnTo>
                  <a:lnTo>
                    <a:pt x="7310755" y="863599"/>
                  </a:lnTo>
                  <a:lnTo>
                    <a:pt x="7490661" y="863599"/>
                  </a:lnTo>
                  <a:lnTo>
                    <a:pt x="7333233" y="774699"/>
                  </a:lnTo>
                  <a:lnTo>
                    <a:pt x="7295578" y="749299"/>
                  </a:lnTo>
                  <a:lnTo>
                    <a:pt x="7251636" y="723899"/>
                  </a:lnTo>
                  <a:lnTo>
                    <a:pt x="7203503" y="698499"/>
                  </a:lnTo>
                  <a:lnTo>
                    <a:pt x="7153275" y="685799"/>
                  </a:lnTo>
                  <a:lnTo>
                    <a:pt x="7139223" y="673099"/>
                  </a:lnTo>
                  <a:lnTo>
                    <a:pt x="7132192" y="660399"/>
                  </a:lnTo>
                  <a:lnTo>
                    <a:pt x="7018274" y="660399"/>
                  </a:lnTo>
                  <a:lnTo>
                    <a:pt x="7001061" y="647699"/>
                  </a:lnTo>
                  <a:lnTo>
                    <a:pt x="6981729" y="634999"/>
                  </a:lnTo>
                  <a:lnTo>
                    <a:pt x="6958159" y="634999"/>
                  </a:lnTo>
                  <a:lnTo>
                    <a:pt x="6928231" y="622299"/>
                  </a:lnTo>
                  <a:close/>
                </a:path>
                <a:path w="12192000" h="6845300">
                  <a:moveTo>
                    <a:pt x="7513193" y="774699"/>
                  </a:moveTo>
                  <a:lnTo>
                    <a:pt x="7527593" y="787399"/>
                  </a:lnTo>
                  <a:lnTo>
                    <a:pt x="7560960" y="812799"/>
                  </a:lnTo>
                  <a:lnTo>
                    <a:pt x="7598542" y="825499"/>
                  </a:lnTo>
                  <a:lnTo>
                    <a:pt x="7625588" y="838199"/>
                  </a:lnTo>
                  <a:lnTo>
                    <a:pt x="7603108" y="838199"/>
                  </a:lnTo>
                  <a:lnTo>
                    <a:pt x="7602757" y="850899"/>
                  </a:lnTo>
                  <a:lnTo>
                    <a:pt x="7930012" y="850899"/>
                  </a:lnTo>
                  <a:lnTo>
                    <a:pt x="7918069" y="838199"/>
                  </a:lnTo>
                  <a:lnTo>
                    <a:pt x="7913853" y="825499"/>
                  </a:lnTo>
                  <a:lnTo>
                    <a:pt x="7648067" y="825499"/>
                  </a:lnTo>
                  <a:lnTo>
                    <a:pt x="7513193" y="774699"/>
                  </a:lnTo>
                  <a:close/>
                </a:path>
                <a:path w="12192000" h="6845300">
                  <a:moveTo>
                    <a:pt x="4815915" y="812799"/>
                  </a:moveTo>
                  <a:lnTo>
                    <a:pt x="4766742" y="812799"/>
                  </a:lnTo>
                  <a:lnTo>
                    <a:pt x="4746371" y="825499"/>
                  </a:lnTo>
                  <a:lnTo>
                    <a:pt x="4836287" y="825499"/>
                  </a:lnTo>
                  <a:lnTo>
                    <a:pt x="4815915" y="812799"/>
                  </a:lnTo>
                  <a:close/>
                </a:path>
                <a:path w="12192000" h="6845300">
                  <a:moveTo>
                    <a:pt x="4678807" y="685799"/>
                  </a:moveTo>
                  <a:lnTo>
                    <a:pt x="4680934" y="711199"/>
                  </a:lnTo>
                  <a:lnTo>
                    <a:pt x="4712589" y="723899"/>
                  </a:lnTo>
                  <a:lnTo>
                    <a:pt x="4761103" y="749299"/>
                  </a:lnTo>
                  <a:lnTo>
                    <a:pt x="4813808" y="774699"/>
                  </a:lnTo>
                  <a:lnTo>
                    <a:pt x="4850356" y="774699"/>
                  </a:lnTo>
                  <a:lnTo>
                    <a:pt x="4886928" y="787399"/>
                  </a:lnTo>
                  <a:lnTo>
                    <a:pt x="4915070" y="800099"/>
                  </a:lnTo>
                  <a:lnTo>
                    <a:pt x="4926330" y="825499"/>
                  </a:lnTo>
                  <a:lnTo>
                    <a:pt x="5072181" y="825499"/>
                  </a:lnTo>
                  <a:lnTo>
                    <a:pt x="5049398" y="812799"/>
                  </a:lnTo>
                  <a:lnTo>
                    <a:pt x="5000859" y="800099"/>
                  </a:lnTo>
                  <a:lnTo>
                    <a:pt x="4948809" y="774699"/>
                  </a:lnTo>
                  <a:lnTo>
                    <a:pt x="4911602" y="749299"/>
                  </a:lnTo>
                  <a:lnTo>
                    <a:pt x="4868789" y="736599"/>
                  </a:lnTo>
                  <a:lnTo>
                    <a:pt x="4822237" y="723899"/>
                  </a:lnTo>
                  <a:lnTo>
                    <a:pt x="4725380" y="698499"/>
                  </a:lnTo>
                  <a:lnTo>
                    <a:pt x="4678807" y="685799"/>
                  </a:lnTo>
                  <a:close/>
                </a:path>
                <a:path w="12192000" h="6845300">
                  <a:moveTo>
                    <a:pt x="5272103" y="596899"/>
                  </a:moveTo>
                  <a:lnTo>
                    <a:pt x="4971288" y="596899"/>
                  </a:lnTo>
                  <a:lnTo>
                    <a:pt x="5022912" y="622299"/>
                  </a:lnTo>
                  <a:lnTo>
                    <a:pt x="5071319" y="634999"/>
                  </a:lnTo>
                  <a:lnTo>
                    <a:pt x="5118652" y="660399"/>
                  </a:lnTo>
                  <a:lnTo>
                    <a:pt x="5167059" y="673099"/>
                  </a:lnTo>
                  <a:lnTo>
                    <a:pt x="5218684" y="685799"/>
                  </a:lnTo>
                  <a:lnTo>
                    <a:pt x="5240811" y="685799"/>
                  </a:lnTo>
                  <a:lnTo>
                    <a:pt x="5238353" y="698499"/>
                  </a:lnTo>
                  <a:lnTo>
                    <a:pt x="5231679" y="698499"/>
                  </a:lnTo>
                  <a:lnTo>
                    <a:pt x="5218684" y="711199"/>
                  </a:lnTo>
                  <a:lnTo>
                    <a:pt x="5221845" y="711199"/>
                  </a:lnTo>
                  <a:lnTo>
                    <a:pt x="5241163" y="723899"/>
                  </a:lnTo>
                  <a:lnTo>
                    <a:pt x="5263642" y="723899"/>
                  </a:lnTo>
                  <a:lnTo>
                    <a:pt x="5264346" y="736599"/>
                  </a:lnTo>
                  <a:lnTo>
                    <a:pt x="5269277" y="736599"/>
                  </a:lnTo>
                  <a:lnTo>
                    <a:pt x="5282662" y="749299"/>
                  </a:lnTo>
                  <a:lnTo>
                    <a:pt x="5308727" y="749299"/>
                  </a:lnTo>
                  <a:lnTo>
                    <a:pt x="5334015" y="774699"/>
                  </a:lnTo>
                  <a:lnTo>
                    <a:pt x="5342445" y="787399"/>
                  </a:lnTo>
                  <a:lnTo>
                    <a:pt x="5334015" y="787399"/>
                  </a:lnTo>
                  <a:lnTo>
                    <a:pt x="5308727" y="800099"/>
                  </a:lnTo>
                  <a:lnTo>
                    <a:pt x="5306268" y="800099"/>
                  </a:lnTo>
                  <a:lnTo>
                    <a:pt x="5320309" y="810902"/>
                  </a:lnTo>
                  <a:lnTo>
                    <a:pt x="5323828" y="812799"/>
                  </a:lnTo>
                  <a:lnTo>
                    <a:pt x="5343499" y="812799"/>
                  </a:lnTo>
                  <a:lnTo>
                    <a:pt x="5353685" y="825499"/>
                  </a:lnTo>
                  <a:lnTo>
                    <a:pt x="6226304" y="825499"/>
                  </a:lnTo>
                  <a:lnTo>
                    <a:pt x="6178240" y="800099"/>
                  </a:lnTo>
                  <a:lnTo>
                    <a:pt x="6131235" y="787399"/>
                  </a:lnTo>
                  <a:lnTo>
                    <a:pt x="6107998" y="774699"/>
                  </a:lnTo>
                  <a:lnTo>
                    <a:pt x="5860174" y="774699"/>
                  </a:lnTo>
                  <a:lnTo>
                    <a:pt x="5828871" y="761999"/>
                  </a:lnTo>
                  <a:lnTo>
                    <a:pt x="5801782" y="749299"/>
                  </a:lnTo>
                  <a:lnTo>
                    <a:pt x="5781040" y="723899"/>
                  </a:lnTo>
                  <a:lnTo>
                    <a:pt x="5738046" y="711199"/>
                  </a:lnTo>
                  <a:lnTo>
                    <a:pt x="5690719" y="698499"/>
                  </a:lnTo>
                  <a:lnTo>
                    <a:pt x="5640149" y="685799"/>
                  </a:lnTo>
                  <a:lnTo>
                    <a:pt x="5533644" y="634999"/>
                  </a:lnTo>
                  <a:lnTo>
                    <a:pt x="5306268" y="634999"/>
                  </a:lnTo>
                  <a:lnTo>
                    <a:pt x="5286248" y="622299"/>
                  </a:lnTo>
                  <a:lnTo>
                    <a:pt x="5273883" y="609599"/>
                  </a:lnTo>
                  <a:lnTo>
                    <a:pt x="5272103" y="596899"/>
                  </a:lnTo>
                  <a:close/>
                </a:path>
                <a:path w="12192000" h="6845300">
                  <a:moveTo>
                    <a:pt x="7072715" y="495299"/>
                  </a:moveTo>
                  <a:lnTo>
                    <a:pt x="7066041" y="495299"/>
                  </a:lnTo>
                  <a:lnTo>
                    <a:pt x="7063583" y="507999"/>
                  </a:lnTo>
                  <a:lnTo>
                    <a:pt x="7063232" y="520699"/>
                  </a:lnTo>
                  <a:lnTo>
                    <a:pt x="7085710" y="520699"/>
                  </a:lnTo>
                  <a:lnTo>
                    <a:pt x="7119854" y="546099"/>
                  </a:lnTo>
                  <a:lnTo>
                    <a:pt x="7156069" y="546099"/>
                  </a:lnTo>
                  <a:lnTo>
                    <a:pt x="7196474" y="558799"/>
                  </a:lnTo>
                  <a:lnTo>
                    <a:pt x="7243191" y="571499"/>
                  </a:lnTo>
                  <a:lnTo>
                    <a:pt x="7247054" y="584199"/>
                  </a:lnTo>
                  <a:lnTo>
                    <a:pt x="7257240" y="596899"/>
                  </a:lnTo>
                  <a:lnTo>
                    <a:pt x="7288149" y="596899"/>
                  </a:lnTo>
                  <a:lnTo>
                    <a:pt x="7304730" y="609599"/>
                  </a:lnTo>
                  <a:lnTo>
                    <a:pt x="7319168" y="622299"/>
                  </a:lnTo>
                  <a:lnTo>
                    <a:pt x="7329368" y="622299"/>
                  </a:lnTo>
                  <a:lnTo>
                    <a:pt x="7333233" y="634999"/>
                  </a:lnTo>
                  <a:lnTo>
                    <a:pt x="7388422" y="660399"/>
                  </a:lnTo>
                  <a:lnTo>
                    <a:pt x="7438903" y="685799"/>
                  </a:lnTo>
                  <a:lnTo>
                    <a:pt x="7485459" y="711199"/>
                  </a:lnTo>
                  <a:lnTo>
                    <a:pt x="7528871" y="736599"/>
                  </a:lnTo>
                  <a:lnTo>
                    <a:pt x="7569922" y="761999"/>
                  </a:lnTo>
                  <a:lnTo>
                    <a:pt x="7609393" y="787399"/>
                  </a:lnTo>
                  <a:lnTo>
                    <a:pt x="7648067" y="825499"/>
                  </a:lnTo>
                  <a:lnTo>
                    <a:pt x="7913853" y="825499"/>
                  </a:lnTo>
                  <a:lnTo>
                    <a:pt x="7909637" y="812799"/>
                  </a:lnTo>
                  <a:lnTo>
                    <a:pt x="7884334" y="787399"/>
                  </a:lnTo>
                  <a:lnTo>
                    <a:pt x="7842148" y="774699"/>
                  </a:lnTo>
                  <a:lnTo>
                    <a:pt x="7783068" y="749299"/>
                  </a:lnTo>
                  <a:lnTo>
                    <a:pt x="7749700" y="749299"/>
                  </a:lnTo>
                  <a:lnTo>
                    <a:pt x="7718440" y="736599"/>
                  </a:lnTo>
                  <a:lnTo>
                    <a:pt x="7691395" y="723899"/>
                  </a:lnTo>
                  <a:lnTo>
                    <a:pt x="7649876" y="685799"/>
                  </a:lnTo>
                  <a:lnTo>
                    <a:pt x="7622793" y="673099"/>
                  </a:lnTo>
                  <a:lnTo>
                    <a:pt x="7591520" y="660399"/>
                  </a:lnTo>
                  <a:lnTo>
                    <a:pt x="7535672" y="660399"/>
                  </a:lnTo>
                  <a:lnTo>
                    <a:pt x="7492629" y="634999"/>
                  </a:lnTo>
                  <a:lnTo>
                    <a:pt x="7445288" y="609599"/>
                  </a:lnTo>
                  <a:lnTo>
                    <a:pt x="7394717" y="584199"/>
                  </a:lnTo>
                  <a:lnTo>
                    <a:pt x="7341981" y="571499"/>
                  </a:lnTo>
                  <a:lnTo>
                    <a:pt x="7288149" y="546099"/>
                  </a:lnTo>
                  <a:lnTo>
                    <a:pt x="7250918" y="520699"/>
                  </a:lnTo>
                  <a:lnTo>
                    <a:pt x="7230195" y="507999"/>
                  </a:lnTo>
                  <a:lnTo>
                    <a:pt x="7085710" y="507999"/>
                  </a:lnTo>
                  <a:lnTo>
                    <a:pt x="7072715" y="495299"/>
                  </a:lnTo>
                  <a:close/>
                </a:path>
                <a:path w="12192000" h="6845300">
                  <a:moveTo>
                    <a:pt x="5920986" y="546099"/>
                  </a:moveTo>
                  <a:lnTo>
                    <a:pt x="5826125" y="546099"/>
                  </a:lnTo>
                  <a:lnTo>
                    <a:pt x="5865814" y="571499"/>
                  </a:lnTo>
                  <a:lnTo>
                    <a:pt x="5890752" y="584199"/>
                  </a:lnTo>
                  <a:lnTo>
                    <a:pt x="5911474" y="596899"/>
                  </a:lnTo>
                  <a:lnTo>
                    <a:pt x="5938520" y="596899"/>
                  </a:lnTo>
                  <a:lnTo>
                    <a:pt x="5986445" y="622299"/>
                  </a:lnTo>
                  <a:lnTo>
                    <a:pt x="6021864" y="634999"/>
                  </a:lnTo>
                  <a:lnTo>
                    <a:pt x="6080176" y="685799"/>
                  </a:lnTo>
                  <a:lnTo>
                    <a:pt x="6115564" y="711199"/>
                  </a:lnTo>
                  <a:lnTo>
                    <a:pt x="6163437" y="723899"/>
                  </a:lnTo>
                  <a:lnTo>
                    <a:pt x="6264717" y="774699"/>
                  </a:lnTo>
                  <a:lnTo>
                    <a:pt x="6298438" y="800099"/>
                  </a:lnTo>
                  <a:lnTo>
                    <a:pt x="6385302" y="800099"/>
                  </a:lnTo>
                  <a:lnTo>
                    <a:pt x="6380003" y="787399"/>
                  </a:lnTo>
                  <a:lnTo>
                    <a:pt x="6378944" y="774699"/>
                  </a:lnTo>
                  <a:lnTo>
                    <a:pt x="6419014" y="774699"/>
                  </a:lnTo>
                  <a:lnTo>
                    <a:pt x="6376716" y="761999"/>
                  </a:lnTo>
                  <a:lnTo>
                    <a:pt x="6330374" y="736599"/>
                  </a:lnTo>
                  <a:lnTo>
                    <a:pt x="6281336" y="711199"/>
                  </a:lnTo>
                  <a:lnTo>
                    <a:pt x="6180573" y="673099"/>
                  </a:lnTo>
                  <a:lnTo>
                    <a:pt x="6131547" y="660399"/>
                  </a:lnTo>
                  <a:lnTo>
                    <a:pt x="6085224" y="634999"/>
                  </a:lnTo>
                  <a:lnTo>
                    <a:pt x="6042953" y="609599"/>
                  </a:lnTo>
                  <a:lnTo>
                    <a:pt x="6006084" y="596899"/>
                  </a:lnTo>
                  <a:lnTo>
                    <a:pt x="5976348" y="584199"/>
                  </a:lnTo>
                  <a:lnTo>
                    <a:pt x="5941236" y="558799"/>
                  </a:lnTo>
                  <a:lnTo>
                    <a:pt x="5920986" y="546099"/>
                  </a:lnTo>
                  <a:close/>
                </a:path>
                <a:path w="12192000" h="6845300">
                  <a:moveTo>
                    <a:pt x="6419014" y="774699"/>
                  </a:moveTo>
                  <a:lnTo>
                    <a:pt x="6395856" y="774699"/>
                  </a:lnTo>
                  <a:lnTo>
                    <a:pt x="6413769" y="787399"/>
                  </a:lnTo>
                  <a:lnTo>
                    <a:pt x="6435897" y="800099"/>
                  </a:lnTo>
                  <a:lnTo>
                    <a:pt x="6455918" y="800099"/>
                  </a:lnTo>
                  <a:lnTo>
                    <a:pt x="6419014" y="774699"/>
                  </a:lnTo>
                  <a:close/>
                </a:path>
                <a:path w="12192000" h="6845300">
                  <a:moveTo>
                    <a:pt x="4768850" y="774699"/>
                  </a:moveTo>
                  <a:lnTo>
                    <a:pt x="4743545" y="774699"/>
                  </a:lnTo>
                  <a:lnTo>
                    <a:pt x="4761472" y="787399"/>
                  </a:lnTo>
                  <a:lnTo>
                    <a:pt x="4768850" y="774699"/>
                  </a:lnTo>
                  <a:close/>
                </a:path>
                <a:path w="12192000" h="6845300">
                  <a:moveTo>
                    <a:pt x="4521327" y="660399"/>
                  </a:moveTo>
                  <a:lnTo>
                    <a:pt x="4498848" y="660399"/>
                  </a:lnTo>
                  <a:lnTo>
                    <a:pt x="4600128" y="711199"/>
                  </a:lnTo>
                  <a:lnTo>
                    <a:pt x="4633849" y="723899"/>
                  </a:lnTo>
                  <a:lnTo>
                    <a:pt x="4646142" y="736599"/>
                  </a:lnTo>
                  <a:lnTo>
                    <a:pt x="4647898" y="749299"/>
                  </a:lnTo>
                  <a:lnTo>
                    <a:pt x="4701286" y="749299"/>
                  </a:lnTo>
                  <a:lnTo>
                    <a:pt x="4721379" y="774699"/>
                  </a:lnTo>
                  <a:lnTo>
                    <a:pt x="4767443" y="774699"/>
                  </a:lnTo>
                  <a:lnTo>
                    <a:pt x="4757594" y="761999"/>
                  </a:lnTo>
                  <a:lnTo>
                    <a:pt x="4730863" y="749299"/>
                  </a:lnTo>
                  <a:lnTo>
                    <a:pt x="4678807" y="723899"/>
                  </a:lnTo>
                  <a:lnTo>
                    <a:pt x="4656328" y="723899"/>
                  </a:lnTo>
                  <a:lnTo>
                    <a:pt x="4622607" y="711199"/>
                  </a:lnTo>
                  <a:lnTo>
                    <a:pt x="4521327" y="660399"/>
                  </a:lnTo>
                  <a:close/>
                </a:path>
                <a:path w="12192000" h="6845300">
                  <a:moveTo>
                    <a:pt x="5241163" y="342900"/>
                  </a:moveTo>
                  <a:lnTo>
                    <a:pt x="5299131" y="368299"/>
                  </a:lnTo>
                  <a:lnTo>
                    <a:pt x="5343055" y="393699"/>
                  </a:lnTo>
                  <a:lnTo>
                    <a:pt x="5380499" y="419099"/>
                  </a:lnTo>
                  <a:lnTo>
                    <a:pt x="5419028" y="431799"/>
                  </a:lnTo>
                  <a:lnTo>
                    <a:pt x="5466207" y="457199"/>
                  </a:lnTo>
                  <a:lnTo>
                    <a:pt x="5496413" y="469899"/>
                  </a:lnTo>
                  <a:lnTo>
                    <a:pt x="5548395" y="507999"/>
                  </a:lnTo>
                  <a:lnTo>
                    <a:pt x="5578602" y="520699"/>
                  </a:lnTo>
                  <a:lnTo>
                    <a:pt x="5619675" y="558799"/>
                  </a:lnTo>
                  <a:lnTo>
                    <a:pt x="5664669" y="584199"/>
                  </a:lnTo>
                  <a:lnTo>
                    <a:pt x="5807494" y="660399"/>
                  </a:lnTo>
                  <a:lnTo>
                    <a:pt x="5852488" y="685799"/>
                  </a:lnTo>
                  <a:lnTo>
                    <a:pt x="5893562" y="711199"/>
                  </a:lnTo>
                  <a:lnTo>
                    <a:pt x="5884078" y="711199"/>
                  </a:lnTo>
                  <a:lnTo>
                    <a:pt x="5885132" y="723899"/>
                  </a:lnTo>
                  <a:lnTo>
                    <a:pt x="5893562" y="723899"/>
                  </a:lnTo>
                  <a:lnTo>
                    <a:pt x="5906206" y="749299"/>
                  </a:lnTo>
                  <a:lnTo>
                    <a:pt x="5910421" y="761999"/>
                  </a:lnTo>
                  <a:lnTo>
                    <a:pt x="5906206" y="774699"/>
                  </a:lnTo>
                  <a:lnTo>
                    <a:pt x="6107998" y="774699"/>
                  </a:lnTo>
                  <a:lnTo>
                    <a:pt x="6038285" y="736599"/>
                  </a:lnTo>
                  <a:lnTo>
                    <a:pt x="5943216" y="685799"/>
                  </a:lnTo>
                  <a:lnTo>
                    <a:pt x="5893562" y="660399"/>
                  </a:lnTo>
                  <a:lnTo>
                    <a:pt x="5847852" y="634999"/>
                  </a:lnTo>
                  <a:lnTo>
                    <a:pt x="5801219" y="622299"/>
                  </a:lnTo>
                  <a:lnTo>
                    <a:pt x="5708144" y="571499"/>
                  </a:lnTo>
                  <a:lnTo>
                    <a:pt x="5663185" y="546099"/>
                  </a:lnTo>
                  <a:lnTo>
                    <a:pt x="5620267" y="520699"/>
                  </a:lnTo>
                  <a:lnTo>
                    <a:pt x="5580130" y="507999"/>
                  </a:lnTo>
                  <a:lnTo>
                    <a:pt x="5543515" y="482599"/>
                  </a:lnTo>
                  <a:lnTo>
                    <a:pt x="5511165" y="457199"/>
                  </a:lnTo>
                  <a:lnTo>
                    <a:pt x="5486909" y="444499"/>
                  </a:lnTo>
                  <a:lnTo>
                    <a:pt x="5452094" y="419099"/>
                  </a:lnTo>
                  <a:lnTo>
                    <a:pt x="5413063" y="393699"/>
                  </a:lnTo>
                  <a:lnTo>
                    <a:pt x="5409882" y="393699"/>
                  </a:lnTo>
                  <a:lnTo>
                    <a:pt x="5376164" y="368299"/>
                  </a:lnTo>
                  <a:lnTo>
                    <a:pt x="5336121" y="368299"/>
                  </a:lnTo>
                  <a:lnTo>
                    <a:pt x="5314330" y="355599"/>
                  </a:lnTo>
                  <a:lnTo>
                    <a:pt x="5284087" y="355599"/>
                  </a:lnTo>
                  <a:lnTo>
                    <a:pt x="5241163" y="342900"/>
                  </a:lnTo>
                  <a:close/>
                </a:path>
                <a:path w="12192000" h="6845300">
                  <a:moveTo>
                    <a:pt x="6950836" y="711199"/>
                  </a:moveTo>
                  <a:lnTo>
                    <a:pt x="6925845" y="711199"/>
                  </a:lnTo>
                  <a:lnTo>
                    <a:pt x="6936740" y="723899"/>
                  </a:lnTo>
                  <a:lnTo>
                    <a:pt x="6960302" y="749299"/>
                  </a:lnTo>
                  <a:lnTo>
                    <a:pt x="7001414" y="749299"/>
                  </a:lnTo>
                  <a:lnTo>
                    <a:pt x="6950836" y="711199"/>
                  </a:lnTo>
                  <a:close/>
                </a:path>
                <a:path w="12192000" h="6845300">
                  <a:moveTo>
                    <a:pt x="7063232" y="634999"/>
                  </a:moveTo>
                  <a:lnTo>
                    <a:pt x="6998604" y="634999"/>
                  </a:lnTo>
                  <a:lnTo>
                    <a:pt x="7009493" y="647699"/>
                  </a:lnTo>
                  <a:lnTo>
                    <a:pt x="7018274" y="660399"/>
                  </a:lnTo>
                  <a:lnTo>
                    <a:pt x="7132192" y="660399"/>
                  </a:lnTo>
                  <a:lnTo>
                    <a:pt x="7125160" y="647699"/>
                  </a:lnTo>
                  <a:lnTo>
                    <a:pt x="7102643" y="647699"/>
                  </a:lnTo>
                  <a:lnTo>
                    <a:pt x="7063232" y="634999"/>
                  </a:lnTo>
                  <a:close/>
                </a:path>
                <a:path w="12192000" h="6845300">
                  <a:moveTo>
                    <a:pt x="2429383" y="520699"/>
                  </a:moveTo>
                  <a:lnTo>
                    <a:pt x="2450125" y="558799"/>
                  </a:lnTo>
                  <a:lnTo>
                    <a:pt x="2477214" y="584199"/>
                  </a:lnTo>
                  <a:lnTo>
                    <a:pt x="2508517" y="596899"/>
                  </a:lnTo>
                  <a:lnTo>
                    <a:pt x="2541905" y="622299"/>
                  </a:lnTo>
                  <a:lnTo>
                    <a:pt x="2522235" y="622299"/>
                  </a:lnTo>
                  <a:lnTo>
                    <a:pt x="2526099" y="634999"/>
                  </a:lnTo>
                  <a:lnTo>
                    <a:pt x="3104261" y="634999"/>
                  </a:lnTo>
                  <a:lnTo>
                    <a:pt x="3067964" y="609599"/>
                  </a:lnTo>
                  <a:lnTo>
                    <a:pt x="3047590" y="596899"/>
                  </a:lnTo>
                  <a:lnTo>
                    <a:pt x="2541905" y="596899"/>
                  </a:lnTo>
                  <a:lnTo>
                    <a:pt x="2521162" y="571499"/>
                  </a:lnTo>
                  <a:lnTo>
                    <a:pt x="2494073" y="558799"/>
                  </a:lnTo>
                  <a:lnTo>
                    <a:pt x="2462770" y="546099"/>
                  </a:lnTo>
                  <a:lnTo>
                    <a:pt x="2429383" y="520699"/>
                  </a:lnTo>
                  <a:close/>
                </a:path>
                <a:path w="12192000" h="6845300">
                  <a:moveTo>
                    <a:pt x="3551989" y="596899"/>
                  </a:moveTo>
                  <a:lnTo>
                    <a:pt x="3507734" y="596899"/>
                  </a:lnTo>
                  <a:lnTo>
                    <a:pt x="3537251" y="609599"/>
                  </a:lnTo>
                  <a:lnTo>
                    <a:pt x="3575222" y="622299"/>
                  </a:lnTo>
                  <a:lnTo>
                    <a:pt x="3621659" y="634999"/>
                  </a:lnTo>
                  <a:lnTo>
                    <a:pt x="3604023" y="622299"/>
                  </a:lnTo>
                  <a:lnTo>
                    <a:pt x="3582209" y="609599"/>
                  </a:lnTo>
                  <a:lnTo>
                    <a:pt x="3551989" y="596899"/>
                  </a:lnTo>
                  <a:close/>
                </a:path>
                <a:path w="12192000" h="6845300">
                  <a:moveTo>
                    <a:pt x="5473860" y="622299"/>
                  </a:moveTo>
                  <a:lnTo>
                    <a:pt x="5388107" y="622299"/>
                  </a:lnTo>
                  <a:lnTo>
                    <a:pt x="5353685" y="634999"/>
                  </a:lnTo>
                  <a:lnTo>
                    <a:pt x="5533644" y="634999"/>
                  </a:lnTo>
                  <a:lnTo>
                    <a:pt x="5473860" y="622299"/>
                  </a:lnTo>
                  <a:close/>
                </a:path>
                <a:path w="12192000" h="6845300">
                  <a:moveTo>
                    <a:pt x="472389" y="139700"/>
                  </a:moveTo>
                  <a:lnTo>
                    <a:pt x="447078" y="152400"/>
                  </a:lnTo>
                  <a:lnTo>
                    <a:pt x="438642" y="152400"/>
                  </a:lnTo>
                  <a:lnTo>
                    <a:pt x="447078" y="177800"/>
                  </a:lnTo>
                  <a:lnTo>
                    <a:pt x="472389" y="190500"/>
                  </a:lnTo>
                  <a:lnTo>
                    <a:pt x="494880" y="215900"/>
                  </a:lnTo>
                  <a:lnTo>
                    <a:pt x="529103" y="241300"/>
                  </a:lnTo>
                  <a:lnTo>
                    <a:pt x="564341" y="279400"/>
                  </a:lnTo>
                  <a:lnTo>
                    <a:pt x="600673" y="304800"/>
                  </a:lnTo>
                  <a:lnTo>
                    <a:pt x="638177" y="342900"/>
                  </a:lnTo>
                  <a:lnTo>
                    <a:pt x="676931" y="368299"/>
                  </a:lnTo>
                  <a:lnTo>
                    <a:pt x="717013" y="406399"/>
                  </a:lnTo>
                  <a:lnTo>
                    <a:pt x="758501" y="431799"/>
                  </a:lnTo>
                  <a:lnTo>
                    <a:pt x="801473" y="469899"/>
                  </a:lnTo>
                  <a:lnTo>
                    <a:pt x="846006" y="495299"/>
                  </a:lnTo>
                  <a:lnTo>
                    <a:pt x="892180" y="533399"/>
                  </a:lnTo>
                  <a:lnTo>
                    <a:pt x="940073" y="558799"/>
                  </a:lnTo>
                  <a:lnTo>
                    <a:pt x="989761" y="596899"/>
                  </a:lnTo>
                  <a:lnTo>
                    <a:pt x="2339467" y="596899"/>
                  </a:lnTo>
                  <a:lnTo>
                    <a:pt x="1859145" y="317500"/>
                  </a:lnTo>
                  <a:lnTo>
                    <a:pt x="854786" y="317500"/>
                  </a:lnTo>
                  <a:lnTo>
                    <a:pt x="807830" y="304800"/>
                  </a:lnTo>
                  <a:lnTo>
                    <a:pt x="719032" y="279400"/>
                  </a:lnTo>
                  <a:lnTo>
                    <a:pt x="675617" y="254000"/>
                  </a:lnTo>
                  <a:lnTo>
                    <a:pt x="586820" y="228600"/>
                  </a:lnTo>
                  <a:lnTo>
                    <a:pt x="539864" y="215900"/>
                  </a:lnTo>
                  <a:lnTo>
                    <a:pt x="535647" y="190500"/>
                  </a:lnTo>
                  <a:lnTo>
                    <a:pt x="522995" y="177800"/>
                  </a:lnTo>
                  <a:lnTo>
                    <a:pt x="501909" y="165100"/>
                  </a:lnTo>
                  <a:lnTo>
                    <a:pt x="472389" y="139700"/>
                  </a:lnTo>
                  <a:close/>
                </a:path>
                <a:path w="12192000" h="6845300">
                  <a:moveTo>
                    <a:pt x="2742134" y="444499"/>
                  </a:moveTo>
                  <a:lnTo>
                    <a:pt x="2561147" y="444499"/>
                  </a:lnTo>
                  <a:lnTo>
                    <a:pt x="2658921" y="469899"/>
                  </a:lnTo>
                  <a:lnTo>
                    <a:pt x="2685272" y="495299"/>
                  </a:lnTo>
                  <a:lnTo>
                    <a:pt x="2707407" y="507999"/>
                  </a:lnTo>
                  <a:lnTo>
                    <a:pt x="2744343" y="520699"/>
                  </a:lnTo>
                  <a:lnTo>
                    <a:pt x="2726761" y="546099"/>
                  </a:lnTo>
                  <a:lnTo>
                    <a:pt x="2688082" y="558799"/>
                  </a:lnTo>
                  <a:lnTo>
                    <a:pt x="2597918" y="558799"/>
                  </a:lnTo>
                  <a:lnTo>
                    <a:pt x="2609368" y="571499"/>
                  </a:lnTo>
                  <a:lnTo>
                    <a:pt x="2614961" y="571499"/>
                  </a:lnTo>
                  <a:lnTo>
                    <a:pt x="2603019" y="584199"/>
                  </a:lnTo>
                  <a:lnTo>
                    <a:pt x="2586863" y="596899"/>
                  </a:lnTo>
                  <a:lnTo>
                    <a:pt x="3047590" y="596899"/>
                  </a:lnTo>
                  <a:lnTo>
                    <a:pt x="3027216" y="584199"/>
                  </a:lnTo>
                  <a:lnTo>
                    <a:pt x="2982962" y="558799"/>
                  </a:lnTo>
                  <a:lnTo>
                    <a:pt x="2936145" y="533399"/>
                  </a:lnTo>
                  <a:lnTo>
                    <a:pt x="2887710" y="520699"/>
                  </a:lnTo>
                  <a:lnTo>
                    <a:pt x="2789760" y="469899"/>
                  </a:lnTo>
                  <a:lnTo>
                    <a:pt x="2742134" y="444499"/>
                  </a:lnTo>
                  <a:close/>
                </a:path>
                <a:path w="12192000" h="6845300">
                  <a:moveTo>
                    <a:pt x="2826099" y="254000"/>
                  </a:moveTo>
                  <a:lnTo>
                    <a:pt x="2793164" y="254000"/>
                  </a:lnTo>
                  <a:lnTo>
                    <a:pt x="2808970" y="266700"/>
                  </a:lnTo>
                  <a:lnTo>
                    <a:pt x="2820560" y="279400"/>
                  </a:lnTo>
                  <a:lnTo>
                    <a:pt x="2834259" y="279400"/>
                  </a:lnTo>
                  <a:lnTo>
                    <a:pt x="2918749" y="330200"/>
                  </a:lnTo>
                  <a:lnTo>
                    <a:pt x="3049321" y="406399"/>
                  </a:lnTo>
                  <a:lnTo>
                    <a:pt x="3093378" y="419099"/>
                  </a:lnTo>
                  <a:lnTo>
                    <a:pt x="3312124" y="546099"/>
                  </a:lnTo>
                  <a:lnTo>
                    <a:pt x="3396615" y="596899"/>
                  </a:lnTo>
                  <a:lnTo>
                    <a:pt x="3469146" y="596899"/>
                  </a:lnTo>
                  <a:lnTo>
                    <a:pt x="3429335" y="571499"/>
                  </a:lnTo>
                  <a:lnTo>
                    <a:pt x="3351657" y="520699"/>
                  </a:lnTo>
                  <a:lnTo>
                    <a:pt x="3397710" y="520699"/>
                  </a:lnTo>
                  <a:lnTo>
                    <a:pt x="3376263" y="507999"/>
                  </a:lnTo>
                  <a:lnTo>
                    <a:pt x="3329178" y="482599"/>
                  </a:lnTo>
                  <a:lnTo>
                    <a:pt x="3261741" y="482599"/>
                  </a:lnTo>
                  <a:lnTo>
                    <a:pt x="3216735" y="457199"/>
                  </a:lnTo>
                  <a:lnTo>
                    <a:pt x="3167516" y="431799"/>
                  </a:lnTo>
                  <a:lnTo>
                    <a:pt x="3064875" y="380999"/>
                  </a:lnTo>
                  <a:lnTo>
                    <a:pt x="3015669" y="355599"/>
                  </a:lnTo>
                  <a:lnTo>
                    <a:pt x="2970686" y="330200"/>
                  </a:lnTo>
                  <a:lnTo>
                    <a:pt x="2932034" y="304800"/>
                  </a:lnTo>
                  <a:lnTo>
                    <a:pt x="2901823" y="279400"/>
                  </a:lnTo>
                  <a:lnTo>
                    <a:pt x="2854684" y="266700"/>
                  </a:lnTo>
                  <a:lnTo>
                    <a:pt x="2826099" y="254000"/>
                  </a:lnTo>
                  <a:close/>
                </a:path>
                <a:path w="12192000" h="6845300">
                  <a:moveTo>
                    <a:pt x="3397710" y="520699"/>
                  </a:moveTo>
                  <a:lnTo>
                    <a:pt x="3351657" y="520699"/>
                  </a:lnTo>
                  <a:lnTo>
                    <a:pt x="3394932" y="546099"/>
                  </a:lnTo>
                  <a:lnTo>
                    <a:pt x="3427634" y="558799"/>
                  </a:lnTo>
                  <a:lnTo>
                    <a:pt x="3456098" y="571499"/>
                  </a:lnTo>
                  <a:lnTo>
                    <a:pt x="3486658" y="596899"/>
                  </a:lnTo>
                  <a:lnTo>
                    <a:pt x="3509137" y="596899"/>
                  </a:lnTo>
                  <a:lnTo>
                    <a:pt x="3462051" y="558799"/>
                  </a:lnTo>
                  <a:lnTo>
                    <a:pt x="3397710" y="520699"/>
                  </a:lnTo>
                  <a:close/>
                </a:path>
                <a:path w="12192000" h="6845300">
                  <a:moveTo>
                    <a:pt x="5080936" y="533399"/>
                  </a:moveTo>
                  <a:lnTo>
                    <a:pt x="5044013" y="533399"/>
                  </a:lnTo>
                  <a:lnTo>
                    <a:pt x="5038725" y="546099"/>
                  </a:lnTo>
                  <a:lnTo>
                    <a:pt x="5050315" y="571499"/>
                  </a:lnTo>
                  <a:lnTo>
                    <a:pt x="5047154" y="584199"/>
                  </a:lnTo>
                  <a:lnTo>
                    <a:pt x="5022919" y="596899"/>
                  </a:lnTo>
                  <a:lnTo>
                    <a:pt x="5362114" y="596899"/>
                  </a:lnTo>
                  <a:lnTo>
                    <a:pt x="5375110" y="584199"/>
                  </a:lnTo>
                  <a:lnTo>
                    <a:pt x="5398643" y="571499"/>
                  </a:lnTo>
                  <a:lnTo>
                    <a:pt x="5308679" y="546099"/>
                  </a:lnTo>
                  <a:lnTo>
                    <a:pt x="5130504" y="546099"/>
                  </a:lnTo>
                  <a:lnTo>
                    <a:pt x="5080936" y="533399"/>
                  </a:lnTo>
                  <a:close/>
                </a:path>
                <a:path w="12192000" h="6845300">
                  <a:moveTo>
                    <a:pt x="5803519" y="482599"/>
                  </a:moveTo>
                  <a:lnTo>
                    <a:pt x="5736082" y="482599"/>
                  </a:lnTo>
                  <a:lnTo>
                    <a:pt x="5774068" y="507999"/>
                  </a:lnTo>
                  <a:lnTo>
                    <a:pt x="5769848" y="520699"/>
                  </a:lnTo>
                  <a:lnTo>
                    <a:pt x="5691124" y="520699"/>
                  </a:lnTo>
                  <a:lnTo>
                    <a:pt x="5718873" y="546099"/>
                  </a:lnTo>
                  <a:lnTo>
                    <a:pt x="5744527" y="558799"/>
                  </a:lnTo>
                  <a:lnTo>
                    <a:pt x="5782849" y="571499"/>
                  </a:lnTo>
                  <a:lnTo>
                    <a:pt x="5848604" y="596899"/>
                  </a:lnTo>
                  <a:lnTo>
                    <a:pt x="5854574" y="584199"/>
                  </a:lnTo>
                  <a:lnTo>
                    <a:pt x="5845794" y="558799"/>
                  </a:lnTo>
                  <a:lnTo>
                    <a:pt x="5832798" y="558799"/>
                  </a:lnTo>
                  <a:lnTo>
                    <a:pt x="5826125" y="546099"/>
                  </a:lnTo>
                  <a:lnTo>
                    <a:pt x="5920986" y="546099"/>
                  </a:lnTo>
                  <a:lnTo>
                    <a:pt x="5900735" y="533399"/>
                  </a:lnTo>
                  <a:lnTo>
                    <a:pt x="5854834" y="507999"/>
                  </a:lnTo>
                  <a:lnTo>
                    <a:pt x="5803519" y="482599"/>
                  </a:lnTo>
                  <a:close/>
                </a:path>
                <a:path w="12192000" h="6845300">
                  <a:moveTo>
                    <a:pt x="4850336" y="558799"/>
                  </a:moveTo>
                  <a:lnTo>
                    <a:pt x="4805378" y="558799"/>
                  </a:lnTo>
                  <a:lnTo>
                    <a:pt x="4828911" y="571499"/>
                  </a:lnTo>
                  <a:lnTo>
                    <a:pt x="4864736" y="571499"/>
                  </a:lnTo>
                  <a:lnTo>
                    <a:pt x="4850336" y="558799"/>
                  </a:lnTo>
                  <a:close/>
                </a:path>
                <a:path w="12192000" h="6845300">
                  <a:moveTo>
                    <a:pt x="2649402" y="546099"/>
                  </a:moveTo>
                  <a:lnTo>
                    <a:pt x="2561320" y="546099"/>
                  </a:lnTo>
                  <a:lnTo>
                    <a:pt x="2580174" y="558799"/>
                  </a:lnTo>
                  <a:lnTo>
                    <a:pt x="2688082" y="558799"/>
                  </a:lnTo>
                  <a:lnTo>
                    <a:pt x="2649402" y="546099"/>
                  </a:lnTo>
                  <a:close/>
                </a:path>
                <a:path w="12192000" h="6845300">
                  <a:moveTo>
                    <a:pt x="4822237" y="533399"/>
                  </a:moveTo>
                  <a:lnTo>
                    <a:pt x="4752341" y="533399"/>
                  </a:lnTo>
                  <a:lnTo>
                    <a:pt x="4768850" y="546099"/>
                  </a:lnTo>
                  <a:lnTo>
                    <a:pt x="4786060" y="558799"/>
                  </a:lnTo>
                  <a:lnTo>
                    <a:pt x="4840150" y="558799"/>
                  </a:lnTo>
                  <a:lnTo>
                    <a:pt x="4832423" y="546099"/>
                  </a:lnTo>
                  <a:lnTo>
                    <a:pt x="4822237" y="533399"/>
                  </a:lnTo>
                  <a:close/>
                </a:path>
                <a:path w="12192000" h="6845300">
                  <a:moveTo>
                    <a:pt x="2578473" y="533399"/>
                  </a:moveTo>
                  <a:lnTo>
                    <a:pt x="2541016" y="533399"/>
                  </a:lnTo>
                  <a:lnTo>
                    <a:pt x="2546539" y="546099"/>
                  </a:lnTo>
                  <a:lnTo>
                    <a:pt x="2631821" y="546099"/>
                  </a:lnTo>
                  <a:lnTo>
                    <a:pt x="2578473" y="533399"/>
                  </a:lnTo>
                  <a:close/>
                </a:path>
                <a:path w="12192000" h="6845300">
                  <a:moveTo>
                    <a:pt x="5128768" y="482599"/>
                  </a:moveTo>
                  <a:lnTo>
                    <a:pt x="5145276" y="507999"/>
                  </a:lnTo>
                  <a:lnTo>
                    <a:pt x="5159676" y="520699"/>
                  </a:lnTo>
                  <a:lnTo>
                    <a:pt x="5169862" y="533399"/>
                  </a:lnTo>
                  <a:lnTo>
                    <a:pt x="5173726" y="546099"/>
                  </a:lnTo>
                  <a:lnTo>
                    <a:pt x="5308679" y="546099"/>
                  </a:lnTo>
                  <a:lnTo>
                    <a:pt x="5173735" y="507999"/>
                  </a:lnTo>
                  <a:lnTo>
                    <a:pt x="5128768" y="482599"/>
                  </a:lnTo>
                  <a:close/>
                </a:path>
                <a:path w="12192000" h="6845300">
                  <a:moveTo>
                    <a:pt x="4723892" y="520699"/>
                  </a:moveTo>
                  <a:lnTo>
                    <a:pt x="4727755" y="533399"/>
                  </a:lnTo>
                  <a:lnTo>
                    <a:pt x="4740751" y="533399"/>
                  </a:lnTo>
                  <a:lnTo>
                    <a:pt x="4723892" y="520699"/>
                  </a:lnTo>
                  <a:close/>
                </a:path>
                <a:path w="12192000" h="6845300">
                  <a:moveTo>
                    <a:pt x="4791329" y="520699"/>
                  </a:moveTo>
                  <a:lnTo>
                    <a:pt x="4774469" y="533399"/>
                  </a:lnTo>
                  <a:lnTo>
                    <a:pt x="4807837" y="533399"/>
                  </a:lnTo>
                  <a:lnTo>
                    <a:pt x="4791329" y="520699"/>
                  </a:lnTo>
                  <a:close/>
                </a:path>
                <a:path w="12192000" h="6845300">
                  <a:moveTo>
                    <a:pt x="1844548" y="228600"/>
                  </a:moveTo>
                  <a:lnTo>
                    <a:pt x="1889922" y="254000"/>
                  </a:lnTo>
                  <a:lnTo>
                    <a:pt x="1932189" y="279400"/>
                  </a:lnTo>
                  <a:lnTo>
                    <a:pt x="1972293" y="304800"/>
                  </a:lnTo>
                  <a:lnTo>
                    <a:pt x="2049795" y="355599"/>
                  </a:lnTo>
                  <a:lnTo>
                    <a:pt x="2089085" y="380999"/>
                  </a:lnTo>
                  <a:lnTo>
                    <a:pt x="2129996" y="393699"/>
                  </a:lnTo>
                  <a:lnTo>
                    <a:pt x="2173471" y="419099"/>
                  </a:lnTo>
                  <a:lnTo>
                    <a:pt x="2220458" y="444499"/>
                  </a:lnTo>
                  <a:lnTo>
                    <a:pt x="2271903" y="457199"/>
                  </a:lnTo>
                  <a:lnTo>
                    <a:pt x="2306046" y="469899"/>
                  </a:lnTo>
                  <a:lnTo>
                    <a:pt x="2342260" y="495299"/>
                  </a:lnTo>
                  <a:lnTo>
                    <a:pt x="2382666" y="507999"/>
                  </a:lnTo>
                  <a:lnTo>
                    <a:pt x="2429383" y="520699"/>
                  </a:lnTo>
                  <a:lnTo>
                    <a:pt x="2395662" y="507999"/>
                  </a:lnTo>
                  <a:lnTo>
                    <a:pt x="2294382" y="457199"/>
                  </a:lnTo>
                  <a:lnTo>
                    <a:pt x="2264795" y="444499"/>
                  </a:lnTo>
                  <a:lnTo>
                    <a:pt x="2230347" y="419099"/>
                  </a:lnTo>
                  <a:lnTo>
                    <a:pt x="2191577" y="393699"/>
                  </a:lnTo>
                  <a:lnTo>
                    <a:pt x="2149024" y="380999"/>
                  </a:lnTo>
                  <a:lnTo>
                    <a:pt x="2103231" y="355599"/>
                  </a:lnTo>
                  <a:lnTo>
                    <a:pt x="2054736" y="330200"/>
                  </a:lnTo>
                  <a:lnTo>
                    <a:pt x="2004079" y="304800"/>
                  </a:lnTo>
                  <a:lnTo>
                    <a:pt x="1844548" y="228600"/>
                  </a:lnTo>
                  <a:close/>
                </a:path>
                <a:path w="12192000" h="6845300">
                  <a:moveTo>
                    <a:pt x="2831512" y="457199"/>
                  </a:moveTo>
                  <a:lnTo>
                    <a:pt x="2810980" y="457199"/>
                  </a:lnTo>
                  <a:lnTo>
                    <a:pt x="2807938" y="469899"/>
                  </a:lnTo>
                  <a:lnTo>
                    <a:pt x="2834259" y="482599"/>
                  </a:lnTo>
                  <a:lnTo>
                    <a:pt x="2874373" y="495299"/>
                  </a:lnTo>
                  <a:lnTo>
                    <a:pt x="2918666" y="507999"/>
                  </a:lnTo>
                  <a:lnTo>
                    <a:pt x="2969260" y="507999"/>
                  </a:lnTo>
                  <a:lnTo>
                    <a:pt x="3012606" y="495299"/>
                  </a:lnTo>
                  <a:lnTo>
                    <a:pt x="3140041" y="495299"/>
                  </a:lnTo>
                  <a:lnTo>
                    <a:pt x="3115310" y="482599"/>
                  </a:lnTo>
                  <a:lnTo>
                    <a:pt x="3064675" y="469899"/>
                  </a:lnTo>
                  <a:lnTo>
                    <a:pt x="2857664" y="469899"/>
                  </a:lnTo>
                  <a:lnTo>
                    <a:pt x="2831512" y="457199"/>
                  </a:lnTo>
                  <a:close/>
                </a:path>
                <a:path w="12192000" h="6845300">
                  <a:moveTo>
                    <a:pt x="6883273" y="342900"/>
                  </a:moveTo>
                  <a:lnTo>
                    <a:pt x="6903930" y="368299"/>
                  </a:lnTo>
                  <a:lnTo>
                    <a:pt x="6941123" y="393699"/>
                  </a:lnTo>
                  <a:lnTo>
                    <a:pt x="6986582" y="419099"/>
                  </a:lnTo>
                  <a:lnTo>
                    <a:pt x="7032039" y="431799"/>
                  </a:lnTo>
                  <a:lnTo>
                    <a:pt x="7069226" y="457199"/>
                  </a:lnTo>
                  <a:lnTo>
                    <a:pt x="7089872" y="482599"/>
                  </a:lnTo>
                  <a:lnTo>
                    <a:pt x="7085710" y="507999"/>
                  </a:lnTo>
                  <a:lnTo>
                    <a:pt x="7230195" y="507999"/>
                  </a:lnTo>
                  <a:lnTo>
                    <a:pt x="7209472" y="495299"/>
                  </a:lnTo>
                  <a:lnTo>
                    <a:pt x="7168026" y="482599"/>
                  </a:lnTo>
                  <a:lnTo>
                    <a:pt x="7130796" y="457199"/>
                  </a:lnTo>
                  <a:lnTo>
                    <a:pt x="7079121" y="444499"/>
                  </a:lnTo>
                  <a:lnTo>
                    <a:pt x="7030701" y="419099"/>
                  </a:lnTo>
                  <a:lnTo>
                    <a:pt x="6983367" y="393699"/>
                  </a:lnTo>
                  <a:lnTo>
                    <a:pt x="6934947" y="368299"/>
                  </a:lnTo>
                  <a:lnTo>
                    <a:pt x="6883273" y="342900"/>
                  </a:lnTo>
                  <a:close/>
                </a:path>
                <a:path w="12192000" h="6845300">
                  <a:moveTo>
                    <a:pt x="3216656" y="431799"/>
                  </a:moveTo>
                  <a:lnTo>
                    <a:pt x="3194177" y="431799"/>
                  </a:lnTo>
                  <a:lnTo>
                    <a:pt x="3224105" y="444499"/>
                  </a:lnTo>
                  <a:lnTo>
                    <a:pt x="3247675" y="457199"/>
                  </a:lnTo>
                  <a:lnTo>
                    <a:pt x="3267007" y="469899"/>
                  </a:lnTo>
                  <a:lnTo>
                    <a:pt x="3284220" y="482599"/>
                  </a:lnTo>
                  <a:lnTo>
                    <a:pt x="3329178" y="482599"/>
                  </a:lnTo>
                  <a:lnTo>
                    <a:pt x="3298969" y="469899"/>
                  </a:lnTo>
                  <a:lnTo>
                    <a:pt x="3246935" y="444499"/>
                  </a:lnTo>
                  <a:lnTo>
                    <a:pt x="3216656" y="431799"/>
                  </a:lnTo>
                  <a:close/>
                </a:path>
                <a:path w="12192000" h="6845300">
                  <a:moveTo>
                    <a:pt x="5743457" y="457199"/>
                  </a:moveTo>
                  <a:lnTo>
                    <a:pt x="5691826" y="457199"/>
                  </a:lnTo>
                  <a:lnTo>
                    <a:pt x="5691124" y="469899"/>
                  </a:lnTo>
                  <a:lnTo>
                    <a:pt x="5707280" y="482599"/>
                  </a:lnTo>
                  <a:lnTo>
                    <a:pt x="5786308" y="482599"/>
                  </a:lnTo>
                  <a:lnTo>
                    <a:pt x="5766990" y="469899"/>
                  </a:lnTo>
                  <a:lnTo>
                    <a:pt x="5743457" y="457199"/>
                  </a:lnTo>
                  <a:close/>
                </a:path>
                <a:path w="12192000" h="6845300">
                  <a:moveTo>
                    <a:pt x="2901823" y="431799"/>
                  </a:moveTo>
                  <a:lnTo>
                    <a:pt x="2851134" y="431799"/>
                  </a:lnTo>
                  <a:lnTo>
                    <a:pt x="2856791" y="444499"/>
                  </a:lnTo>
                  <a:lnTo>
                    <a:pt x="2879344" y="457199"/>
                  </a:lnTo>
                  <a:lnTo>
                    <a:pt x="2877565" y="469899"/>
                  </a:lnTo>
                  <a:lnTo>
                    <a:pt x="3012476" y="469899"/>
                  </a:lnTo>
                  <a:lnTo>
                    <a:pt x="2958322" y="457199"/>
                  </a:lnTo>
                  <a:lnTo>
                    <a:pt x="2904984" y="457199"/>
                  </a:lnTo>
                  <a:lnTo>
                    <a:pt x="2910252" y="444499"/>
                  </a:lnTo>
                  <a:lnTo>
                    <a:pt x="2911306" y="444499"/>
                  </a:lnTo>
                  <a:lnTo>
                    <a:pt x="2901823" y="431799"/>
                  </a:lnTo>
                  <a:close/>
                </a:path>
                <a:path w="12192000" h="6845300">
                  <a:moveTo>
                    <a:pt x="2384425" y="368299"/>
                  </a:moveTo>
                  <a:lnTo>
                    <a:pt x="2411823" y="393699"/>
                  </a:lnTo>
                  <a:lnTo>
                    <a:pt x="2435018" y="419099"/>
                  </a:lnTo>
                  <a:lnTo>
                    <a:pt x="2466667" y="444499"/>
                  </a:lnTo>
                  <a:lnTo>
                    <a:pt x="2519426" y="457199"/>
                  </a:lnTo>
                  <a:lnTo>
                    <a:pt x="2535251" y="457199"/>
                  </a:lnTo>
                  <a:lnTo>
                    <a:pt x="2538128" y="444499"/>
                  </a:lnTo>
                  <a:lnTo>
                    <a:pt x="2742134" y="444499"/>
                  </a:lnTo>
                  <a:lnTo>
                    <a:pt x="2696666" y="419099"/>
                  </a:lnTo>
                  <a:lnTo>
                    <a:pt x="2675483" y="406399"/>
                  </a:lnTo>
                  <a:lnTo>
                    <a:pt x="2525153" y="406399"/>
                  </a:lnTo>
                  <a:lnTo>
                    <a:pt x="2466130" y="393699"/>
                  </a:lnTo>
                  <a:lnTo>
                    <a:pt x="2384425" y="368299"/>
                  </a:lnTo>
                  <a:close/>
                </a:path>
                <a:path w="12192000" h="6845300">
                  <a:moveTo>
                    <a:pt x="2887757" y="419099"/>
                  </a:moveTo>
                  <a:lnTo>
                    <a:pt x="2856738" y="419099"/>
                  </a:lnTo>
                  <a:lnTo>
                    <a:pt x="2853930" y="431799"/>
                  </a:lnTo>
                  <a:lnTo>
                    <a:pt x="2897957" y="431799"/>
                  </a:lnTo>
                  <a:lnTo>
                    <a:pt x="2887757" y="419099"/>
                  </a:lnTo>
                  <a:close/>
                </a:path>
                <a:path w="12192000" h="6845300">
                  <a:moveTo>
                    <a:pt x="2474341" y="304800"/>
                  </a:moveTo>
                  <a:lnTo>
                    <a:pt x="2479629" y="317500"/>
                  </a:lnTo>
                  <a:lnTo>
                    <a:pt x="2516552" y="342900"/>
                  </a:lnTo>
                  <a:lnTo>
                    <a:pt x="2566120" y="368299"/>
                  </a:lnTo>
                  <a:lnTo>
                    <a:pt x="2609342" y="393699"/>
                  </a:lnTo>
                  <a:lnTo>
                    <a:pt x="2592436" y="406399"/>
                  </a:lnTo>
                  <a:lnTo>
                    <a:pt x="2675483" y="406399"/>
                  </a:lnTo>
                  <a:lnTo>
                    <a:pt x="2654300" y="393699"/>
                  </a:lnTo>
                  <a:lnTo>
                    <a:pt x="2635682" y="368299"/>
                  </a:lnTo>
                  <a:lnTo>
                    <a:pt x="2589657" y="355599"/>
                  </a:lnTo>
                  <a:lnTo>
                    <a:pt x="2530963" y="330200"/>
                  </a:lnTo>
                  <a:lnTo>
                    <a:pt x="2474341" y="304800"/>
                  </a:lnTo>
                  <a:close/>
                </a:path>
                <a:path w="12192000" h="6845300">
                  <a:moveTo>
                    <a:pt x="2796676" y="304800"/>
                  </a:moveTo>
                  <a:lnTo>
                    <a:pt x="2742235" y="304800"/>
                  </a:lnTo>
                  <a:lnTo>
                    <a:pt x="2791408" y="330200"/>
                  </a:lnTo>
                  <a:lnTo>
                    <a:pt x="2811780" y="342900"/>
                  </a:lnTo>
                  <a:lnTo>
                    <a:pt x="2815996" y="355599"/>
                  </a:lnTo>
                  <a:lnTo>
                    <a:pt x="2828655" y="355599"/>
                  </a:lnTo>
                  <a:lnTo>
                    <a:pt x="2849766" y="380999"/>
                  </a:lnTo>
                  <a:lnTo>
                    <a:pt x="2879344" y="393699"/>
                  </a:lnTo>
                  <a:lnTo>
                    <a:pt x="2888474" y="393699"/>
                  </a:lnTo>
                  <a:lnTo>
                    <a:pt x="2884947" y="380999"/>
                  </a:lnTo>
                  <a:lnTo>
                    <a:pt x="2872968" y="368299"/>
                  </a:lnTo>
                  <a:lnTo>
                    <a:pt x="2856738" y="342900"/>
                  </a:lnTo>
                  <a:lnTo>
                    <a:pt x="2839527" y="330200"/>
                  </a:lnTo>
                  <a:lnTo>
                    <a:pt x="2820209" y="317500"/>
                  </a:lnTo>
                  <a:lnTo>
                    <a:pt x="2796676" y="304800"/>
                  </a:lnTo>
                  <a:close/>
                </a:path>
                <a:path w="12192000" h="6845300">
                  <a:moveTo>
                    <a:pt x="5353685" y="342900"/>
                  </a:moveTo>
                  <a:lnTo>
                    <a:pt x="5344201" y="355599"/>
                  </a:lnTo>
                  <a:lnTo>
                    <a:pt x="5345255" y="355599"/>
                  </a:lnTo>
                  <a:lnTo>
                    <a:pt x="5350523" y="368299"/>
                  </a:lnTo>
                  <a:lnTo>
                    <a:pt x="5376164" y="368299"/>
                  </a:lnTo>
                  <a:lnTo>
                    <a:pt x="5413063" y="393699"/>
                  </a:lnTo>
                  <a:lnTo>
                    <a:pt x="5443601" y="393699"/>
                  </a:lnTo>
                  <a:lnTo>
                    <a:pt x="5435873" y="380999"/>
                  </a:lnTo>
                  <a:lnTo>
                    <a:pt x="5415502" y="368299"/>
                  </a:lnTo>
                  <a:lnTo>
                    <a:pt x="5386701" y="355599"/>
                  </a:lnTo>
                  <a:lnTo>
                    <a:pt x="5353685" y="342900"/>
                  </a:lnTo>
                  <a:close/>
                </a:path>
                <a:path w="12192000" h="6845300">
                  <a:moveTo>
                    <a:pt x="404901" y="50800"/>
                  </a:moveTo>
                  <a:lnTo>
                    <a:pt x="426340" y="88900"/>
                  </a:lnTo>
                  <a:lnTo>
                    <a:pt x="458325" y="114300"/>
                  </a:lnTo>
                  <a:lnTo>
                    <a:pt x="502961" y="139700"/>
                  </a:lnTo>
                  <a:lnTo>
                    <a:pt x="562356" y="165100"/>
                  </a:lnTo>
                  <a:lnTo>
                    <a:pt x="602164" y="190500"/>
                  </a:lnTo>
                  <a:lnTo>
                    <a:pt x="643940" y="203200"/>
                  </a:lnTo>
                  <a:lnTo>
                    <a:pt x="686896" y="228600"/>
                  </a:lnTo>
                  <a:lnTo>
                    <a:pt x="730245" y="241300"/>
                  </a:lnTo>
                  <a:lnTo>
                    <a:pt x="773201" y="266700"/>
                  </a:lnTo>
                  <a:lnTo>
                    <a:pt x="814977" y="292100"/>
                  </a:lnTo>
                  <a:lnTo>
                    <a:pt x="854786" y="317500"/>
                  </a:lnTo>
                  <a:lnTo>
                    <a:pt x="1859145" y="317500"/>
                  </a:lnTo>
                  <a:lnTo>
                    <a:pt x="1684483" y="215900"/>
                  </a:lnTo>
                  <a:lnTo>
                    <a:pt x="719823" y="215900"/>
                  </a:lnTo>
                  <a:lnTo>
                    <a:pt x="702954" y="203200"/>
                  </a:lnTo>
                  <a:lnTo>
                    <a:pt x="669211" y="190500"/>
                  </a:lnTo>
                  <a:lnTo>
                    <a:pt x="652335" y="190500"/>
                  </a:lnTo>
                  <a:lnTo>
                    <a:pt x="638693" y="165100"/>
                  </a:lnTo>
                  <a:lnTo>
                    <a:pt x="603183" y="139700"/>
                  </a:lnTo>
                  <a:lnTo>
                    <a:pt x="553926" y="127000"/>
                  </a:lnTo>
                  <a:lnTo>
                    <a:pt x="499045" y="101600"/>
                  </a:lnTo>
                  <a:lnTo>
                    <a:pt x="446663" y="76200"/>
                  </a:lnTo>
                  <a:lnTo>
                    <a:pt x="404901" y="50800"/>
                  </a:lnTo>
                  <a:close/>
                </a:path>
                <a:path w="12192000" h="6845300">
                  <a:moveTo>
                    <a:pt x="2300883" y="0"/>
                  </a:moveTo>
                  <a:lnTo>
                    <a:pt x="2174102" y="0"/>
                  </a:lnTo>
                  <a:lnTo>
                    <a:pt x="2204466" y="12700"/>
                  </a:lnTo>
                  <a:lnTo>
                    <a:pt x="2215707" y="25400"/>
                  </a:lnTo>
                  <a:lnTo>
                    <a:pt x="2243820" y="38100"/>
                  </a:lnTo>
                  <a:lnTo>
                    <a:pt x="2280386" y="50800"/>
                  </a:lnTo>
                  <a:lnTo>
                    <a:pt x="2316988" y="50800"/>
                  </a:lnTo>
                  <a:lnTo>
                    <a:pt x="2372361" y="76200"/>
                  </a:lnTo>
                  <a:lnTo>
                    <a:pt x="2422750" y="101600"/>
                  </a:lnTo>
                  <a:lnTo>
                    <a:pt x="2463149" y="114300"/>
                  </a:lnTo>
                  <a:lnTo>
                    <a:pt x="2488550" y="139700"/>
                  </a:lnTo>
                  <a:lnTo>
                    <a:pt x="2493950" y="152400"/>
                  </a:lnTo>
                  <a:lnTo>
                    <a:pt x="2474341" y="165100"/>
                  </a:lnTo>
                  <a:lnTo>
                    <a:pt x="2469794" y="177800"/>
                  </a:lnTo>
                  <a:lnTo>
                    <a:pt x="2488453" y="203200"/>
                  </a:lnTo>
                  <a:lnTo>
                    <a:pt x="2528187" y="215900"/>
                  </a:lnTo>
                  <a:lnTo>
                    <a:pt x="2586863" y="228600"/>
                  </a:lnTo>
                  <a:lnTo>
                    <a:pt x="2620583" y="254000"/>
                  </a:lnTo>
                  <a:lnTo>
                    <a:pt x="2721864" y="304800"/>
                  </a:lnTo>
                  <a:lnTo>
                    <a:pt x="2766822" y="304800"/>
                  </a:lnTo>
                  <a:lnTo>
                    <a:pt x="2741533" y="279400"/>
                  </a:lnTo>
                  <a:lnTo>
                    <a:pt x="2733103" y="266700"/>
                  </a:lnTo>
                  <a:lnTo>
                    <a:pt x="2741533" y="254000"/>
                  </a:lnTo>
                  <a:lnTo>
                    <a:pt x="2826099" y="254000"/>
                  </a:lnTo>
                  <a:lnTo>
                    <a:pt x="2768931" y="228600"/>
                  </a:lnTo>
                  <a:lnTo>
                    <a:pt x="2721864" y="215900"/>
                  </a:lnTo>
                  <a:lnTo>
                    <a:pt x="2716944" y="190500"/>
                  </a:lnTo>
                  <a:lnTo>
                    <a:pt x="2699369" y="177800"/>
                  </a:lnTo>
                  <a:lnTo>
                    <a:pt x="2664910" y="152400"/>
                  </a:lnTo>
                  <a:lnTo>
                    <a:pt x="2609342" y="127000"/>
                  </a:lnTo>
                  <a:lnTo>
                    <a:pt x="2580052" y="101600"/>
                  </a:lnTo>
                  <a:lnTo>
                    <a:pt x="2543639" y="88900"/>
                  </a:lnTo>
                  <a:lnTo>
                    <a:pt x="2501422" y="76200"/>
                  </a:lnTo>
                  <a:lnTo>
                    <a:pt x="2454719" y="50800"/>
                  </a:lnTo>
                  <a:lnTo>
                    <a:pt x="2353131" y="25400"/>
                  </a:lnTo>
                  <a:lnTo>
                    <a:pt x="2300883" y="0"/>
                  </a:lnTo>
                  <a:close/>
                </a:path>
                <a:path w="12192000" h="6845300">
                  <a:moveTo>
                    <a:pt x="427393" y="12700"/>
                  </a:moveTo>
                  <a:lnTo>
                    <a:pt x="457969" y="25400"/>
                  </a:lnTo>
                  <a:lnTo>
                    <a:pt x="503308" y="38100"/>
                  </a:lnTo>
                  <a:lnTo>
                    <a:pt x="544430" y="63500"/>
                  </a:lnTo>
                  <a:lnTo>
                    <a:pt x="562356" y="76200"/>
                  </a:lnTo>
                  <a:lnTo>
                    <a:pt x="574620" y="101600"/>
                  </a:lnTo>
                  <a:lnTo>
                    <a:pt x="605379" y="114300"/>
                  </a:lnTo>
                  <a:lnTo>
                    <a:pt x="686179" y="165100"/>
                  </a:lnTo>
                  <a:lnTo>
                    <a:pt x="718118" y="177800"/>
                  </a:lnTo>
                  <a:lnTo>
                    <a:pt x="732350" y="203200"/>
                  </a:lnTo>
                  <a:lnTo>
                    <a:pt x="719823" y="215900"/>
                  </a:lnTo>
                  <a:lnTo>
                    <a:pt x="1684483" y="215900"/>
                  </a:lnTo>
                  <a:lnTo>
                    <a:pt x="1597152" y="165100"/>
                  </a:lnTo>
                  <a:lnTo>
                    <a:pt x="834051" y="165100"/>
                  </a:lnTo>
                  <a:lnTo>
                    <a:pt x="801366" y="152400"/>
                  </a:lnTo>
                  <a:lnTo>
                    <a:pt x="772896" y="152400"/>
                  </a:lnTo>
                  <a:lnTo>
                    <a:pt x="742315" y="139700"/>
                  </a:lnTo>
                  <a:lnTo>
                    <a:pt x="690638" y="127000"/>
                  </a:lnTo>
                  <a:lnTo>
                    <a:pt x="648405" y="101600"/>
                  </a:lnTo>
                  <a:lnTo>
                    <a:pt x="611286" y="88900"/>
                  </a:lnTo>
                  <a:lnTo>
                    <a:pt x="574955" y="63500"/>
                  </a:lnTo>
                  <a:lnTo>
                    <a:pt x="535081" y="50800"/>
                  </a:lnTo>
                  <a:lnTo>
                    <a:pt x="487336" y="25400"/>
                  </a:lnTo>
                  <a:lnTo>
                    <a:pt x="427393" y="12700"/>
                  </a:lnTo>
                  <a:close/>
                </a:path>
                <a:path w="12192000" h="6845300">
                  <a:moveTo>
                    <a:pt x="725043" y="0"/>
                  </a:moveTo>
                  <a:lnTo>
                    <a:pt x="646484" y="0"/>
                  </a:lnTo>
                  <a:lnTo>
                    <a:pt x="836513" y="88900"/>
                  </a:lnTo>
                  <a:lnTo>
                    <a:pt x="871661" y="114300"/>
                  </a:lnTo>
                  <a:lnTo>
                    <a:pt x="898374" y="127000"/>
                  </a:lnTo>
                  <a:lnTo>
                    <a:pt x="899782" y="139700"/>
                  </a:lnTo>
                  <a:lnTo>
                    <a:pt x="861470" y="139700"/>
                  </a:lnTo>
                  <a:lnTo>
                    <a:pt x="863226" y="152400"/>
                  </a:lnTo>
                  <a:lnTo>
                    <a:pt x="877634" y="165100"/>
                  </a:lnTo>
                  <a:lnTo>
                    <a:pt x="1579921" y="165100"/>
                  </a:lnTo>
                  <a:lnTo>
                    <a:pt x="1560560" y="152400"/>
                  </a:lnTo>
                  <a:lnTo>
                    <a:pt x="1536983" y="152400"/>
                  </a:lnTo>
                  <a:lnTo>
                    <a:pt x="1507109" y="139700"/>
                  </a:lnTo>
                  <a:lnTo>
                    <a:pt x="1482520" y="114300"/>
                  </a:lnTo>
                  <a:lnTo>
                    <a:pt x="1463898" y="101600"/>
                  </a:lnTo>
                  <a:lnTo>
                    <a:pt x="930706" y="101600"/>
                  </a:lnTo>
                  <a:lnTo>
                    <a:pt x="907157" y="88900"/>
                  </a:lnTo>
                  <a:lnTo>
                    <a:pt x="877277" y="76200"/>
                  </a:lnTo>
                  <a:lnTo>
                    <a:pt x="823656" y="50800"/>
                  </a:lnTo>
                  <a:lnTo>
                    <a:pt x="772191" y="25400"/>
                  </a:lnTo>
                  <a:lnTo>
                    <a:pt x="725043" y="0"/>
                  </a:lnTo>
                  <a:close/>
                </a:path>
                <a:path w="12192000" h="6845300">
                  <a:moveTo>
                    <a:pt x="1115594" y="0"/>
                  </a:moveTo>
                  <a:lnTo>
                    <a:pt x="980488" y="0"/>
                  </a:lnTo>
                  <a:lnTo>
                    <a:pt x="1034745" y="25400"/>
                  </a:lnTo>
                  <a:lnTo>
                    <a:pt x="1060988" y="50800"/>
                  </a:lnTo>
                  <a:lnTo>
                    <a:pt x="1057239" y="63500"/>
                  </a:lnTo>
                  <a:lnTo>
                    <a:pt x="1034743" y="63500"/>
                  </a:lnTo>
                  <a:lnTo>
                    <a:pt x="1004749" y="76200"/>
                  </a:lnTo>
                  <a:lnTo>
                    <a:pt x="978505" y="76200"/>
                  </a:lnTo>
                  <a:lnTo>
                    <a:pt x="967257" y="101600"/>
                  </a:lnTo>
                  <a:lnTo>
                    <a:pt x="1463898" y="101600"/>
                  </a:lnTo>
                  <a:lnTo>
                    <a:pt x="1445275" y="88900"/>
                  </a:lnTo>
                  <a:lnTo>
                    <a:pt x="1399577" y="76200"/>
                  </a:lnTo>
                  <a:lnTo>
                    <a:pt x="1349629" y="50800"/>
                  </a:lnTo>
                  <a:lnTo>
                    <a:pt x="1349629" y="25400"/>
                  </a:lnTo>
                  <a:lnTo>
                    <a:pt x="1330662" y="25400"/>
                  </a:lnTo>
                  <a:lnTo>
                    <a:pt x="1327150" y="12700"/>
                  </a:lnTo>
                  <a:lnTo>
                    <a:pt x="1147216" y="12700"/>
                  </a:lnTo>
                  <a:lnTo>
                    <a:pt x="1115594" y="0"/>
                  </a:lnTo>
                  <a:close/>
                </a:path>
                <a:path w="12192000" h="6845300">
                  <a:moveTo>
                    <a:pt x="1299109" y="0"/>
                  </a:moveTo>
                  <a:lnTo>
                    <a:pt x="1135112" y="0"/>
                  </a:lnTo>
                  <a:lnTo>
                    <a:pt x="1147216" y="12700"/>
                  </a:lnTo>
                  <a:lnTo>
                    <a:pt x="1327150" y="12700"/>
                  </a:lnTo>
                  <a:lnTo>
                    <a:pt x="129910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238232" y="0"/>
              <a:ext cx="571500" cy="55244"/>
            </a:xfrm>
            <a:custGeom>
              <a:avLst/>
              <a:gdLst/>
              <a:ahLst/>
              <a:cxnLst/>
              <a:rect l="l" t="t" r="r" b="b"/>
              <a:pathLst>
                <a:path w="571500" h="55244">
                  <a:moveTo>
                    <a:pt x="57150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571500" y="5486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E15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881360" y="0"/>
              <a:ext cx="571500" cy="55244"/>
            </a:xfrm>
            <a:custGeom>
              <a:avLst/>
              <a:gdLst/>
              <a:ahLst/>
              <a:cxnLst/>
              <a:rect l="l" t="t" r="r" b="b"/>
              <a:pathLst>
                <a:path w="571500" h="55244">
                  <a:moveTo>
                    <a:pt x="57150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571500" y="5486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78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524487" y="0"/>
              <a:ext cx="571500" cy="55244"/>
            </a:xfrm>
            <a:custGeom>
              <a:avLst/>
              <a:gdLst/>
              <a:ahLst/>
              <a:cxnLst/>
              <a:rect l="l" t="t" r="r" b="b"/>
              <a:pathLst>
                <a:path w="571500" h="55244">
                  <a:moveTo>
                    <a:pt x="57150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571500" y="5486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3A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2696"/>
              <a:ext cx="12192000" cy="6845300"/>
            </a:xfrm>
            <a:custGeom>
              <a:avLst/>
              <a:gdLst/>
              <a:ahLst/>
              <a:cxnLst/>
              <a:rect l="l" t="t" r="r" b="b"/>
              <a:pathLst>
                <a:path w="12192000" h="6845300">
                  <a:moveTo>
                    <a:pt x="8988511" y="6349999"/>
                  </a:moveTo>
                  <a:lnTo>
                    <a:pt x="8930259" y="6349999"/>
                  </a:lnTo>
                  <a:lnTo>
                    <a:pt x="8975264" y="6375399"/>
                  </a:lnTo>
                  <a:lnTo>
                    <a:pt x="9024483" y="6400799"/>
                  </a:lnTo>
                  <a:lnTo>
                    <a:pt x="9127124" y="6451599"/>
                  </a:lnTo>
                  <a:lnTo>
                    <a:pt x="9176330" y="6476999"/>
                  </a:lnTo>
                  <a:lnTo>
                    <a:pt x="9221313" y="6502399"/>
                  </a:lnTo>
                  <a:lnTo>
                    <a:pt x="9259965" y="6527800"/>
                  </a:lnTo>
                  <a:lnTo>
                    <a:pt x="9290177" y="6553200"/>
                  </a:lnTo>
                  <a:lnTo>
                    <a:pt x="9337315" y="6565900"/>
                  </a:lnTo>
                  <a:lnTo>
                    <a:pt x="9423068" y="6604000"/>
                  </a:lnTo>
                  <a:lnTo>
                    <a:pt x="9470136" y="6616700"/>
                  </a:lnTo>
                  <a:lnTo>
                    <a:pt x="9475055" y="6629400"/>
                  </a:lnTo>
                  <a:lnTo>
                    <a:pt x="9492630" y="6654800"/>
                  </a:lnTo>
                  <a:lnTo>
                    <a:pt x="9527089" y="6667500"/>
                  </a:lnTo>
                  <a:lnTo>
                    <a:pt x="9582658" y="6680200"/>
                  </a:lnTo>
                  <a:lnTo>
                    <a:pt x="9611947" y="6705600"/>
                  </a:lnTo>
                  <a:lnTo>
                    <a:pt x="9648360" y="6731000"/>
                  </a:lnTo>
                  <a:lnTo>
                    <a:pt x="9690577" y="6743700"/>
                  </a:lnTo>
                  <a:lnTo>
                    <a:pt x="9737280" y="6756400"/>
                  </a:lnTo>
                  <a:lnTo>
                    <a:pt x="9787150" y="6781800"/>
                  </a:lnTo>
                  <a:lnTo>
                    <a:pt x="9942576" y="6819900"/>
                  </a:lnTo>
                  <a:lnTo>
                    <a:pt x="9965055" y="6819900"/>
                  </a:lnTo>
                  <a:lnTo>
                    <a:pt x="10006335" y="6845300"/>
                  </a:lnTo>
                  <a:lnTo>
                    <a:pt x="10063464" y="6845300"/>
                  </a:lnTo>
                  <a:lnTo>
                    <a:pt x="10024433" y="6819900"/>
                  </a:lnTo>
                  <a:lnTo>
                    <a:pt x="9987534" y="6794500"/>
                  </a:lnTo>
                  <a:lnTo>
                    <a:pt x="9976292" y="6781800"/>
                  </a:lnTo>
                  <a:lnTo>
                    <a:pt x="9948179" y="6781800"/>
                  </a:lnTo>
                  <a:lnTo>
                    <a:pt x="9875012" y="6756400"/>
                  </a:lnTo>
                  <a:lnTo>
                    <a:pt x="9779239" y="6705600"/>
                  </a:lnTo>
                  <a:lnTo>
                    <a:pt x="9737280" y="6692900"/>
                  </a:lnTo>
                  <a:lnTo>
                    <a:pt x="9708444" y="6667500"/>
                  </a:lnTo>
                  <a:lnTo>
                    <a:pt x="9699610" y="6654800"/>
                  </a:lnTo>
                  <a:lnTo>
                    <a:pt x="9717659" y="6642100"/>
                  </a:lnTo>
                  <a:lnTo>
                    <a:pt x="9722205" y="6629400"/>
                  </a:lnTo>
                  <a:lnTo>
                    <a:pt x="9703546" y="6616700"/>
                  </a:lnTo>
                  <a:lnTo>
                    <a:pt x="9663812" y="6604000"/>
                  </a:lnTo>
                  <a:lnTo>
                    <a:pt x="9605137" y="6591300"/>
                  </a:lnTo>
                  <a:lnTo>
                    <a:pt x="9579834" y="6578600"/>
                  </a:lnTo>
                  <a:lnTo>
                    <a:pt x="9425178" y="6578600"/>
                  </a:lnTo>
                  <a:lnTo>
                    <a:pt x="9398835" y="6565900"/>
                  </a:lnTo>
                  <a:lnTo>
                    <a:pt x="9383029" y="6565900"/>
                  </a:lnTo>
                  <a:lnTo>
                    <a:pt x="9371439" y="6553200"/>
                  </a:lnTo>
                  <a:lnTo>
                    <a:pt x="9357741" y="6553200"/>
                  </a:lnTo>
                  <a:lnTo>
                    <a:pt x="9273250" y="6502399"/>
                  </a:lnTo>
                  <a:lnTo>
                    <a:pt x="9098621" y="6400799"/>
                  </a:lnTo>
                  <a:lnTo>
                    <a:pt x="9054504" y="6388099"/>
                  </a:lnTo>
                  <a:lnTo>
                    <a:pt x="8988511" y="6349999"/>
                  </a:lnTo>
                  <a:close/>
                </a:path>
                <a:path w="12192000" h="6845300">
                  <a:moveTo>
                    <a:pt x="11292205" y="6680200"/>
                  </a:moveTo>
                  <a:lnTo>
                    <a:pt x="10684891" y="6680200"/>
                  </a:lnTo>
                  <a:lnTo>
                    <a:pt x="10709479" y="6705600"/>
                  </a:lnTo>
                  <a:lnTo>
                    <a:pt x="10746724" y="6731000"/>
                  </a:lnTo>
                  <a:lnTo>
                    <a:pt x="10792422" y="6756400"/>
                  </a:lnTo>
                  <a:lnTo>
                    <a:pt x="10842371" y="6781800"/>
                  </a:lnTo>
                  <a:lnTo>
                    <a:pt x="10861337" y="6781800"/>
                  </a:lnTo>
                  <a:lnTo>
                    <a:pt x="10864850" y="6794500"/>
                  </a:lnTo>
                  <a:lnTo>
                    <a:pt x="10898921" y="6819900"/>
                  </a:lnTo>
                  <a:lnTo>
                    <a:pt x="10935112" y="6832600"/>
                  </a:lnTo>
                  <a:lnTo>
                    <a:pt x="10961943" y="6845300"/>
                  </a:lnTo>
                  <a:lnTo>
                    <a:pt x="11092576" y="6845300"/>
                  </a:lnTo>
                  <a:lnTo>
                    <a:pt x="11059209" y="6819900"/>
                  </a:lnTo>
                  <a:lnTo>
                    <a:pt x="11044809" y="6794500"/>
                  </a:lnTo>
                  <a:lnTo>
                    <a:pt x="11157204" y="6794500"/>
                  </a:lnTo>
                  <a:lnTo>
                    <a:pt x="11130987" y="6781800"/>
                  </a:lnTo>
                  <a:lnTo>
                    <a:pt x="11134757" y="6769100"/>
                  </a:lnTo>
                  <a:lnTo>
                    <a:pt x="11157267" y="6756400"/>
                  </a:lnTo>
                  <a:lnTo>
                    <a:pt x="11187270" y="6743700"/>
                  </a:lnTo>
                  <a:lnTo>
                    <a:pt x="11213519" y="6743700"/>
                  </a:lnTo>
                  <a:lnTo>
                    <a:pt x="11224768" y="6731000"/>
                  </a:lnTo>
                  <a:lnTo>
                    <a:pt x="11382248" y="6731000"/>
                  </a:lnTo>
                  <a:lnTo>
                    <a:pt x="11355480" y="6718300"/>
                  </a:lnTo>
                  <a:lnTo>
                    <a:pt x="11320319" y="6705600"/>
                  </a:lnTo>
                  <a:lnTo>
                    <a:pt x="11293611" y="6692900"/>
                  </a:lnTo>
                  <a:lnTo>
                    <a:pt x="11292205" y="6680200"/>
                  </a:lnTo>
                  <a:close/>
                </a:path>
                <a:path w="12192000" h="6845300">
                  <a:moveTo>
                    <a:pt x="11157204" y="6794500"/>
                  </a:moveTo>
                  <a:lnTo>
                    <a:pt x="11044809" y="6794500"/>
                  </a:lnTo>
                  <a:lnTo>
                    <a:pt x="11099445" y="6819900"/>
                  </a:lnTo>
                  <a:lnTo>
                    <a:pt x="11152865" y="6845300"/>
                  </a:lnTo>
                  <a:lnTo>
                    <a:pt x="11261367" y="6845300"/>
                  </a:lnTo>
                  <a:lnTo>
                    <a:pt x="11211478" y="6819900"/>
                  </a:lnTo>
                  <a:lnTo>
                    <a:pt x="11157204" y="6794500"/>
                  </a:lnTo>
                  <a:close/>
                </a:path>
                <a:path w="12192000" h="6845300">
                  <a:moveTo>
                    <a:pt x="11382248" y="6731000"/>
                  </a:moveTo>
                  <a:lnTo>
                    <a:pt x="11261296" y="6731000"/>
                  </a:lnTo>
                  <a:lnTo>
                    <a:pt x="11284829" y="6743700"/>
                  </a:lnTo>
                  <a:lnTo>
                    <a:pt x="11314684" y="6756400"/>
                  </a:lnTo>
                  <a:lnTo>
                    <a:pt x="11509017" y="6845300"/>
                  </a:lnTo>
                  <a:lnTo>
                    <a:pt x="11621533" y="6845300"/>
                  </a:lnTo>
                  <a:lnTo>
                    <a:pt x="11382248" y="6731000"/>
                  </a:lnTo>
                  <a:close/>
                </a:path>
                <a:path w="12192000" h="6845300">
                  <a:moveTo>
                    <a:pt x="11489863" y="6642100"/>
                  </a:moveTo>
                  <a:lnTo>
                    <a:pt x="11314684" y="6642100"/>
                  </a:lnTo>
                  <a:lnTo>
                    <a:pt x="11357959" y="6654800"/>
                  </a:lnTo>
                  <a:lnTo>
                    <a:pt x="11390661" y="6667500"/>
                  </a:lnTo>
                  <a:lnTo>
                    <a:pt x="11419125" y="6680200"/>
                  </a:lnTo>
                  <a:lnTo>
                    <a:pt x="11449685" y="6680200"/>
                  </a:lnTo>
                  <a:lnTo>
                    <a:pt x="11501375" y="6692900"/>
                  </a:lnTo>
                  <a:lnTo>
                    <a:pt x="11543616" y="6705600"/>
                  </a:lnTo>
                  <a:lnTo>
                    <a:pt x="11580740" y="6731000"/>
                  </a:lnTo>
                  <a:lnTo>
                    <a:pt x="11617074" y="6743700"/>
                  </a:lnTo>
                  <a:lnTo>
                    <a:pt x="11656950" y="6756400"/>
                  </a:lnTo>
                  <a:lnTo>
                    <a:pt x="11704697" y="6781800"/>
                  </a:lnTo>
                  <a:lnTo>
                    <a:pt x="11764645" y="6794500"/>
                  </a:lnTo>
                  <a:lnTo>
                    <a:pt x="11734067" y="6781800"/>
                  </a:lnTo>
                  <a:lnTo>
                    <a:pt x="11688714" y="6769100"/>
                  </a:lnTo>
                  <a:lnTo>
                    <a:pt x="11647576" y="6743700"/>
                  </a:lnTo>
                  <a:lnTo>
                    <a:pt x="11629644" y="6731000"/>
                  </a:lnTo>
                  <a:lnTo>
                    <a:pt x="11617381" y="6718300"/>
                  </a:lnTo>
                  <a:lnTo>
                    <a:pt x="11586626" y="6692900"/>
                  </a:lnTo>
                  <a:lnTo>
                    <a:pt x="11546428" y="6667500"/>
                  </a:lnTo>
                  <a:lnTo>
                    <a:pt x="11505834" y="6654800"/>
                  </a:lnTo>
                  <a:lnTo>
                    <a:pt x="11489863" y="6642100"/>
                  </a:lnTo>
                  <a:close/>
                </a:path>
                <a:path w="12192000" h="6845300">
                  <a:moveTo>
                    <a:pt x="12192000" y="6235699"/>
                  </a:moveTo>
                  <a:lnTo>
                    <a:pt x="11202289" y="6235699"/>
                  </a:lnTo>
                  <a:lnTo>
                    <a:pt x="11235412" y="6261099"/>
                  </a:lnTo>
                  <a:lnTo>
                    <a:pt x="11247247" y="6261099"/>
                  </a:lnTo>
                  <a:lnTo>
                    <a:pt x="11331737" y="6311899"/>
                  </a:lnTo>
                  <a:lnTo>
                    <a:pt x="11418437" y="6362699"/>
                  </a:lnTo>
                  <a:lnTo>
                    <a:pt x="11462309" y="6375399"/>
                  </a:lnTo>
                  <a:lnTo>
                    <a:pt x="11725112" y="6527800"/>
                  </a:lnTo>
                  <a:lnTo>
                    <a:pt x="11809603" y="6578600"/>
                  </a:lnTo>
                  <a:lnTo>
                    <a:pt x="11847907" y="6591300"/>
                  </a:lnTo>
                  <a:lnTo>
                    <a:pt x="11887685" y="6616700"/>
                  </a:lnTo>
                  <a:lnTo>
                    <a:pt x="11928752" y="6642100"/>
                  </a:lnTo>
                  <a:lnTo>
                    <a:pt x="11970926" y="6667500"/>
                  </a:lnTo>
                  <a:lnTo>
                    <a:pt x="12014025" y="6680200"/>
                  </a:lnTo>
                  <a:lnTo>
                    <a:pt x="12057864" y="6705600"/>
                  </a:lnTo>
                  <a:lnTo>
                    <a:pt x="12192000" y="6781800"/>
                  </a:lnTo>
                  <a:lnTo>
                    <a:pt x="12192000" y="6235699"/>
                  </a:lnTo>
                  <a:close/>
                </a:path>
                <a:path w="12192000" h="6845300">
                  <a:moveTo>
                    <a:pt x="11512154" y="6591300"/>
                  </a:moveTo>
                  <a:lnTo>
                    <a:pt x="11472164" y="6591300"/>
                  </a:lnTo>
                  <a:lnTo>
                    <a:pt x="11539601" y="6642100"/>
                  </a:lnTo>
                  <a:lnTo>
                    <a:pt x="11553244" y="6654800"/>
                  </a:lnTo>
                  <a:lnTo>
                    <a:pt x="11588759" y="6667500"/>
                  </a:lnTo>
                  <a:lnTo>
                    <a:pt x="11638026" y="6692900"/>
                  </a:lnTo>
                  <a:lnTo>
                    <a:pt x="11692922" y="6705600"/>
                  </a:lnTo>
                  <a:lnTo>
                    <a:pt x="11745329" y="6731000"/>
                  </a:lnTo>
                  <a:lnTo>
                    <a:pt x="11787124" y="6756400"/>
                  </a:lnTo>
                  <a:lnTo>
                    <a:pt x="11765678" y="6731000"/>
                  </a:lnTo>
                  <a:lnTo>
                    <a:pt x="11733672" y="6705600"/>
                  </a:lnTo>
                  <a:lnTo>
                    <a:pt x="11689022" y="6680200"/>
                  </a:lnTo>
                  <a:lnTo>
                    <a:pt x="11629644" y="6667500"/>
                  </a:lnTo>
                  <a:lnTo>
                    <a:pt x="11551965" y="6616700"/>
                  </a:lnTo>
                  <a:lnTo>
                    <a:pt x="11512154" y="6591300"/>
                  </a:lnTo>
                  <a:close/>
                </a:path>
                <a:path w="12192000" h="6845300">
                  <a:moveTo>
                    <a:pt x="12192000" y="6184899"/>
                  </a:moveTo>
                  <a:lnTo>
                    <a:pt x="9672574" y="6184899"/>
                  </a:lnTo>
                  <a:lnTo>
                    <a:pt x="9732357" y="6197599"/>
                  </a:lnTo>
                  <a:lnTo>
                    <a:pt x="9779460" y="6210299"/>
                  </a:lnTo>
                  <a:lnTo>
                    <a:pt x="9818110" y="6235699"/>
                  </a:lnTo>
                  <a:lnTo>
                    <a:pt x="9852533" y="6261099"/>
                  </a:lnTo>
                  <a:lnTo>
                    <a:pt x="9991752" y="6337299"/>
                  </a:lnTo>
                  <a:lnTo>
                    <a:pt x="10038153" y="6349999"/>
                  </a:lnTo>
                  <a:lnTo>
                    <a:pt x="10316520" y="6502399"/>
                  </a:lnTo>
                  <a:lnTo>
                    <a:pt x="10362910" y="6515100"/>
                  </a:lnTo>
                  <a:lnTo>
                    <a:pt x="10594848" y="6642100"/>
                  </a:lnTo>
                  <a:lnTo>
                    <a:pt x="10612078" y="6654800"/>
                  </a:lnTo>
                  <a:lnTo>
                    <a:pt x="10631439" y="6667500"/>
                  </a:lnTo>
                  <a:lnTo>
                    <a:pt x="10655016" y="6680200"/>
                  </a:lnTo>
                  <a:lnTo>
                    <a:pt x="11330543" y="6680200"/>
                  </a:lnTo>
                  <a:lnTo>
                    <a:pt x="11328781" y="6667500"/>
                  </a:lnTo>
                  <a:lnTo>
                    <a:pt x="11314350" y="6654800"/>
                  </a:lnTo>
                  <a:lnTo>
                    <a:pt x="11314684" y="6642100"/>
                  </a:lnTo>
                  <a:lnTo>
                    <a:pt x="11489863" y="6642100"/>
                  </a:lnTo>
                  <a:lnTo>
                    <a:pt x="11473893" y="6629400"/>
                  </a:lnTo>
                  <a:lnTo>
                    <a:pt x="11459653" y="6616700"/>
                  </a:lnTo>
                  <a:lnTo>
                    <a:pt x="11472164" y="6591300"/>
                  </a:lnTo>
                  <a:lnTo>
                    <a:pt x="11512154" y="6591300"/>
                  </a:lnTo>
                  <a:lnTo>
                    <a:pt x="11471167" y="6578600"/>
                  </a:lnTo>
                  <a:lnTo>
                    <a:pt x="11428604" y="6553200"/>
                  </a:lnTo>
                  <a:lnTo>
                    <a:pt x="11384068" y="6527800"/>
                  </a:lnTo>
                  <a:lnTo>
                    <a:pt x="11337163" y="6502399"/>
                  </a:lnTo>
                  <a:lnTo>
                    <a:pt x="11578839" y="6502399"/>
                  </a:lnTo>
                  <a:lnTo>
                    <a:pt x="11553843" y="6476999"/>
                  </a:lnTo>
                  <a:lnTo>
                    <a:pt x="11515097" y="6451599"/>
                  </a:lnTo>
                  <a:lnTo>
                    <a:pt x="11475021" y="6426199"/>
                  </a:lnTo>
                  <a:lnTo>
                    <a:pt x="11433537" y="6388099"/>
                  </a:lnTo>
                  <a:lnTo>
                    <a:pt x="11390568" y="6362699"/>
                  </a:lnTo>
                  <a:lnTo>
                    <a:pt x="11346037" y="6337299"/>
                  </a:lnTo>
                  <a:lnTo>
                    <a:pt x="11299864" y="6299199"/>
                  </a:lnTo>
                  <a:lnTo>
                    <a:pt x="11251974" y="6273799"/>
                  </a:lnTo>
                  <a:lnTo>
                    <a:pt x="11235412" y="6261099"/>
                  </a:lnTo>
                  <a:lnTo>
                    <a:pt x="11233197" y="6261099"/>
                  </a:lnTo>
                  <a:lnTo>
                    <a:pt x="11218797" y="6248399"/>
                  </a:lnTo>
                  <a:lnTo>
                    <a:pt x="11202289" y="6235699"/>
                  </a:lnTo>
                  <a:lnTo>
                    <a:pt x="12192000" y="6235699"/>
                  </a:lnTo>
                  <a:lnTo>
                    <a:pt x="12192000" y="6184899"/>
                  </a:lnTo>
                  <a:close/>
                </a:path>
                <a:path w="12192000" h="6845300">
                  <a:moveTo>
                    <a:pt x="11578839" y="6502399"/>
                  </a:moveTo>
                  <a:lnTo>
                    <a:pt x="11337163" y="6502399"/>
                  </a:lnTo>
                  <a:lnTo>
                    <a:pt x="11384134" y="6527800"/>
                  </a:lnTo>
                  <a:lnTo>
                    <a:pt x="11560157" y="6578600"/>
                  </a:lnTo>
                  <a:lnTo>
                    <a:pt x="11605151" y="6604000"/>
                  </a:lnTo>
                  <a:lnTo>
                    <a:pt x="11652123" y="6616700"/>
                  </a:lnTo>
                  <a:lnTo>
                    <a:pt x="11656337" y="6629400"/>
                  </a:lnTo>
                  <a:lnTo>
                    <a:pt x="11668982" y="6642100"/>
                  </a:lnTo>
                  <a:lnTo>
                    <a:pt x="11690056" y="6654800"/>
                  </a:lnTo>
                  <a:lnTo>
                    <a:pt x="11719560" y="6680200"/>
                  </a:lnTo>
                  <a:lnTo>
                    <a:pt x="11744920" y="6667500"/>
                  </a:lnTo>
                  <a:lnTo>
                    <a:pt x="11753373" y="6654800"/>
                  </a:lnTo>
                  <a:lnTo>
                    <a:pt x="11744920" y="6642100"/>
                  </a:lnTo>
                  <a:lnTo>
                    <a:pt x="11719560" y="6616700"/>
                  </a:lnTo>
                  <a:lnTo>
                    <a:pt x="11708320" y="6616700"/>
                  </a:lnTo>
                  <a:lnTo>
                    <a:pt x="11700593" y="6604000"/>
                  </a:lnTo>
                  <a:lnTo>
                    <a:pt x="11697081" y="6591300"/>
                  </a:lnTo>
                  <a:lnTo>
                    <a:pt x="11662878" y="6565900"/>
                  </a:lnTo>
                  <a:lnTo>
                    <a:pt x="11627656" y="6540500"/>
                  </a:lnTo>
                  <a:lnTo>
                    <a:pt x="11591337" y="6515100"/>
                  </a:lnTo>
                  <a:lnTo>
                    <a:pt x="11578839" y="6502399"/>
                  </a:lnTo>
                  <a:close/>
                </a:path>
                <a:path w="12192000" h="6845300">
                  <a:moveTo>
                    <a:pt x="4671133" y="6324599"/>
                  </a:moveTo>
                  <a:lnTo>
                    <a:pt x="4588891" y="6324599"/>
                  </a:lnTo>
                  <a:lnTo>
                    <a:pt x="4903851" y="6489699"/>
                  </a:lnTo>
                  <a:lnTo>
                    <a:pt x="4924925" y="6502399"/>
                  </a:lnTo>
                  <a:lnTo>
                    <a:pt x="4954428" y="6515100"/>
                  </a:lnTo>
                  <a:lnTo>
                    <a:pt x="4992362" y="6527800"/>
                  </a:lnTo>
                  <a:lnTo>
                    <a:pt x="5055955" y="6527800"/>
                  </a:lnTo>
                  <a:lnTo>
                    <a:pt x="5075316" y="6540500"/>
                  </a:lnTo>
                  <a:lnTo>
                    <a:pt x="5098893" y="6553200"/>
                  </a:lnTo>
                  <a:lnTo>
                    <a:pt x="5128768" y="6578600"/>
                  </a:lnTo>
                  <a:lnTo>
                    <a:pt x="5151247" y="6578600"/>
                  </a:lnTo>
                  <a:lnTo>
                    <a:pt x="5119716" y="6540500"/>
                  </a:lnTo>
                  <a:lnTo>
                    <a:pt x="5083454" y="6515100"/>
                  </a:lnTo>
                  <a:lnTo>
                    <a:pt x="5043248" y="6502399"/>
                  </a:lnTo>
                  <a:lnTo>
                    <a:pt x="4999888" y="6476999"/>
                  </a:lnTo>
                  <a:lnTo>
                    <a:pt x="4954161" y="6451599"/>
                  </a:lnTo>
                  <a:lnTo>
                    <a:pt x="4906858" y="6438899"/>
                  </a:lnTo>
                  <a:lnTo>
                    <a:pt x="4858766" y="6413499"/>
                  </a:lnTo>
                  <a:lnTo>
                    <a:pt x="4785709" y="6388099"/>
                  </a:lnTo>
                  <a:lnTo>
                    <a:pt x="4757610" y="6362699"/>
                  </a:lnTo>
                  <a:lnTo>
                    <a:pt x="4746371" y="6349999"/>
                  </a:lnTo>
                  <a:lnTo>
                    <a:pt x="4699000" y="6337299"/>
                  </a:lnTo>
                  <a:lnTo>
                    <a:pt x="4671133" y="6324599"/>
                  </a:lnTo>
                  <a:close/>
                </a:path>
                <a:path w="12192000" h="6845300">
                  <a:moveTo>
                    <a:pt x="9312656" y="6438899"/>
                  </a:moveTo>
                  <a:lnTo>
                    <a:pt x="9303525" y="6438899"/>
                  </a:lnTo>
                  <a:lnTo>
                    <a:pt x="9307052" y="6451599"/>
                  </a:lnTo>
                  <a:lnTo>
                    <a:pt x="9319031" y="6464299"/>
                  </a:lnTo>
                  <a:lnTo>
                    <a:pt x="9335262" y="6489699"/>
                  </a:lnTo>
                  <a:lnTo>
                    <a:pt x="9352472" y="6502399"/>
                  </a:lnTo>
                  <a:lnTo>
                    <a:pt x="9371790" y="6502399"/>
                  </a:lnTo>
                  <a:lnTo>
                    <a:pt x="9395323" y="6515100"/>
                  </a:lnTo>
                  <a:lnTo>
                    <a:pt x="9425178" y="6527800"/>
                  </a:lnTo>
                  <a:lnTo>
                    <a:pt x="9450466" y="6540500"/>
                  </a:lnTo>
                  <a:lnTo>
                    <a:pt x="9458896" y="6565900"/>
                  </a:lnTo>
                  <a:lnTo>
                    <a:pt x="9450466" y="6565900"/>
                  </a:lnTo>
                  <a:lnTo>
                    <a:pt x="9425178" y="6578600"/>
                  </a:lnTo>
                  <a:lnTo>
                    <a:pt x="9579834" y="6578600"/>
                  </a:lnTo>
                  <a:lnTo>
                    <a:pt x="9503927" y="6540500"/>
                  </a:lnTo>
                  <a:lnTo>
                    <a:pt x="9470136" y="6527800"/>
                  </a:lnTo>
                  <a:lnTo>
                    <a:pt x="9449764" y="6515100"/>
                  </a:lnTo>
                  <a:lnTo>
                    <a:pt x="9400591" y="6502399"/>
                  </a:lnTo>
                  <a:lnTo>
                    <a:pt x="9380220" y="6489699"/>
                  </a:lnTo>
                  <a:lnTo>
                    <a:pt x="9376003" y="6464299"/>
                  </a:lnTo>
                  <a:lnTo>
                    <a:pt x="9363344" y="6464299"/>
                  </a:lnTo>
                  <a:lnTo>
                    <a:pt x="9342233" y="6451599"/>
                  </a:lnTo>
                  <a:lnTo>
                    <a:pt x="9312656" y="6438899"/>
                  </a:lnTo>
                  <a:close/>
                </a:path>
                <a:path w="12192000" h="6845300">
                  <a:moveTo>
                    <a:pt x="9819735" y="6327869"/>
                  </a:moveTo>
                  <a:lnTo>
                    <a:pt x="9863826" y="6349999"/>
                  </a:lnTo>
                  <a:lnTo>
                    <a:pt x="9897618" y="6375399"/>
                  </a:lnTo>
                  <a:lnTo>
                    <a:pt x="9927204" y="6388099"/>
                  </a:lnTo>
                  <a:lnTo>
                    <a:pt x="9961652" y="6413499"/>
                  </a:lnTo>
                  <a:lnTo>
                    <a:pt x="10000422" y="6426199"/>
                  </a:lnTo>
                  <a:lnTo>
                    <a:pt x="10042975" y="6451599"/>
                  </a:lnTo>
                  <a:lnTo>
                    <a:pt x="10088768" y="6476999"/>
                  </a:lnTo>
                  <a:lnTo>
                    <a:pt x="10137263" y="6489699"/>
                  </a:lnTo>
                  <a:lnTo>
                    <a:pt x="10187920" y="6515100"/>
                  </a:lnTo>
                  <a:lnTo>
                    <a:pt x="10240196" y="6527800"/>
                  </a:lnTo>
                  <a:lnTo>
                    <a:pt x="10347452" y="6578600"/>
                  </a:lnTo>
                  <a:lnTo>
                    <a:pt x="10297244" y="6553200"/>
                  </a:lnTo>
                  <a:lnTo>
                    <a:pt x="10250745" y="6527800"/>
                  </a:lnTo>
                  <a:lnTo>
                    <a:pt x="10206656" y="6502399"/>
                  </a:lnTo>
                  <a:lnTo>
                    <a:pt x="10163680" y="6489699"/>
                  </a:lnTo>
                  <a:lnTo>
                    <a:pt x="10120520" y="6464299"/>
                  </a:lnTo>
                  <a:lnTo>
                    <a:pt x="10075878" y="6438899"/>
                  </a:lnTo>
                  <a:lnTo>
                    <a:pt x="10028459" y="6413499"/>
                  </a:lnTo>
                  <a:lnTo>
                    <a:pt x="9976964" y="6388099"/>
                  </a:lnTo>
                  <a:lnTo>
                    <a:pt x="9920097" y="6375399"/>
                  </a:lnTo>
                  <a:lnTo>
                    <a:pt x="9885953" y="6349999"/>
                  </a:lnTo>
                  <a:lnTo>
                    <a:pt x="9849739" y="6337299"/>
                  </a:lnTo>
                  <a:lnTo>
                    <a:pt x="9819735" y="6327869"/>
                  </a:lnTo>
                  <a:close/>
                </a:path>
                <a:path w="12192000" h="6845300">
                  <a:moveTo>
                    <a:pt x="12192000" y="5397499"/>
                  </a:moveTo>
                  <a:lnTo>
                    <a:pt x="7378192" y="5397499"/>
                  </a:lnTo>
                  <a:lnTo>
                    <a:pt x="7381704" y="5410199"/>
                  </a:lnTo>
                  <a:lnTo>
                    <a:pt x="7387357" y="5419491"/>
                  </a:lnTo>
                  <a:lnTo>
                    <a:pt x="7400671" y="5422899"/>
                  </a:lnTo>
                  <a:lnTo>
                    <a:pt x="7441800" y="5448299"/>
                  </a:lnTo>
                  <a:lnTo>
                    <a:pt x="7484008" y="5460999"/>
                  </a:lnTo>
                  <a:lnTo>
                    <a:pt x="7570576" y="5511799"/>
                  </a:lnTo>
                  <a:lnTo>
                    <a:pt x="7614396" y="5524499"/>
                  </a:lnTo>
                  <a:lnTo>
                    <a:pt x="7744749" y="5600699"/>
                  </a:lnTo>
                  <a:lnTo>
                    <a:pt x="7786930" y="5626099"/>
                  </a:lnTo>
                  <a:lnTo>
                    <a:pt x="7828026" y="5651499"/>
                  </a:lnTo>
                  <a:lnTo>
                    <a:pt x="7920863" y="5676899"/>
                  </a:lnTo>
                  <a:lnTo>
                    <a:pt x="7968854" y="5702299"/>
                  </a:lnTo>
                  <a:lnTo>
                    <a:pt x="8017401" y="5714999"/>
                  </a:lnTo>
                  <a:lnTo>
                    <a:pt x="8114679" y="5765799"/>
                  </a:lnTo>
                  <a:lnTo>
                    <a:pt x="8162670" y="5778499"/>
                  </a:lnTo>
                  <a:lnTo>
                    <a:pt x="8209736" y="5803899"/>
                  </a:lnTo>
                  <a:lnTo>
                    <a:pt x="8255508" y="5829299"/>
                  </a:lnTo>
                  <a:lnTo>
                    <a:pt x="8303696" y="5854699"/>
                  </a:lnTo>
                  <a:lnTo>
                    <a:pt x="8351835" y="5867399"/>
                  </a:lnTo>
                  <a:lnTo>
                    <a:pt x="8399876" y="5892799"/>
                  </a:lnTo>
                  <a:lnTo>
                    <a:pt x="8447769" y="5905499"/>
                  </a:lnTo>
                  <a:lnTo>
                    <a:pt x="8590073" y="5981699"/>
                  </a:lnTo>
                  <a:lnTo>
                    <a:pt x="8636885" y="5994399"/>
                  </a:lnTo>
                  <a:lnTo>
                    <a:pt x="8729280" y="6045199"/>
                  </a:lnTo>
                  <a:lnTo>
                    <a:pt x="8774765" y="6057899"/>
                  </a:lnTo>
                  <a:lnTo>
                    <a:pt x="8864064" y="6108699"/>
                  </a:lnTo>
                  <a:lnTo>
                    <a:pt x="8907780" y="6121399"/>
                  </a:lnTo>
                  <a:lnTo>
                    <a:pt x="8945381" y="6146799"/>
                  </a:lnTo>
                  <a:lnTo>
                    <a:pt x="8989329" y="6172199"/>
                  </a:lnTo>
                  <a:lnTo>
                    <a:pt x="9037492" y="6197599"/>
                  </a:lnTo>
                  <a:lnTo>
                    <a:pt x="9087739" y="6210299"/>
                  </a:lnTo>
                  <a:lnTo>
                    <a:pt x="9124035" y="6235699"/>
                  </a:lnTo>
                  <a:lnTo>
                    <a:pt x="9164783" y="6248399"/>
                  </a:lnTo>
                  <a:lnTo>
                    <a:pt x="9209037" y="6273799"/>
                  </a:lnTo>
                  <a:lnTo>
                    <a:pt x="9255854" y="6299199"/>
                  </a:lnTo>
                  <a:lnTo>
                    <a:pt x="9304289" y="6311899"/>
                  </a:lnTo>
                  <a:lnTo>
                    <a:pt x="9402239" y="6362699"/>
                  </a:lnTo>
                  <a:lnTo>
                    <a:pt x="9449865" y="6388099"/>
                  </a:lnTo>
                  <a:lnTo>
                    <a:pt x="9495333" y="6413499"/>
                  </a:lnTo>
                  <a:lnTo>
                    <a:pt x="9537700" y="6438899"/>
                  </a:lnTo>
                  <a:lnTo>
                    <a:pt x="9565800" y="6451599"/>
                  </a:lnTo>
                  <a:lnTo>
                    <a:pt x="9610772" y="6476999"/>
                  </a:lnTo>
                  <a:lnTo>
                    <a:pt x="9717659" y="6527800"/>
                  </a:lnTo>
                  <a:lnTo>
                    <a:pt x="9712370" y="6502399"/>
                  </a:lnTo>
                  <a:lnTo>
                    <a:pt x="9675447" y="6489699"/>
                  </a:lnTo>
                  <a:lnTo>
                    <a:pt x="9625879" y="6464299"/>
                  </a:lnTo>
                  <a:lnTo>
                    <a:pt x="9582658" y="6438899"/>
                  </a:lnTo>
                  <a:lnTo>
                    <a:pt x="9608195" y="6426199"/>
                  </a:lnTo>
                  <a:lnTo>
                    <a:pt x="9768579" y="6426199"/>
                  </a:lnTo>
                  <a:lnTo>
                    <a:pt x="9756981" y="6413499"/>
                  </a:lnTo>
                  <a:lnTo>
                    <a:pt x="9725332" y="6388099"/>
                  </a:lnTo>
                  <a:lnTo>
                    <a:pt x="9630852" y="6388099"/>
                  </a:lnTo>
                  <a:lnTo>
                    <a:pt x="9582658" y="6375399"/>
                  </a:lnTo>
                  <a:lnTo>
                    <a:pt x="9533078" y="6349999"/>
                  </a:lnTo>
                  <a:lnTo>
                    <a:pt x="9506727" y="6337299"/>
                  </a:lnTo>
                  <a:lnTo>
                    <a:pt x="9484592" y="6324599"/>
                  </a:lnTo>
                  <a:lnTo>
                    <a:pt x="9447657" y="6299199"/>
                  </a:lnTo>
                  <a:lnTo>
                    <a:pt x="9465238" y="6286499"/>
                  </a:lnTo>
                  <a:lnTo>
                    <a:pt x="9611825" y="6286499"/>
                  </a:lnTo>
                  <a:lnTo>
                    <a:pt x="9594081" y="6273799"/>
                  </a:lnTo>
                  <a:lnTo>
                    <a:pt x="9582631" y="6261099"/>
                  </a:lnTo>
                  <a:lnTo>
                    <a:pt x="9699133" y="6261099"/>
                  </a:lnTo>
                  <a:lnTo>
                    <a:pt x="9683482" y="6248399"/>
                  </a:lnTo>
                  <a:lnTo>
                    <a:pt x="9650095" y="6235699"/>
                  </a:lnTo>
                  <a:lnTo>
                    <a:pt x="9669412" y="6235699"/>
                  </a:lnTo>
                  <a:lnTo>
                    <a:pt x="9669764" y="6222999"/>
                  </a:lnTo>
                  <a:lnTo>
                    <a:pt x="9665900" y="6210299"/>
                  </a:lnTo>
                  <a:lnTo>
                    <a:pt x="9672574" y="6184899"/>
                  </a:lnTo>
                  <a:lnTo>
                    <a:pt x="12192000" y="6184899"/>
                  </a:lnTo>
                  <a:lnTo>
                    <a:pt x="12192000" y="5626099"/>
                  </a:lnTo>
                  <a:lnTo>
                    <a:pt x="12188487" y="5613399"/>
                  </a:lnTo>
                  <a:lnTo>
                    <a:pt x="12180760" y="5600699"/>
                  </a:lnTo>
                  <a:lnTo>
                    <a:pt x="12169521" y="5600699"/>
                  </a:lnTo>
                  <a:lnTo>
                    <a:pt x="12118943" y="5562599"/>
                  </a:lnTo>
                  <a:lnTo>
                    <a:pt x="12102084" y="5562599"/>
                  </a:lnTo>
                  <a:lnTo>
                    <a:pt x="12098200" y="5549899"/>
                  </a:lnTo>
                  <a:lnTo>
                    <a:pt x="12087971" y="5537199"/>
                  </a:lnTo>
                  <a:lnTo>
                    <a:pt x="12056999" y="5537199"/>
                  </a:lnTo>
                  <a:lnTo>
                    <a:pt x="12090790" y="5524499"/>
                  </a:lnTo>
                  <a:lnTo>
                    <a:pt x="12192000" y="5524499"/>
                  </a:lnTo>
                  <a:lnTo>
                    <a:pt x="12192000" y="5397499"/>
                  </a:lnTo>
                  <a:close/>
                </a:path>
                <a:path w="12192000" h="6845300">
                  <a:moveTo>
                    <a:pt x="5162751" y="6401579"/>
                  </a:moveTo>
                  <a:lnTo>
                    <a:pt x="5208632" y="6426199"/>
                  </a:lnTo>
                  <a:lnTo>
                    <a:pt x="5257052" y="6451599"/>
                  </a:lnTo>
                  <a:lnTo>
                    <a:pt x="5308727" y="6489699"/>
                  </a:lnTo>
                  <a:lnTo>
                    <a:pt x="5288069" y="6464299"/>
                  </a:lnTo>
                  <a:lnTo>
                    <a:pt x="5250876" y="6438899"/>
                  </a:lnTo>
                  <a:lnTo>
                    <a:pt x="5205417" y="6413499"/>
                  </a:lnTo>
                  <a:lnTo>
                    <a:pt x="5162751" y="6401579"/>
                  </a:lnTo>
                  <a:close/>
                </a:path>
                <a:path w="12192000" h="6845300">
                  <a:moveTo>
                    <a:pt x="6841476" y="6464299"/>
                  </a:moveTo>
                  <a:lnTo>
                    <a:pt x="6808460" y="6464299"/>
                  </a:lnTo>
                  <a:lnTo>
                    <a:pt x="6838315" y="6489699"/>
                  </a:lnTo>
                  <a:lnTo>
                    <a:pt x="6847798" y="6476999"/>
                  </a:lnTo>
                  <a:lnTo>
                    <a:pt x="6846744" y="6476999"/>
                  </a:lnTo>
                  <a:lnTo>
                    <a:pt x="6841476" y="6464299"/>
                  </a:lnTo>
                  <a:close/>
                </a:path>
                <a:path w="12192000" h="6845300">
                  <a:moveTo>
                    <a:pt x="6563568" y="5422899"/>
                  </a:moveTo>
                  <a:lnTo>
                    <a:pt x="4678807" y="5422899"/>
                  </a:lnTo>
                  <a:lnTo>
                    <a:pt x="4727544" y="5435599"/>
                  </a:lnTo>
                  <a:lnTo>
                    <a:pt x="4773382" y="5460999"/>
                  </a:lnTo>
                  <a:lnTo>
                    <a:pt x="4817636" y="5486399"/>
                  </a:lnTo>
                  <a:lnTo>
                    <a:pt x="4861623" y="5499099"/>
                  </a:lnTo>
                  <a:lnTo>
                    <a:pt x="4906657" y="5524499"/>
                  </a:lnTo>
                  <a:lnTo>
                    <a:pt x="4954055" y="5537199"/>
                  </a:lnTo>
                  <a:lnTo>
                    <a:pt x="5005132" y="5562599"/>
                  </a:lnTo>
                  <a:lnTo>
                    <a:pt x="5061204" y="5575299"/>
                  </a:lnTo>
                  <a:lnTo>
                    <a:pt x="5153053" y="5626099"/>
                  </a:lnTo>
                  <a:lnTo>
                    <a:pt x="5376872" y="5753099"/>
                  </a:lnTo>
                  <a:lnTo>
                    <a:pt x="5421169" y="5765799"/>
                  </a:lnTo>
                  <a:lnTo>
                    <a:pt x="5509825" y="5816599"/>
                  </a:lnTo>
                  <a:lnTo>
                    <a:pt x="5554316" y="5829299"/>
                  </a:lnTo>
                  <a:lnTo>
                    <a:pt x="5643974" y="5880111"/>
                  </a:lnTo>
                  <a:lnTo>
                    <a:pt x="5689232" y="5905499"/>
                  </a:lnTo>
                  <a:lnTo>
                    <a:pt x="5734905" y="5918199"/>
                  </a:lnTo>
                  <a:lnTo>
                    <a:pt x="5781040" y="5943599"/>
                  </a:lnTo>
                  <a:lnTo>
                    <a:pt x="5801431" y="5943599"/>
                  </a:lnTo>
                  <a:lnTo>
                    <a:pt x="5850691" y="5956299"/>
                  </a:lnTo>
                  <a:lnTo>
                    <a:pt x="5871083" y="5968999"/>
                  </a:lnTo>
                  <a:lnTo>
                    <a:pt x="5884429" y="5981699"/>
                  </a:lnTo>
                  <a:lnTo>
                    <a:pt x="5916041" y="5981699"/>
                  </a:lnTo>
                  <a:lnTo>
                    <a:pt x="5965695" y="6007099"/>
                  </a:lnTo>
                  <a:lnTo>
                    <a:pt x="6060764" y="6057899"/>
                  </a:lnTo>
                  <a:lnTo>
                    <a:pt x="6200719" y="6134099"/>
                  </a:lnTo>
                  <a:lnTo>
                    <a:pt x="6248783" y="6146799"/>
                  </a:lnTo>
                  <a:lnTo>
                    <a:pt x="6298438" y="6172199"/>
                  </a:lnTo>
                  <a:lnTo>
                    <a:pt x="6344147" y="6184899"/>
                  </a:lnTo>
                  <a:lnTo>
                    <a:pt x="6483855" y="6261099"/>
                  </a:lnTo>
                  <a:lnTo>
                    <a:pt x="6528814" y="6286499"/>
                  </a:lnTo>
                  <a:lnTo>
                    <a:pt x="6571732" y="6299199"/>
                  </a:lnTo>
                  <a:lnTo>
                    <a:pt x="6611869" y="6324599"/>
                  </a:lnTo>
                  <a:lnTo>
                    <a:pt x="6648484" y="6349999"/>
                  </a:lnTo>
                  <a:lnTo>
                    <a:pt x="6680834" y="6375399"/>
                  </a:lnTo>
                  <a:lnTo>
                    <a:pt x="6705090" y="6388099"/>
                  </a:lnTo>
                  <a:lnTo>
                    <a:pt x="6739905" y="6413499"/>
                  </a:lnTo>
                  <a:lnTo>
                    <a:pt x="6778936" y="6426199"/>
                  </a:lnTo>
                  <a:lnTo>
                    <a:pt x="6815835" y="6464299"/>
                  </a:lnTo>
                  <a:lnTo>
                    <a:pt x="6855878" y="6464299"/>
                  </a:lnTo>
                  <a:lnTo>
                    <a:pt x="6877669" y="6476999"/>
                  </a:lnTo>
                  <a:lnTo>
                    <a:pt x="6907912" y="6476999"/>
                  </a:lnTo>
                  <a:lnTo>
                    <a:pt x="6950836" y="6489699"/>
                  </a:lnTo>
                  <a:lnTo>
                    <a:pt x="6892868" y="6464299"/>
                  </a:lnTo>
                  <a:lnTo>
                    <a:pt x="6848944" y="6438899"/>
                  </a:lnTo>
                  <a:lnTo>
                    <a:pt x="6811500" y="6413499"/>
                  </a:lnTo>
                  <a:lnTo>
                    <a:pt x="6772971" y="6400799"/>
                  </a:lnTo>
                  <a:lnTo>
                    <a:pt x="6725793" y="6375399"/>
                  </a:lnTo>
                  <a:lnTo>
                    <a:pt x="6695586" y="6349999"/>
                  </a:lnTo>
                  <a:lnTo>
                    <a:pt x="6643604" y="6324599"/>
                  </a:lnTo>
                  <a:lnTo>
                    <a:pt x="6613398" y="6299199"/>
                  </a:lnTo>
                  <a:lnTo>
                    <a:pt x="6572324" y="6286499"/>
                  </a:lnTo>
                  <a:lnTo>
                    <a:pt x="6527330" y="6261099"/>
                  </a:lnTo>
                  <a:lnTo>
                    <a:pt x="6384505" y="6184899"/>
                  </a:lnTo>
                  <a:lnTo>
                    <a:pt x="6339511" y="6146799"/>
                  </a:lnTo>
                  <a:lnTo>
                    <a:pt x="6298438" y="6121399"/>
                  </a:lnTo>
                  <a:lnTo>
                    <a:pt x="6306867" y="6121399"/>
                  </a:lnTo>
                  <a:lnTo>
                    <a:pt x="6301599" y="6108699"/>
                  </a:lnTo>
                  <a:lnTo>
                    <a:pt x="6298438" y="6095999"/>
                  </a:lnTo>
                  <a:lnTo>
                    <a:pt x="6285793" y="6095999"/>
                  </a:lnTo>
                  <a:lnTo>
                    <a:pt x="6281578" y="6083299"/>
                  </a:lnTo>
                  <a:lnTo>
                    <a:pt x="6883273" y="6083299"/>
                  </a:lnTo>
                  <a:lnTo>
                    <a:pt x="6857984" y="6070599"/>
                  </a:lnTo>
                  <a:lnTo>
                    <a:pt x="6849554" y="6057899"/>
                  </a:lnTo>
                  <a:lnTo>
                    <a:pt x="6883273" y="6057899"/>
                  </a:lnTo>
                  <a:lnTo>
                    <a:pt x="6886082" y="6045199"/>
                  </a:lnTo>
                  <a:lnTo>
                    <a:pt x="6872033" y="6045199"/>
                  </a:lnTo>
                  <a:lnTo>
                    <a:pt x="6857984" y="6032499"/>
                  </a:lnTo>
                  <a:lnTo>
                    <a:pt x="6860794" y="6007099"/>
                  </a:lnTo>
                  <a:lnTo>
                    <a:pt x="6881805" y="6007099"/>
                  </a:lnTo>
                  <a:lnTo>
                    <a:pt x="6841649" y="5981699"/>
                  </a:lnTo>
                  <a:lnTo>
                    <a:pt x="6798722" y="5968999"/>
                  </a:lnTo>
                  <a:lnTo>
                    <a:pt x="6753763" y="5943599"/>
                  </a:lnTo>
                  <a:lnTo>
                    <a:pt x="6660716" y="5892799"/>
                  </a:lnTo>
                  <a:lnTo>
                    <a:pt x="6614111" y="5880099"/>
                  </a:lnTo>
                  <a:lnTo>
                    <a:pt x="6568440" y="5854699"/>
                  </a:lnTo>
                  <a:lnTo>
                    <a:pt x="6521301" y="5829299"/>
                  </a:lnTo>
                  <a:lnTo>
                    <a:pt x="6435548" y="5778499"/>
                  </a:lnTo>
                  <a:lnTo>
                    <a:pt x="6388481" y="5765799"/>
                  </a:lnTo>
                  <a:lnTo>
                    <a:pt x="6360308" y="5740399"/>
                  </a:lnTo>
                  <a:lnTo>
                    <a:pt x="6315313" y="5714999"/>
                  </a:lnTo>
                  <a:lnTo>
                    <a:pt x="6261911" y="5689599"/>
                  </a:lnTo>
                  <a:lnTo>
                    <a:pt x="6208522" y="5676899"/>
                  </a:lnTo>
                  <a:lnTo>
                    <a:pt x="7137961" y="5676899"/>
                  </a:lnTo>
                  <a:lnTo>
                    <a:pt x="7077680" y="5651499"/>
                  </a:lnTo>
                  <a:lnTo>
                    <a:pt x="6995795" y="5626099"/>
                  </a:lnTo>
                  <a:lnTo>
                    <a:pt x="6970245" y="5613399"/>
                  </a:lnTo>
                  <a:lnTo>
                    <a:pt x="6926335" y="5587999"/>
                  </a:lnTo>
                  <a:lnTo>
                    <a:pt x="6818007" y="5537199"/>
                  </a:lnTo>
                  <a:lnTo>
                    <a:pt x="6770878" y="5511799"/>
                  </a:lnTo>
                  <a:lnTo>
                    <a:pt x="6727672" y="5499099"/>
                  </a:lnTo>
                  <a:lnTo>
                    <a:pt x="6682624" y="5473699"/>
                  </a:lnTo>
                  <a:lnTo>
                    <a:pt x="6635999" y="5448299"/>
                  </a:lnTo>
                  <a:lnTo>
                    <a:pt x="6588061" y="5435599"/>
                  </a:lnTo>
                  <a:lnTo>
                    <a:pt x="6563568" y="5422899"/>
                  </a:lnTo>
                  <a:close/>
                </a:path>
                <a:path w="12192000" h="6845300">
                  <a:moveTo>
                    <a:pt x="6782117" y="6438899"/>
                  </a:moveTo>
                  <a:lnTo>
                    <a:pt x="6748399" y="6438899"/>
                  </a:lnTo>
                  <a:lnTo>
                    <a:pt x="6765609" y="6451599"/>
                  </a:lnTo>
                  <a:lnTo>
                    <a:pt x="6784927" y="6464299"/>
                  </a:lnTo>
                  <a:lnTo>
                    <a:pt x="6815835" y="6464299"/>
                  </a:lnTo>
                  <a:lnTo>
                    <a:pt x="6782117" y="6438899"/>
                  </a:lnTo>
                  <a:close/>
                </a:path>
                <a:path w="12192000" h="6845300">
                  <a:moveTo>
                    <a:pt x="9768579" y="6426199"/>
                  </a:moveTo>
                  <a:lnTo>
                    <a:pt x="9673320" y="6426199"/>
                  </a:lnTo>
                  <a:lnTo>
                    <a:pt x="9728027" y="6438899"/>
                  </a:lnTo>
                  <a:lnTo>
                    <a:pt x="9807575" y="6464299"/>
                  </a:lnTo>
                  <a:lnTo>
                    <a:pt x="9780176" y="6438899"/>
                  </a:lnTo>
                  <a:lnTo>
                    <a:pt x="9768579" y="6426199"/>
                  </a:lnTo>
                  <a:close/>
                </a:path>
                <a:path w="12192000" h="6845300">
                  <a:moveTo>
                    <a:pt x="9340865" y="6388099"/>
                  </a:moveTo>
                  <a:lnTo>
                    <a:pt x="9290177" y="6388099"/>
                  </a:lnTo>
                  <a:lnTo>
                    <a:pt x="9294042" y="6400799"/>
                  </a:lnTo>
                  <a:lnTo>
                    <a:pt x="9304242" y="6413499"/>
                  </a:lnTo>
                  <a:lnTo>
                    <a:pt x="9335262" y="6413499"/>
                  </a:lnTo>
                  <a:lnTo>
                    <a:pt x="9340865" y="6388099"/>
                  </a:lnTo>
                  <a:close/>
                </a:path>
                <a:path w="12192000" h="6845300">
                  <a:moveTo>
                    <a:pt x="5159125" y="6400230"/>
                  </a:moveTo>
                  <a:lnTo>
                    <a:pt x="5159960" y="6400799"/>
                  </a:lnTo>
                  <a:lnTo>
                    <a:pt x="5162751" y="6401579"/>
                  </a:lnTo>
                  <a:lnTo>
                    <a:pt x="5161298" y="6400799"/>
                  </a:lnTo>
                  <a:lnTo>
                    <a:pt x="5159125" y="6400230"/>
                  </a:lnTo>
                  <a:close/>
                </a:path>
                <a:path w="12192000" h="6845300">
                  <a:moveTo>
                    <a:pt x="4566412" y="6007099"/>
                  </a:moveTo>
                  <a:lnTo>
                    <a:pt x="4273931" y="6007099"/>
                  </a:lnTo>
                  <a:lnTo>
                    <a:pt x="4282362" y="6032499"/>
                  </a:lnTo>
                  <a:lnTo>
                    <a:pt x="4307665" y="6057899"/>
                  </a:lnTo>
                  <a:lnTo>
                    <a:pt x="4349851" y="6057899"/>
                  </a:lnTo>
                  <a:lnTo>
                    <a:pt x="4408932" y="6083299"/>
                  </a:lnTo>
                  <a:lnTo>
                    <a:pt x="4442299" y="6095999"/>
                  </a:lnTo>
                  <a:lnTo>
                    <a:pt x="4473559" y="6108699"/>
                  </a:lnTo>
                  <a:lnTo>
                    <a:pt x="4500604" y="6134099"/>
                  </a:lnTo>
                  <a:lnTo>
                    <a:pt x="4521327" y="6146799"/>
                  </a:lnTo>
                  <a:lnTo>
                    <a:pt x="4542123" y="6146799"/>
                  </a:lnTo>
                  <a:lnTo>
                    <a:pt x="4569206" y="6159499"/>
                  </a:lnTo>
                  <a:lnTo>
                    <a:pt x="4600479" y="6159499"/>
                  </a:lnTo>
                  <a:lnTo>
                    <a:pt x="4633849" y="6172199"/>
                  </a:lnTo>
                  <a:lnTo>
                    <a:pt x="4634200" y="6184899"/>
                  </a:lnTo>
                  <a:lnTo>
                    <a:pt x="4656328" y="6184899"/>
                  </a:lnTo>
                  <a:lnTo>
                    <a:pt x="4699370" y="6210299"/>
                  </a:lnTo>
                  <a:lnTo>
                    <a:pt x="4746711" y="6222999"/>
                  </a:lnTo>
                  <a:lnTo>
                    <a:pt x="4797282" y="6248399"/>
                  </a:lnTo>
                  <a:lnTo>
                    <a:pt x="4903851" y="6299199"/>
                  </a:lnTo>
                  <a:lnTo>
                    <a:pt x="4941081" y="6324599"/>
                  </a:lnTo>
                  <a:lnTo>
                    <a:pt x="5023973" y="6349999"/>
                  </a:lnTo>
                  <a:lnTo>
                    <a:pt x="5061204" y="6375399"/>
                  </a:lnTo>
                  <a:lnTo>
                    <a:pt x="5112878" y="6388099"/>
                  </a:lnTo>
                  <a:lnTo>
                    <a:pt x="5159125" y="6400230"/>
                  </a:lnTo>
                  <a:lnTo>
                    <a:pt x="5122773" y="6375399"/>
                  </a:lnTo>
                  <a:lnTo>
                    <a:pt x="5102127" y="6362699"/>
                  </a:lnTo>
                  <a:lnTo>
                    <a:pt x="5106289" y="6349999"/>
                  </a:lnTo>
                  <a:lnTo>
                    <a:pt x="5119284" y="6349999"/>
                  </a:lnTo>
                  <a:lnTo>
                    <a:pt x="5125958" y="6337299"/>
                  </a:lnTo>
                  <a:lnTo>
                    <a:pt x="5128416" y="6324599"/>
                  </a:lnTo>
                  <a:lnTo>
                    <a:pt x="5125958" y="6311899"/>
                  </a:lnTo>
                  <a:lnTo>
                    <a:pt x="5119284" y="6311899"/>
                  </a:lnTo>
                  <a:lnTo>
                    <a:pt x="5106289" y="6299199"/>
                  </a:lnTo>
                  <a:lnTo>
                    <a:pt x="5072145" y="6299199"/>
                  </a:lnTo>
                  <a:lnTo>
                    <a:pt x="5035931" y="6286499"/>
                  </a:lnTo>
                  <a:lnTo>
                    <a:pt x="4995525" y="6273799"/>
                  </a:lnTo>
                  <a:lnTo>
                    <a:pt x="4948809" y="6261099"/>
                  </a:lnTo>
                  <a:lnTo>
                    <a:pt x="4944945" y="6248399"/>
                  </a:lnTo>
                  <a:lnTo>
                    <a:pt x="4934759" y="6248399"/>
                  </a:lnTo>
                  <a:lnTo>
                    <a:pt x="4920359" y="6235699"/>
                  </a:lnTo>
                  <a:lnTo>
                    <a:pt x="4887269" y="6235699"/>
                  </a:lnTo>
                  <a:lnTo>
                    <a:pt x="4872831" y="6222999"/>
                  </a:lnTo>
                  <a:lnTo>
                    <a:pt x="4862631" y="6210299"/>
                  </a:lnTo>
                  <a:lnTo>
                    <a:pt x="4858766" y="6210299"/>
                  </a:lnTo>
                  <a:lnTo>
                    <a:pt x="4803577" y="6184899"/>
                  </a:lnTo>
                  <a:lnTo>
                    <a:pt x="4753096" y="6159499"/>
                  </a:lnTo>
                  <a:lnTo>
                    <a:pt x="4706540" y="6121399"/>
                  </a:lnTo>
                  <a:lnTo>
                    <a:pt x="4663128" y="6095999"/>
                  </a:lnTo>
                  <a:lnTo>
                    <a:pt x="4622077" y="6070599"/>
                  </a:lnTo>
                  <a:lnTo>
                    <a:pt x="4582606" y="6057899"/>
                  </a:lnTo>
                  <a:lnTo>
                    <a:pt x="4543933" y="6032499"/>
                  </a:lnTo>
                  <a:lnTo>
                    <a:pt x="4593457" y="6032499"/>
                  </a:lnTo>
                  <a:lnTo>
                    <a:pt x="4566412" y="6007099"/>
                  </a:lnTo>
                  <a:close/>
                </a:path>
                <a:path w="12192000" h="6845300">
                  <a:moveTo>
                    <a:pt x="8967894" y="6375399"/>
                  </a:moveTo>
                  <a:lnTo>
                    <a:pt x="8954547" y="6375399"/>
                  </a:lnTo>
                  <a:lnTo>
                    <a:pt x="8975344" y="6388099"/>
                  </a:lnTo>
                  <a:lnTo>
                    <a:pt x="8997823" y="6388099"/>
                  </a:lnTo>
                  <a:lnTo>
                    <a:pt x="8967894" y="6375399"/>
                  </a:lnTo>
                  <a:close/>
                </a:path>
                <a:path w="12192000" h="6845300">
                  <a:moveTo>
                    <a:pt x="9312656" y="6375399"/>
                  </a:moveTo>
                  <a:lnTo>
                    <a:pt x="9290177" y="6375399"/>
                  </a:lnTo>
                  <a:lnTo>
                    <a:pt x="9287015" y="6388099"/>
                  </a:lnTo>
                  <a:lnTo>
                    <a:pt x="9335208" y="6388099"/>
                  </a:lnTo>
                  <a:lnTo>
                    <a:pt x="9312656" y="6375399"/>
                  </a:lnTo>
                  <a:close/>
                </a:path>
                <a:path w="12192000" h="6845300">
                  <a:moveTo>
                    <a:pt x="9672574" y="6375399"/>
                  </a:moveTo>
                  <a:lnTo>
                    <a:pt x="9656748" y="6375399"/>
                  </a:lnTo>
                  <a:lnTo>
                    <a:pt x="9653871" y="6388099"/>
                  </a:lnTo>
                  <a:lnTo>
                    <a:pt x="9725332" y="6388099"/>
                  </a:lnTo>
                  <a:lnTo>
                    <a:pt x="9672574" y="6375399"/>
                  </a:lnTo>
                  <a:close/>
                </a:path>
                <a:path w="12192000" h="6845300">
                  <a:moveTo>
                    <a:pt x="6500173" y="6362699"/>
                  </a:moveTo>
                  <a:lnTo>
                    <a:pt x="6425009" y="6362699"/>
                  </a:lnTo>
                  <a:lnTo>
                    <a:pt x="6448542" y="6375399"/>
                  </a:lnTo>
                  <a:lnTo>
                    <a:pt x="6478397" y="6375399"/>
                  </a:lnTo>
                  <a:lnTo>
                    <a:pt x="6500173" y="6362699"/>
                  </a:lnTo>
                  <a:close/>
                </a:path>
                <a:path w="12192000" h="6845300">
                  <a:moveTo>
                    <a:pt x="8570341" y="6184899"/>
                  </a:moveTo>
                  <a:lnTo>
                    <a:pt x="8587976" y="6210299"/>
                  </a:lnTo>
                  <a:lnTo>
                    <a:pt x="8609790" y="6222999"/>
                  </a:lnTo>
                  <a:lnTo>
                    <a:pt x="8640010" y="6235699"/>
                  </a:lnTo>
                  <a:lnTo>
                    <a:pt x="8682863" y="6261099"/>
                  </a:lnTo>
                  <a:lnTo>
                    <a:pt x="8729948" y="6273799"/>
                  </a:lnTo>
                  <a:lnTo>
                    <a:pt x="8772842" y="6299199"/>
                  </a:lnTo>
                  <a:lnTo>
                    <a:pt x="8815736" y="6311899"/>
                  </a:lnTo>
                  <a:lnTo>
                    <a:pt x="8862822" y="6349999"/>
                  </a:lnTo>
                  <a:lnTo>
                    <a:pt x="8896191" y="6362699"/>
                  </a:lnTo>
                  <a:lnTo>
                    <a:pt x="8927465" y="6375399"/>
                  </a:lnTo>
                  <a:lnTo>
                    <a:pt x="8944324" y="6375399"/>
                  </a:lnTo>
                  <a:lnTo>
                    <a:pt x="8924992" y="6362699"/>
                  </a:lnTo>
                  <a:lnTo>
                    <a:pt x="8907780" y="6349999"/>
                  </a:lnTo>
                  <a:lnTo>
                    <a:pt x="8988511" y="6349999"/>
                  </a:lnTo>
                  <a:lnTo>
                    <a:pt x="8966575" y="6337299"/>
                  </a:lnTo>
                  <a:lnTo>
                    <a:pt x="8879875" y="6299199"/>
                  </a:lnTo>
                  <a:lnTo>
                    <a:pt x="8840343" y="6299199"/>
                  </a:lnTo>
                  <a:lnTo>
                    <a:pt x="8795226" y="6286499"/>
                  </a:lnTo>
                  <a:lnTo>
                    <a:pt x="8790949" y="6284123"/>
                  </a:lnTo>
                  <a:lnTo>
                    <a:pt x="8764365" y="6273799"/>
                  </a:lnTo>
                  <a:lnTo>
                    <a:pt x="8735901" y="6261099"/>
                  </a:lnTo>
                  <a:lnTo>
                    <a:pt x="8705342" y="6261099"/>
                  </a:lnTo>
                  <a:lnTo>
                    <a:pt x="8687427" y="6235699"/>
                  </a:lnTo>
                  <a:lnTo>
                    <a:pt x="8663178" y="6222999"/>
                  </a:lnTo>
                  <a:lnTo>
                    <a:pt x="8626260" y="6210299"/>
                  </a:lnTo>
                  <a:lnTo>
                    <a:pt x="8570341" y="6184899"/>
                  </a:lnTo>
                  <a:close/>
                </a:path>
                <a:path w="12192000" h="6845300">
                  <a:moveTo>
                    <a:pt x="8954898" y="6261099"/>
                  </a:moveTo>
                  <a:lnTo>
                    <a:pt x="8832264" y="6261099"/>
                  </a:lnTo>
                  <a:lnTo>
                    <a:pt x="8871251" y="6273799"/>
                  </a:lnTo>
                  <a:lnTo>
                    <a:pt x="8906023" y="6286499"/>
                  </a:lnTo>
                  <a:lnTo>
                    <a:pt x="9027227" y="6349999"/>
                  </a:lnTo>
                  <a:lnTo>
                    <a:pt x="9076689" y="6362699"/>
                  </a:lnTo>
                  <a:lnTo>
                    <a:pt x="9179523" y="6362699"/>
                  </a:lnTo>
                  <a:lnTo>
                    <a:pt x="9233677" y="6375399"/>
                  </a:lnTo>
                  <a:lnTo>
                    <a:pt x="9381019" y="6375399"/>
                  </a:lnTo>
                  <a:lnTo>
                    <a:pt x="9384061" y="6362699"/>
                  </a:lnTo>
                  <a:lnTo>
                    <a:pt x="9357741" y="6349999"/>
                  </a:lnTo>
                  <a:lnTo>
                    <a:pt x="9317626" y="6337299"/>
                  </a:lnTo>
                  <a:lnTo>
                    <a:pt x="9138562" y="6337299"/>
                  </a:lnTo>
                  <a:lnTo>
                    <a:pt x="9018637" y="6299199"/>
                  </a:lnTo>
                  <a:lnTo>
                    <a:pt x="8975344" y="6286499"/>
                  </a:lnTo>
                  <a:lnTo>
                    <a:pt x="8954898" y="6261099"/>
                  </a:lnTo>
                  <a:close/>
                </a:path>
                <a:path w="12192000" h="6845300">
                  <a:moveTo>
                    <a:pt x="5778230" y="6045199"/>
                  </a:moveTo>
                  <a:lnTo>
                    <a:pt x="5756102" y="6045199"/>
                  </a:lnTo>
                  <a:lnTo>
                    <a:pt x="5736082" y="6057899"/>
                  </a:lnTo>
                  <a:lnTo>
                    <a:pt x="5772985" y="6070599"/>
                  </a:lnTo>
                  <a:lnTo>
                    <a:pt x="5815283" y="6095999"/>
                  </a:lnTo>
                  <a:lnTo>
                    <a:pt x="5861625" y="6108699"/>
                  </a:lnTo>
                  <a:lnTo>
                    <a:pt x="5910663" y="6134099"/>
                  </a:lnTo>
                  <a:lnTo>
                    <a:pt x="6011426" y="6159499"/>
                  </a:lnTo>
                  <a:lnTo>
                    <a:pt x="6060452" y="6184899"/>
                  </a:lnTo>
                  <a:lnTo>
                    <a:pt x="6106775" y="6197599"/>
                  </a:lnTo>
                  <a:lnTo>
                    <a:pt x="6149046" y="6210299"/>
                  </a:lnTo>
                  <a:lnTo>
                    <a:pt x="6185916" y="6235699"/>
                  </a:lnTo>
                  <a:lnTo>
                    <a:pt x="6215651" y="6261099"/>
                  </a:lnTo>
                  <a:lnTo>
                    <a:pt x="6250763" y="6286499"/>
                  </a:lnTo>
                  <a:lnTo>
                    <a:pt x="6291264" y="6299199"/>
                  </a:lnTo>
                  <a:lnTo>
                    <a:pt x="6337165" y="6324599"/>
                  </a:lnTo>
                  <a:lnTo>
                    <a:pt x="6388481" y="6349999"/>
                  </a:lnTo>
                  <a:lnTo>
                    <a:pt x="6405691" y="6362699"/>
                  </a:lnTo>
                  <a:lnTo>
                    <a:pt x="6500876" y="6362699"/>
                  </a:lnTo>
                  <a:lnTo>
                    <a:pt x="6484719" y="6349999"/>
                  </a:lnTo>
                  <a:lnTo>
                    <a:pt x="6455918" y="6349999"/>
                  </a:lnTo>
                  <a:lnTo>
                    <a:pt x="6417931" y="6324599"/>
                  </a:lnTo>
                  <a:lnTo>
                    <a:pt x="6422151" y="6311899"/>
                  </a:lnTo>
                  <a:lnTo>
                    <a:pt x="6443255" y="6311899"/>
                  </a:lnTo>
                  <a:lnTo>
                    <a:pt x="6455918" y="6299199"/>
                  </a:lnTo>
                  <a:lnTo>
                    <a:pt x="6473126" y="6299199"/>
                  </a:lnTo>
                  <a:lnTo>
                    <a:pt x="6447472" y="6286499"/>
                  </a:lnTo>
                  <a:lnTo>
                    <a:pt x="6365875" y="6286499"/>
                  </a:lnTo>
                  <a:lnTo>
                    <a:pt x="6326185" y="6273799"/>
                  </a:lnTo>
                  <a:lnTo>
                    <a:pt x="6301247" y="6261099"/>
                  </a:lnTo>
                  <a:lnTo>
                    <a:pt x="6280525" y="6248399"/>
                  </a:lnTo>
                  <a:lnTo>
                    <a:pt x="6253480" y="6235699"/>
                  </a:lnTo>
                  <a:lnTo>
                    <a:pt x="6197670" y="6210299"/>
                  </a:lnTo>
                  <a:lnTo>
                    <a:pt x="6158069" y="6184899"/>
                  </a:lnTo>
                  <a:lnTo>
                    <a:pt x="6123882" y="6172199"/>
                  </a:lnTo>
                  <a:lnTo>
                    <a:pt x="6084311" y="6146799"/>
                  </a:lnTo>
                  <a:lnTo>
                    <a:pt x="6028563" y="6121399"/>
                  </a:lnTo>
                  <a:lnTo>
                    <a:pt x="5961014" y="6083299"/>
                  </a:lnTo>
                  <a:lnTo>
                    <a:pt x="5893562" y="6057899"/>
                  </a:lnTo>
                  <a:lnTo>
                    <a:pt x="5796143" y="6057899"/>
                  </a:lnTo>
                  <a:lnTo>
                    <a:pt x="5778230" y="6045199"/>
                  </a:lnTo>
                  <a:close/>
                </a:path>
                <a:path w="12192000" h="6845300">
                  <a:moveTo>
                    <a:pt x="7144845" y="6235699"/>
                  </a:moveTo>
                  <a:lnTo>
                    <a:pt x="6847095" y="6235699"/>
                  </a:lnTo>
                  <a:lnTo>
                    <a:pt x="6829885" y="6248399"/>
                  </a:lnTo>
                  <a:lnTo>
                    <a:pt x="6816889" y="6248399"/>
                  </a:lnTo>
                  <a:lnTo>
                    <a:pt x="6793357" y="6261099"/>
                  </a:lnTo>
                  <a:lnTo>
                    <a:pt x="7018264" y="6324599"/>
                  </a:lnTo>
                  <a:lnTo>
                    <a:pt x="7063232" y="6349999"/>
                  </a:lnTo>
                  <a:lnTo>
                    <a:pt x="7046723" y="6337299"/>
                  </a:lnTo>
                  <a:lnTo>
                    <a:pt x="7032323" y="6311899"/>
                  </a:lnTo>
                  <a:lnTo>
                    <a:pt x="7022137" y="6299199"/>
                  </a:lnTo>
                  <a:lnTo>
                    <a:pt x="7018274" y="6286499"/>
                  </a:lnTo>
                  <a:lnTo>
                    <a:pt x="7153275" y="6286499"/>
                  </a:lnTo>
                  <a:lnTo>
                    <a:pt x="7141684" y="6248399"/>
                  </a:lnTo>
                  <a:lnTo>
                    <a:pt x="7144845" y="6235699"/>
                  </a:lnTo>
                  <a:close/>
                </a:path>
                <a:path w="12192000" h="6845300">
                  <a:moveTo>
                    <a:pt x="9273333" y="6324599"/>
                  </a:moveTo>
                  <a:lnTo>
                    <a:pt x="9222740" y="6324599"/>
                  </a:lnTo>
                  <a:lnTo>
                    <a:pt x="9179393" y="6337299"/>
                  </a:lnTo>
                  <a:lnTo>
                    <a:pt x="9317626" y="6337299"/>
                  </a:lnTo>
                  <a:lnTo>
                    <a:pt x="9273333" y="6324599"/>
                  </a:lnTo>
                  <a:close/>
                </a:path>
                <a:path w="12192000" h="6845300">
                  <a:moveTo>
                    <a:pt x="9762617" y="6299199"/>
                  </a:moveTo>
                  <a:lnTo>
                    <a:pt x="9809333" y="6324599"/>
                  </a:lnTo>
                  <a:lnTo>
                    <a:pt x="9819735" y="6327869"/>
                  </a:lnTo>
                  <a:lnTo>
                    <a:pt x="9762617" y="6299199"/>
                  </a:lnTo>
                  <a:close/>
                </a:path>
                <a:path w="12192000" h="6845300">
                  <a:moveTo>
                    <a:pt x="3574875" y="5511799"/>
                  </a:moveTo>
                  <a:lnTo>
                    <a:pt x="2991739" y="5511799"/>
                  </a:lnTo>
                  <a:lnTo>
                    <a:pt x="3043245" y="5537199"/>
                  </a:lnTo>
                  <a:lnTo>
                    <a:pt x="3093958" y="5549899"/>
                  </a:lnTo>
                  <a:lnTo>
                    <a:pt x="3192995" y="5600699"/>
                  </a:lnTo>
                  <a:lnTo>
                    <a:pt x="3241317" y="5613399"/>
                  </a:lnTo>
                  <a:lnTo>
                    <a:pt x="3288840" y="5638799"/>
                  </a:lnTo>
                  <a:lnTo>
                    <a:pt x="3381487" y="5689599"/>
                  </a:lnTo>
                  <a:lnTo>
                    <a:pt x="3426608" y="5702299"/>
                  </a:lnTo>
                  <a:lnTo>
                    <a:pt x="3470926" y="5727699"/>
                  </a:lnTo>
                  <a:lnTo>
                    <a:pt x="3514440" y="5753099"/>
                  </a:lnTo>
                  <a:lnTo>
                    <a:pt x="3557149" y="5778499"/>
                  </a:lnTo>
                  <a:lnTo>
                    <a:pt x="3599053" y="5803899"/>
                  </a:lnTo>
                  <a:lnTo>
                    <a:pt x="3633547" y="5829299"/>
                  </a:lnTo>
                  <a:lnTo>
                    <a:pt x="3672220" y="5841999"/>
                  </a:lnTo>
                  <a:lnTo>
                    <a:pt x="3719300" y="5854699"/>
                  </a:lnTo>
                  <a:lnTo>
                    <a:pt x="3779033" y="5880111"/>
                  </a:lnTo>
                  <a:lnTo>
                    <a:pt x="3801617" y="5892799"/>
                  </a:lnTo>
                  <a:lnTo>
                    <a:pt x="3835607" y="5918199"/>
                  </a:lnTo>
                  <a:lnTo>
                    <a:pt x="3879313" y="5930899"/>
                  </a:lnTo>
                  <a:lnTo>
                    <a:pt x="3926269" y="5956299"/>
                  </a:lnTo>
                  <a:lnTo>
                    <a:pt x="3970005" y="5981699"/>
                  </a:lnTo>
                  <a:lnTo>
                    <a:pt x="4004055" y="6007099"/>
                  </a:lnTo>
                  <a:lnTo>
                    <a:pt x="4041218" y="6032499"/>
                  </a:lnTo>
                  <a:lnTo>
                    <a:pt x="4084014" y="6057899"/>
                  </a:lnTo>
                  <a:lnTo>
                    <a:pt x="4130563" y="6083299"/>
                  </a:lnTo>
                  <a:lnTo>
                    <a:pt x="4227402" y="6121399"/>
                  </a:lnTo>
                  <a:lnTo>
                    <a:pt x="4273931" y="6146799"/>
                  </a:lnTo>
                  <a:lnTo>
                    <a:pt x="4329870" y="6172199"/>
                  </a:lnTo>
                  <a:lnTo>
                    <a:pt x="4383922" y="6197599"/>
                  </a:lnTo>
                  <a:lnTo>
                    <a:pt x="4434220" y="6222999"/>
                  </a:lnTo>
                  <a:lnTo>
                    <a:pt x="4478899" y="6248399"/>
                  </a:lnTo>
                  <a:lnTo>
                    <a:pt x="4516092" y="6273799"/>
                  </a:lnTo>
                  <a:lnTo>
                    <a:pt x="4543933" y="6299199"/>
                  </a:lnTo>
                  <a:lnTo>
                    <a:pt x="4560441" y="6311899"/>
                  </a:lnTo>
                  <a:lnTo>
                    <a:pt x="4574841" y="6324599"/>
                  </a:lnTo>
                  <a:lnTo>
                    <a:pt x="4656973" y="6324599"/>
                  </a:lnTo>
                  <a:lnTo>
                    <a:pt x="4650724" y="6311899"/>
                  </a:lnTo>
                  <a:lnTo>
                    <a:pt x="4646587" y="6299199"/>
                  </a:lnTo>
                  <a:lnTo>
                    <a:pt x="4638768" y="6286499"/>
                  </a:lnTo>
                  <a:lnTo>
                    <a:pt x="4621468" y="6273799"/>
                  </a:lnTo>
                  <a:lnTo>
                    <a:pt x="4588891" y="6261099"/>
                  </a:lnTo>
                  <a:lnTo>
                    <a:pt x="4560776" y="6222999"/>
                  </a:lnTo>
                  <a:lnTo>
                    <a:pt x="4538259" y="6210299"/>
                  </a:lnTo>
                  <a:lnTo>
                    <a:pt x="4498848" y="6184899"/>
                  </a:lnTo>
                  <a:lnTo>
                    <a:pt x="4445089" y="6172199"/>
                  </a:lnTo>
                  <a:lnTo>
                    <a:pt x="4389199" y="6146799"/>
                  </a:lnTo>
                  <a:lnTo>
                    <a:pt x="4337524" y="6121399"/>
                  </a:lnTo>
                  <a:lnTo>
                    <a:pt x="4296410" y="6095999"/>
                  </a:lnTo>
                  <a:lnTo>
                    <a:pt x="4266203" y="6083299"/>
                  </a:lnTo>
                  <a:lnTo>
                    <a:pt x="4184015" y="6083299"/>
                  </a:lnTo>
                  <a:lnTo>
                    <a:pt x="4189985" y="6057899"/>
                  </a:lnTo>
                  <a:lnTo>
                    <a:pt x="4198064" y="6057899"/>
                  </a:lnTo>
                  <a:lnTo>
                    <a:pt x="4193498" y="6045199"/>
                  </a:lnTo>
                  <a:lnTo>
                    <a:pt x="4161536" y="6032499"/>
                  </a:lnTo>
                  <a:lnTo>
                    <a:pt x="4147466" y="6019799"/>
                  </a:lnTo>
                  <a:lnTo>
                    <a:pt x="4085562" y="5981699"/>
                  </a:lnTo>
                  <a:lnTo>
                    <a:pt x="4071492" y="5968999"/>
                  </a:lnTo>
                  <a:lnTo>
                    <a:pt x="4116451" y="5968999"/>
                  </a:lnTo>
                  <a:lnTo>
                    <a:pt x="4122070" y="5956299"/>
                  </a:lnTo>
                  <a:lnTo>
                    <a:pt x="4119260" y="5956299"/>
                  </a:lnTo>
                  <a:lnTo>
                    <a:pt x="4116451" y="5943599"/>
                  </a:lnTo>
                  <a:lnTo>
                    <a:pt x="4341368" y="5943599"/>
                  </a:lnTo>
                  <a:lnTo>
                    <a:pt x="4333640" y="5930899"/>
                  </a:lnTo>
                  <a:lnTo>
                    <a:pt x="4313269" y="5905499"/>
                  </a:lnTo>
                  <a:lnTo>
                    <a:pt x="4284468" y="5905499"/>
                  </a:lnTo>
                  <a:lnTo>
                    <a:pt x="4251452" y="5892799"/>
                  </a:lnTo>
                  <a:lnTo>
                    <a:pt x="4213147" y="5880099"/>
                  </a:lnTo>
                  <a:lnTo>
                    <a:pt x="4173369" y="5854699"/>
                  </a:lnTo>
                  <a:lnTo>
                    <a:pt x="4132302" y="5829299"/>
                  </a:lnTo>
                  <a:lnTo>
                    <a:pt x="4090128" y="5803899"/>
                  </a:lnTo>
                  <a:lnTo>
                    <a:pt x="4047029" y="5778499"/>
                  </a:lnTo>
                  <a:lnTo>
                    <a:pt x="4003190" y="5765799"/>
                  </a:lnTo>
                  <a:lnTo>
                    <a:pt x="3869054" y="5689599"/>
                  </a:lnTo>
                  <a:lnTo>
                    <a:pt x="3830557" y="5664199"/>
                  </a:lnTo>
                  <a:lnTo>
                    <a:pt x="3793121" y="5638799"/>
                  </a:lnTo>
                  <a:lnTo>
                    <a:pt x="3752441" y="5613399"/>
                  </a:lnTo>
                  <a:lnTo>
                    <a:pt x="3704215" y="5587999"/>
                  </a:lnTo>
                  <a:lnTo>
                    <a:pt x="3644138" y="5562599"/>
                  </a:lnTo>
                  <a:lnTo>
                    <a:pt x="3607749" y="5537199"/>
                  </a:lnTo>
                  <a:lnTo>
                    <a:pt x="3574875" y="5511799"/>
                  </a:lnTo>
                  <a:close/>
                </a:path>
                <a:path w="12192000" h="6845300">
                  <a:moveTo>
                    <a:pt x="6497012" y="6311899"/>
                  </a:moveTo>
                  <a:lnTo>
                    <a:pt x="6487001" y="6311899"/>
                  </a:lnTo>
                  <a:lnTo>
                    <a:pt x="6500876" y="6324599"/>
                  </a:lnTo>
                  <a:lnTo>
                    <a:pt x="6497012" y="6311899"/>
                  </a:lnTo>
                  <a:close/>
                </a:path>
                <a:path w="12192000" h="6845300">
                  <a:moveTo>
                    <a:pt x="7439658" y="6299199"/>
                  </a:moveTo>
                  <a:lnTo>
                    <a:pt x="7400671" y="6299199"/>
                  </a:lnTo>
                  <a:lnTo>
                    <a:pt x="7417530" y="6311899"/>
                  </a:lnTo>
                  <a:lnTo>
                    <a:pt x="7451248" y="6324599"/>
                  </a:lnTo>
                  <a:lnTo>
                    <a:pt x="7468108" y="6324599"/>
                  </a:lnTo>
                  <a:lnTo>
                    <a:pt x="7464244" y="6311899"/>
                  </a:lnTo>
                  <a:lnTo>
                    <a:pt x="7454058" y="6311899"/>
                  </a:lnTo>
                  <a:lnTo>
                    <a:pt x="7439658" y="6299199"/>
                  </a:lnTo>
                  <a:close/>
                </a:path>
                <a:path w="12192000" h="6845300">
                  <a:moveTo>
                    <a:pt x="6473126" y="6299199"/>
                  </a:moveTo>
                  <a:lnTo>
                    <a:pt x="6472426" y="6299199"/>
                  </a:lnTo>
                  <a:lnTo>
                    <a:pt x="6486826" y="6311899"/>
                  </a:lnTo>
                  <a:lnTo>
                    <a:pt x="6487001" y="6311899"/>
                  </a:lnTo>
                  <a:lnTo>
                    <a:pt x="6473126" y="6299199"/>
                  </a:lnTo>
                  <a:close/>
                </a:path>
                <a:path w="12192000" h="6845300">
                  <a:moveTo>
                    <a:pt x="7153275" y="6286499"/>
                  </a:moveTo>
                  <a:lnTo>
                    <a:pt x="7018274" y="6286499"/>
                  </a:lnTo>
                  <a:lnTo>
                    <a:pt x="7061495" y="6299199"/>
                  </a:lnTo>
                  <a:lnTo>
                    <a:pt x="7111063" y="6311899"/>
                  </a:lnTo>
                  <a:lnTo>
                    <a:pt x="7147986" y="6299199"/>
                  </a:lnTo>
                  <a:lnTo>
                    <a:pt x="7153275" y="6286499"/>
                  </a:lnTo>
                  <a:close/>
                </a:path>
                <a:path w="12192000" h="6845300">
                  <a:moveTo>
                    <a:pt x="7363088" y="6261099"/>
                  </a:moveTo>
                  <a:lnTo>
                    <a:pt x="7327263" y="6261099"/>
                  </a:lnTo>
                  <a:lnTo>
                    <a:pt x="7341663" y="6273799"/>
                  </a:lnTo>
                  <a:lnTo>
                    <a:pt x="7351849" y="6273799"/>
                  </a:lnTo>
                  <a:lnTo>
                    <a:pt x="7359576" y="6286499"/>
                  </a:lnTo>
                  <a:lnTo>
                    <a:pt x="7369762" y="6286499"/>
                  </a:lnTo>
                  <a:lnTo>
                    <a:pt x="7384162" y="6299199"/>
                  </a:lnTo>
                  <a:lnTo>
                    <a:pt x="7423150" y="6299199"/>
                  </a:lnTo>
                  <a:lnTo>
                    <a:pt x="7405939" y="6286499"/>
                  </a:lnTo>
                  <a:lnTo>
                    <a:pt x="7386621" y="6273799"/>
                  </a:lnTo>
                  <a:lnTo>
                    <a:pt x="7363088" y="6261099"/>
                  </a:lnTo>
                  <a:close/>
                </a:path>
                <a:path w="12192000" h="6845300">
                  <a:moveTo>
                    <a:pt x="8210423" y="5880099"/>
                  </a:moveTo>
                  <a:lnTo>
                    <a:pt x="7850505" y="5880099"/>
                  </a:lnTo>
                  <a:lnTo>
                    <a:pt x="7912697" y="5892799"/>
                  </a:lnTo>
                  <a:lnTo>
                    <a:pt x="7965519" y="5905499"/>
                  </a:lnTo>
                  <a:lnTo>
                    <a:pt x="8010842" y="5918199"/>
                  </a:lnTo>
                  <a:lnTo>
                    <a:pt x="8050534" y="5943599"/>
                  </a:lnTo>
                  <a:lnTo>
                    <a:pt x="8086466" y="5968999"/>
                  </a:lnTo>
                  <a:lnTo>
                    <a:pt x="8120507" y="5981699"/>
                  </a:lnTo>
                  <a:lnTo>
                    <a:pt x="8148202" y="6007099"/>
                  </a:lnTo>
                  <a:lnTo>
                    <a:pt x="8180219" y="6019799"/>
                  </a:lnTo>
                  <a:lnTo>
                    <a:pt x="8220880" y="6045199"/>
                  </a:lnTo>
                  <a:lnTo>
                    <a:pt x="8274508" y="6057899"/>
                  </a:lnTo>
                  <a:lnTo>
                    <a:pt x="8345424" y="6083299"/>
                  </a:lnTo>
                  <a:lnTo>
                    <a:pt x="8415041" y="6095999"/>
                  </a:lnTo>
                  <a:lnTo>
                    <a:pt x="8463549" y="6108699"/>
                  </a:lnTo>
                  <a:lnTo>
                    <a:pt x="8503604" y="6134099"/>
                  </a:lnTo>
                  <a:lnTo>
                    <a:pt x="8547862" y="6172199"/>
                  </a:lnTo>
                  <a:lnTo>
                    <a:pt x="8602344" y="6184899"/>
                  </a:lnTo>
                  <a:lnTo>
                    <a:pt x="8653690" y="6210299"/>
                  </a:lnTo>
                  <a:lnTo>
                    <a:pt x="8702532" y="6235699"/>
                  </a:lnTo>
                  <a:lnTo>
                    <a:pt x="8749500" y="6261099"/>
                  </a:lnTo>
                  <a:lnTo>
                    <a:pt x="8790949" y="6284123"/>
                  </a:lnTo>
                  <a:lnTo>
                    <a:pt x="8797067" y="6286499"/>
                  </a:lnTo>
                  <a:lnTo>
                    <a:pt x="8840343" y="6299199"/>
                  </a:lnTo>
                  <a:lnTo>
                    <a:pt x="8879875" y="6299199"/>
                  </a:lnTo>
                  <a:lnTo>
                    <a:pt x="8837292" y="6273799"/>
                  </a:lnTo>
                  <a:lnTo>
                    <a:pt x="8795385" y="6261099"/>
                  </a:lnTo>
                  <a:lnTo>
                    <a:pt x="8954898" y="6261099"/>
                  </a:lnTo>
                  <a:lnTo>
                    <a:pt x="8905674" y="6235699"/>
                  </a:lnTo>
                  <a:lnTo>
                    <a:pt x="8885301" y="6235699"/>
                  </a:lnTo>
                  <a:lnTo>
                    <a:pt x="8833855" y="6210299"/>
                  </a:lnTo>
                  <a:lnTo>
                    <a:pt x="8786708" y="6184899"/>
                  </a:lnTo>
                  <a:lnTo>
                    <a:pt x="8660384" y="6184899"/>
                  </a:lnTo>
                  <a:lnTo>
                    <a:pt x="8637905" y="6172199"/>
                  </a:lnTo>
                  <a:lnTo>
                    <a:pt x="8622099" y="6159499"/>
                  </a:lnTo>
                  <a:lnTo>
                    <a:pt x="8629475" y="6146799"/>
                  </a:lnTo>
                  <a:lnTo>
                    <a:pt x="8641066" y="6121399"/>
                  </a:lnTo>
                  <a:lnTo>
                    <a:pt x="8637905" y="6095999"/>
                  </a:lnTo>
                  <a:lnTo>
                    <a:pt x="8601241" y="6070599"/>
                  </a:lnTo>
                  <a:lnTo>
                    <a:pt x="8559837" y="6057899"/>
                  </a:lnTo>
                  <a:lnTo>
                    <a:pt x="8515275" y="6032499"/>
                  </a:lnTo>
                  <a:lnTo>
                    <a:pt x="8423005" y="5994399"/>
                  </a:lnTo>
                  <a:lnTo>
                    <a:pt x="8378461" y="5968999"/>
                  </a:lnTo>
                  <a:lnTo>
                    <a:pt x="8337087" y="5943599"/>
                  </a:lnTo>
                  <a:lnTo>
                    <a:pt x="8300466" y="5918199"/>
                  </a:lnTo>
                  <a:lnTo>
                    <a:pt x="8270609" y="5918199"/>
                  </a:lnTo>
                  <a:lnTo>
                    <a:pt x="8247062" y="5905499"/>
                  </a:lnTo>
                  <a:lnTo>
                    <a:pt x="8227706" y="5892799"/>
                  </a:lnTo>
                  <a:lnTo>
                    <a:pt x="8210423" y="5880099"/>
                  </a:lnTo>
                  <a:close/>
                </a:path>
                <a:path w="12192000" h="6845300">
                  <a:moveTo>
                    <a:pt x="9630679" y="6286499"/>
                  </a:moveTo>
                  <a:lnTo>
                    <a:pt x="9613526" y="6286499"/>
                  </a:lnTo>
                  <a:lnTo>
                    <a:pt x="9642067" y="6299199"/>
                  </a:lnTo>
                  <a:lnTo>
                    <a:pt x="9645460" y="6299199"/>
                  </a:lnTo>
                  <a:lnTo>
                    <a:pt x="9630679" y="6286499"/>
                  </a:lnTo>
                  <a:close/>
                </a:path>
                <a:path w="12192000" h="6845300">
                  <a:moveTo>
                    <a:pt x="9699133" y="6261099"/>
                  </a:moveTo>
                  <a:lnTo>
                    <a:pt x="9670837" y="6261099"/>
                  </a:lnTo>
                  <a:lnTo>
                    <a:pt x="9697926" y="6273799"/>
                  </a:lnTo>
                  <a:lnTo>
                    <a:pt x="9729229" y="6286499"/>
                  </a:lnTo>
                  <a:lnTo>
                    <a:pt x="9762617" y="6299199"/>
                  </a:lnTo>
                  <a:lnTo>
                    <a:pt x="9741874" y="6286499"/>
                  </a:lnTo>
                  <a:lnTo>
                    <a:pt x="9714785" y="6273799"/>
                  </a:lnTo>
                  <a:lnTo>
                    <a:pt x="9699133" y="6261099"/>
                  </a:lnTo>
                  <a:close/>
                </a:path>
                <a:path w="12192000" h="6845300">
                  <a:moveTo>
                    <a:pt x="6409150" y="6261099"/>
                  </a:moveTo>
                  <a:lnTo>
                    <a:pt x="6337425" y="6261099"/>
                  </a:lnTo>
                  <a:lnTo>
                    <a:pt x="6346205" y="6273799"/>
                  </a:lnTo>
                  <a:lnTo>
                    <a:pt x="6359201" y="6273799"/>
                  </a:lnTo>
                  <a:lnTo>
                    <a:pt x="6365875" y="6286499"/>
                  </a:lnTo>
                  <a:lnTo>
                    <a:pt x="6447472" y="6286499"/>
                  </a:lnTo>
                  <a:lnTo>
                    <a:pt x="6409150" y="6261099"/>
                  </a:lnTo>
                  <a:close/>
                </a:path>
                <a:path w="12192000" h="6845300">
                  <a:moveTo>
                    <a:pt x="6881805" y="6007099"/>
                  </a:moveTo>
                  <a:lnTo>
                    <a:pt x="6860794" y="6007099"/>
                  </a:lnTo>
                  <a:lnTo>
                    <a:pt x="6877653" y="6032499"/>
                  </a:lnTo>
                  <a:lnTo>
                    <a:pt x="6894512" y="6045199"/>
                  </a:lnTo>
                  <a:lnTo>
                    <a:pt x="6911371" y="6045199"/>
                  </a:lnTo>
                  <a:lnTo>
                    <a:pt x="6928231" y="6057899"/>
                  </a:lnTo>
                  <a:lnTo>
                    <a:pt x="6960124" y="6083299"/>
                  </a:lnTo>
                  <a:lnTo>
                    <a:pt x="6999552" y="6095999"/>
                  </a:lnTo>
                  <a:lnTo>
                    <a:pt x="7043289" y="6121399"/>
                  </a:lnTo>
                  <a:lnTo>
                    <a:pt x="7088112" y="6146799"/>
                  </a:lnTo>
                  <a:lnTo>
                    <a:pt x="7130796" y="6172199"/>
                  </a:lnTo>
                  <a:lnTo>
                    <a:pt x="7151518" y="6184899"/>
                  </a:lnTo>
                  <a:lnTo>
                    <a:pt x="7178563" y="6197599"/>
                  </a:lnTo>
                  <a:lnTo>
                    <a:pt x="7209823" y="6222999"/>
                  </a:lnTo>
                  <a:lnTo>
                    <a:pt x="7243191" y="6235699"/>
                  </a:lnTo>
                  <a:lnTo>
                    <a:pt x="7260052" y="6235699"/>
                  </a:lnTo>
                  <a:lnTo>
                    <a:pt x="7293822" y="6248399"/>
                  </a:lnTo>
                  <a:lnTo>
                    <a:pt x="7310755" y="6261099"/>
                  </a:lnTo>
                  <a:lnTo>
                    <a:pt x="7333233" y="6261099"/>
                  </a:lnTo>
                  <a:lnTo>
                    <a:pt x="7296409" y="6235699"/>
                  </a:lnTo>
                  <a:lnTo>
                    <a:pt x="7224075" y="6184899"/>
                  </a:lnTo>
                  <a:lnTo>
                    <a:pt x="7186711" y="6172199"/>
                  </a:lnTo>
                  <a:lnTo>
                    <a:pt x="7147313" y="6146799"/>
                  </a:lnTo>
                  <a:lnTo>
                    <a:pt x="7104953" y="6121399"/>
                  </a:lnTo>
                  <a:lnTo>
                    <a:pt x="7058706" y="6095999"/>
                  </a:lnTo>
                  <a:lnTo>
                    <a:pt x="7007642" y="6083299"/>
                  </a:lnTo>
                  <a:lnTo>
                    <a:pt x="6950836" y="6057899"/>
                  </a:lnTo>
                  <a:lnTo>
                    <a:pt x="6918448" y="6032499"/>
                  </a:lnTo>
                  <a:lnTo>
                    <a:pt x="6881805" y="6007099"/>
                  </a:lnTo>
                  <a:close/>
                </a:path>
                <a:path w="12192000" h="6845300">
                  <a:moveTo>
                    <a:pt x="5353685" y="6083299"/>
                  </a:moveTo>
                  <a:lnTo>
                    <a:pt x="5286248" y="6083299"/>
                  </a:lnTo>
                  <a:lnTo>
                    <a:pt x="5335343" y="6095999"/>
                  </a:lnTo>
                  <a:lnTo>
                    <a:pt x="5376891" y="6121399"/>
                  </a:lnTo>
                  <a:lnTo>
                    <a:pt x="5414135" y="6146799"/>
                  </a:lnTo>
                  <a:lnTo>
                    <a:pt x="5450319" y="6159499"/>
                  </a:lnTo>
                  <a:lnTo>
                    <a:pt x="5488686" y="6184899"/>
                  </a:lnTo>
                  <a:lnTo>
                    <a:pt x="5522404" y="6210299"/>
                  </a:lnTo>
                  <a:lnTo>
                    <a:pt x="5589841" y="6235699"/>
                  </a:lnTo>
                  <a:lnTo>
                    <a:pt x="5627571" y="6235699"/>
                  </a:lnTo>
                  <a:lnTo>
                    <a:pt x="5594463" y="6222999"/>
                  </a:lnTo>
                  <a:lnTo>
                    <a:pt x="5558113" y="6210299"/>
                  </a:lnTo>
                  <a:lnTo>
                    <a:pt x="5533644" y="6184899"/>
                  </a:lnTo>
                  <a:lnTo>
                    <a:pt x="5533644" y="6172199"/>
                  </a:lnTo>
                  <a:lnTo>
                    <a:pt x="5578602" y="6172199"/>
                  </a:lnTo>
                  <a:lnTo>
                    <a:pt x="5533630" y="6146799"/>
                  </a:lnTo>
                  <a:lnTo>
                    <a:pt x="5483246" y="6134099"/>
                  </a:lnTo>
                  <a:lnTo>
                    <a:pt x="5432855" y="6108699"/>
                  </a:lnTo>
                  <a:lnTo>
                    <a:pt x="5387866" y="6095999"/>
                  </a:lnTo>
                  <a:lnTo>
                    <a:pt x="5353685" y="6083299"/>
                  </a:lnTo>
                  <a:close/>
                </a:path>
                <a:path w="12192000" h="6845300">
                  <a:moveTo>
                    <a:pt x="7144883" y="6210299"/>
                  </a:moveTo>
                  <a:lnTo>
                    <a:pt x="6905752" y="6210299"/>
                  </a:lnTo>
                  <a:lnTo>
                    <a:pt x="6918045" y="6222999"/>
                  </a:lnTo>
                  <a:lnTo>
                    <a:pt x="6919801" y="6235699"/>
                  </a:lnTo>
                  <a:lnTo>
                    <a:pt x="7220711" y="6235699"/>
                  </a:lnTo>
                  <a:lnTo>
                    <a:pt x="7169087" y="6222999"/>
                  </a:lnTo>
                  <a:lnTo>
                    <a:pt x="7144883" y="6210299"/>
                  </a:lnTo>
                  <a:close/>
                </a:path>
                <a:path w="12192000" h="6845300">
                  <a:moveTo>
                    <a:pt x="4678807" y="5422899"/>
                  </a:moveTo>
                  <a:lnTo>
                    <a:pt x="3576574" y="5422899"/>
                  </a:lnTo>
                  <a:lnTo>
                    <a:pt x="3624064" y="5448299"/>
                  </a:lnTo>
                  <a:lnTo>
                    <a:pt x="3669411" y="5473699"/>
                  </a:lnTo>
                  <a:lnTo>
                    <a:pt x="3718948" y="5499099"/>
                  </a:lnTo>
                  <a:lnTo>
                    <a:pt x="3779012" y="5511799"/>
                  </a:lnTo>
                  <a:lnTo>
                    <a:pt x="3812452" y="5524499"/>
                  </a:lnTo>
                  <a:lnTo>
                    <a:pt x="3843750" y="5549899"/>
                  </a:lnTo>
                  <a:lnTo>
                    <a:pt x="3870809" y="5562599"/>
                  </a:lnTo>
                  <a:lnTo>
                    <a:pt x="3891534" y="5575299"/>
                  </a:lnTo>
                  <a:lnTo>
                    <a:pt x="3888372" y="5575299"/>
                  </a:lnTo>
                  <a:lnTo>
                    <a:pt x="3883104" y="5587999"/>
                  </a:lnTo>
                  <a:lnTo>
                    <a:pt x="3882050" y="5587999"/>
                  </a:lnTo>
                  <a:lnTo>
                    <a:pt x="3891534" y="5600699"/>
                  </a:lnTo>
                  <a:lnTo>
                    <a:pt x="3958971" y="5600699"/>
                  </a:lnTo>
                  <a:lnTo>
                    <a:pt x="3976254" y="5613399"/>
                  </a:lnTo>
                  <a:lnTo>
                    <a:pt x="3995610" y="5613399"/>
                  </a:lnTo>
                  <a:lnTo>
                    <a:pt x="4019157" y="5626099"/>
                  </a:lnTo>
                  <a:lnTo>
                    <a:pt x="4049014" y="5651499"/>
                  </a:lnTo>
                  <a:lnTo>
                    <a:pt x="4084559" y="5676899"/>
                  </a:lnTo>
                  <a:lnTo>
                    <a:pt x="4123383" y="5689599"/>
                  </a:lnTo>
                  <a:lnTo>
                    <a:pt x="4165016" y="5714999"/>
                  </a:lnTo>
                  <a:lnTo>
                    <a:pt x="4208991" y="5740399"/>
                  </a:lnTo>
                  <a:lnTo>
                    <a:pt x="4254839" y="5765799"/>
                  </a:lnTo>
                  <a:lnTo>
                    <a:pt x="4302093" y="5778499"/>
                  </a:lnTo>
                  <a:lnTo>
                    <a:pt x="4495833" y="5880111"/>
                  </a:lnTo>
                  <a:lnTo>
                    <a:pt x="4543042" y="5892799"/>
                  </a:lnTo>
                  <a:lnTo>
                    <a:pt x="4588891" y="5918199"/>
                  </a:lnTo>
                  <a:lnTo>
                    <a:pt x="4678839" y="5968999"/>
                  </a:lnTo>
                  <a:lnTo>
                    <a:pt x="4768817" y="6032499"/>
                  </a:lnTo>
                  <a:lnTo>
                    <a:pt x="4858766" y="6083299"/>
                  </a:lnTo>
                  <a:lnTo>
                    <a:pt x="4896421" y="6095999"/>
                  </a:lnTo>
                  <a:lnTo>
                    <a:pt x="4940363" y="6121399"/>
                  </a:lnTo>
                  <a:lnTo>
                    <a:pt x="4988496" y="6146799"/>
                  </a:lnTo>
                  <a:lnTo>
                    <a:pt x="5038725" y="6172199"/>
                  </a:lnTo>
                  <a:lnTo>
                    <a:pt x="5066839" y="6197599"/>
                  </a:lnTo>
                  <a:lnTo>
                    <a:pt x="5089356" y="6210299"/>
                  </a:lnTo>
                  <a:lnTo>
                    <a:pt x="5128768" y="6210299"/>
                  </a:lnTo>
                  <a:lnTo>
                    <a:pt x="5183209" y="6222999"/>
                  </a:lnTo>
                  <a:lnTo>
                    <a:pt x="5193395" y="6210299"/>
                  </a:lnTo>
                  <a:lnTo>
                    <a:pt x="5182506" y="6197599"/>
                  </a:lnTo>
                  <a:lnTo>
                    <a:pt x="5173726" y="6184899"/>
                  </a:lnTo>
                  <a:lnTo>
                    <a:pt x="5211425" y="6184899"/>
                  </a:lnTo>
                  <a:lnTo>
                    <a:pt x="5182155" y="6159499"/>
                  </a:lnTo>
                  <a:lnTo>
                    <a:pt x="5134036" y="6134099"/>
                  </a:lnTo>
                  <a:lnTo>
                    <a:pt x="5083810" y="6095999"/>
                  </a:lnTo>
                  <a:lnTo>
                    <a:pt x="5105937" y="6095999"/>
                  </a:lnTo>
                  <a:lnTo>
                    <a:pt x="5083810" y="6083299"/>
                  </a:lnTo>
                  <a:lnTo>
                    <a:pt x="5036317" y="6057899"/>
                  </a:lnTo>
                  <a:lnTo>
                    <a:pt x="4990957" y="6045199"/>
                  </a:lnTo>
                  <a:lnTo>
                    <a:pt x="4941381" y="6019799"/>
                  </a:lnTo>
                  <a:lnTo>
                    <a:pt x="4881245" y="5981699"/>
                  </a:lnTo>
                  <a:lnTo>
                    <a:pt x="4890781" y="5981699"/>
                  </a:lnTo>
                  <a:lnTo>
                    <a:pt x="4836287" y="5968999"/>
                  </a:lnTo>
                  <a:lnTo>
                    <a:pt x="4816969" y="5943599"/>
                  </a:lnTo>
                  <a:lnTo>
                    <a:pt x="4799758" y="5930899"/>
                  </a:lnTo>
                  <a:lnTo>
                    <a:pt x="4795192" y="5918199"/>
                  </a:lnTo>
                  <a:lnTo>
                    <a:pt x="5384593" y="5918199"/>
                  </a:lnTo>
                  <a:lnTo>
                    <a:pt x="5395481" y="5905499"/>
                  </a:lnTo>
                  <a:lnTo>
                    <a:pt x="5621135" y="5905499"/>
                  </a:lnTo>
                  <a:lnTo>
                    <a:pt x="5599177" y="5892799"/>
                  </a:lnTo>
                  <a:lnTo>
                    <a:pt x="5572353" y="5880099"/>
                  </a:lnTo>
                  <a:lnTo>
                    <a:pt x="5490792" y="5841999"/>
                  </a:lnTo>
                  <a:lnTo>
                    <a:pt x="5443601" y="5829299"/>
                  </a:lnTo>
                  <a:lnTo>
                    <a:pt x="5439737" y="5816599"/>
                  </a:lnTo>
                  <a:lnTo>
                    <a:pt x="5429551" y="5803899"/>
                  </a:lnTo>
                  <a:lnTo>
                    <a:pt x="5398643" y="5803899"/>
                  </a:lnTo>
                  <a:lnTo>
                    <a:pt x="5349175" y="5791199"/>
                  </a:lnTo>
                  <a:lnTo>
                    <a:pt x="5260989" y="5740399"/>
                  </a:lnTo>
                  <a:lnTo>
                    <a:pt x="5211503" y="5714999"/>
                  </a:lnTo>
                  <a:lnTo>
                    <a:pt x="5151247" y="5689599"/>
                  </a:lnTo>
                  <a:lnTo>
                    <a:pt x="5130522" y="5676899"/>
                  </a:lnTo>
                  <a:lnTo>
                    <a:pt x="5103463" y="5664199"/>
                  </a:lnTo>
                  <a:lnTo>
                    <a:pt x="5072165" y="5651499"/>
                  </a:lnTo>
                  <a:lnTo>
                    <a:pt x="5038725" y="5651499"/>
                  </a:lnTo>
                  <a:lnTo>
                    <a:pt x="5014136" y="5613399"/>
                  </a:lnTo>
                  <a:lnTo>
                    <a:pt x="4976891" y="5600699"/>
                  </a:lnTo>
                  <a:lnTo>
                    <a:pt x="4931193" y="5575299"/>
                  </a:lnTo>
                  <a:lnTo>
                    <a:pt x="4881245" y="5562599"/>
                  </a:lnTo>
                  <a:lnTo>
                    <a:pt x="4851038" y="5537199"/>
                  </a:lnTo>
                  <a:lnTo>
                    <a:pt x="4799056" y="5511799"/>
                  </a:lnTo>
                  <a:lnTo>
                    <a:pt x="4768850" y="5511799"/>
                  </a:lnTo>
                  <a:lnTo>
                    <a:pt x="4768850" y="5486399"/>
                  </a:lnTo>
                  <a:lnTo>
                    <a:pt x="4732653" y="5473699"/>
                  </a:lnTo>
                  <a:lnTo>
                    <a:pt x="4698539" y="5460999"/>
                  </a:lnTo>
                  <a:lnTo>
                    <a:pt x="4677070" y="5435599"/>
                  </a:lnTo>
                  <a:lnTo>
                    <a:pt x="4678807" y="5422899"/>
                  </a:lnTo>
                  <a:close/>
                </a:path>
                <a:path w="12192000" h="6845300">
                  <a:moveTo>
                    <a:pt x="6883273" y="6083299"/>
                  </a:moveTo>
                  <a:lnTo>
                    <a:pt x="6331825" y="6083299"/>
                  </a:lnTo>
                  <a:lnTo>
                    <a:pt x="6363128" y="6095999"/>
                  </a:lnTo>
                  <a:lnTo>
                    <a:pt x="6390217" y="6108699"/>
                  </a:lnTo>
                  <a:lnTo>
                    <a:pt x="6453953" y="6134099"/>
                  </a:lnTo>
                  <a:lnTo>
                    <a:pt x="6501280" y="6146799"/>
                  </a:lnTo>
                  <a:lnTo>
                    <a:pt x="6551850" y="6159499"/>
                  </a:lnTo>
                  <a:lnTo>
                    <a:pt x="6658356" y="6184899"/>
                  </a:lnTo>
                  <a:lnTo>
                    <a:pt x="6718139" y="6210299"/>
                  </a:lnTo>
                  <a:lnTo>
                    <a:pt x="6765242" y="6222999"/>
                  </a:lnTo>
                  <a:lnTo>
                    <a:pt x="6803892" y="6210299"/>
                  </a:lnTo>
                  <a:lnTo>
                    <a:pt x="7144883" y="6210299"/>
                  </a:lnTo>
                  <a:lnTo>
                    <a:pt x="7120680" y="6197599"/>
                  </a:lnTo>
                  <a:lnTo>
                    <a:pt x="7024940" y="6172199"/>
                  </a:lnTo>
                  <a:lnTo>
                    <a:pt x="6950836" y="6172199"/>
                  </a:lnTo>
                  <a:lnTo>
                    <a:pt x="6951188" y="6159499"/>
                  </a:lnTo>
                  <a:lnTo>
                    <a:pt x="6953646" y="6146799"/>
                  </a:lnTo>
                  <a:lnTo>
                    <a:pt x="6991931" y="6146799"/>
                  </a:lnTo>
                  <a:lnTo>
                    <a:pt x="6987365" y="6134099"/>
                  </a:lnTo>
                  <a:lnTo>
                    <a:pt x="6970154" y="6121399"/>
                  </a:lnTo>
                  <a:lnTo>
                    <a:pt x="6931056" y="6121399"/>
                  </a:lnTo>
                  <a:lnTo>
                    <a:pt x="6928584" y="6108699"/>
                  </a:lnTo>
                  <a:lnTo>
                    <a:pt x="6928231" y="6095999"/>
                  </a:lnTo>
                  <a:lnTo>
                    <a:pt x="6883273" y="6083299"/>
                  </a:lnTo>
                  <a:close/>
                </a:path>
                <a:path w="12192000" h="6845300">
                  <a:moveTo>
                    <a:pt x="5211425" y="6184899"/>
                  </a:moveTo>
                  <a:lnTo>
                    <a:pt x="5173726" y="6184899"/>
                  </a:lnTo>
                  <a:lnTo>
                    <a:pt x="5190936" y="6197599"/>
                  </a:lnTo>
                  <a:lnTo>
                    <a:pt x="5210254" y="6197599"/>
                  </a:lnTo>
                  <a:lnTo>
                    <a:pt x="5233787" y="6210299"/>
                  </a:lnTo>
                  <a:lnTo>
                    <a:pt x="5263642" y="6210299"/>
                  </a:lnTo>
                  <a:lnTo>
                    <a:pt x="5226059" y="6197599"/>
                  </a:lnTo>
                  <a:lnTo>
                    <a:pt x="5211425" y="6184899"/>
                  </a:lnTo>
                  <a:close/>
                </a:path>
                <a:path w="12192000" h="6845300">
                  <a:moveTo>
                    <a:pt x="7544101" y="6095999"/>
                  </a:moveTo>
                  <a:lnTo>
                    <a:pt x="7513193" y="6095999"/>
                  </a:lnTo>
                  <a:lnTo>
                    <a:pt x="7535672" y="6121399"/>
                  </a:lnTo>
                  <a:lnTo>
                    <a:pt x="7636881" y="6172199"/>
                  </a:lnTo>
                  <a:lnTo>
                    <a:pt x="7670673" y="6184899"/>
                  </a:lnTo>
                  <a:lnTo>
                    <a:pt x="7693152" y="6184899"/>
                  </a:lnTo>
                  <a:lnTo>
                    <a:pt x="7625603" y="6159499"/>
                  </a:lnTo>
                  <a:lnTo>
                    <a:pt x="7558151" y="6121399"/>
                  </a:lnTo>
                  <a:lnTo>
                    <a:pt x="7545857" y="6108699"/>
                  </a:lnTo>
                  <a:lnTo>
                    <a:pt x="7544101" y="6095999"/>
                  </a:lnTo>
                  <a:close/>
                </a:path>
                <a:path w="12192000" h="6845300">
                  <a:moveTo>
                    <a:pt x="7137961" y="5676899"/>
                  </a:moveTo>
                  <a:lnTo>
                    <a:pt x="6299303" y="5676899"/>
                  </a:lnTo>
                  <a:lnTo>
                    <a:pt x="6346269" y="5689599"/>
                  </a:lnTo>
                  <a:lnTo>
                    <a:pt x="6395108" y="5689599"/>
                  </a:lnTo>
                  <a:lnTo>
                    <a:pt x="6446438" y="5702299"/>
                  </a:lnTo>
                  <a:lnTo>
                    <a:pt x="6500876" y="5714999"/>
                  </a:lnTo>
                  <a:lnTo>
                    <a:pt x="6549027" y="5740399"/>
                  </a:lnTo>
                  <a:lnTo>
                    <a:pt x="6596773" y="5753099"/>
                  </a:lnTo>
                  <a:lnTo>
                    <a:pt x="6643727" y="5778499"/>
                  </a:lnTo>
                  <a:lnTo>
                    <a:pt x="6689499" y="5791199"/>
                  </a:lnTo>
                  <a:lnTo>
                    <a:pt x="6733700" y="5816599"/>
                  </a:lnTo>
                  <a:lnTo>
                    <a:pt x="6775942" y="5829299"/>
                  </a:lnTo>
                  <a:lnTo>
                    <a:pt x="6815835" y="5854699"/>
                  </a:lnTo>
                  <a:lnTo>
                    <a:pt x="6855748" y="5867399"/>
                  </a:lnTo>
                  <a:lnTo>
                    <a:pt x="6875315" y="5880111"/>
                  </a:lnTo>
                  <a:lnTo>
                    <a:pt x="6972757" y="5943599"/>
                  </a:lnTo>
                  <a:lnTo>
                    <a:pt x="7012654" y="5968999"/>
                  </a:lnTo>
                  <a:lnTo>
                    <a:pt x="7053900" y="5994399"/>
                  </a:lnTo>
                  <a:lnTo>
                    <a:pt x="7097035" y="6007099"/>
                  </a:lnTo>
                  <a:lnTo>
                    <a:pt x="7142601" y="6032499"/>
                  </a:lnTo>
                  <a:lnTo>
                    <a:pt x="7191140" y="6057899"/>
                  </a:lnTo>
                  <a:lnTo>
                    <a:pt x="7243191" y="6083299"/>
                  </a:lnTo>
                  <a:lnTo>
                    <a:pt x="7280397" y="6083299"/>
                  </a:lnTo>
                  <a:lnTo>
                    <a:pt x="7323210" y="6095999"/>
                  </a:lnTo>
                  <a:lnTo>
                    <a:pt x="7369762" y="6108699"/>
                  </a:lnTo>
                  <a:lnTo>
                    <a:pt x="7418187" y="6134099"/>
                  </a:lnTo>
                  <a:lnTo>
                    <a:pt x="7466619" y="6146799"/>
                  </a:lnTo>
                  <a:lnTo>
                    <a:pt x="7513193" y="6172199"/>
                  </a:lnTo>
                  <a:lnTo>
                    <a:pt x="7511065" y="6134099"/>
                  </a:lnTo>
                  <a:lnTo>
                    <a:pt x="7479410" y="6108699"/>
                  </a:lnTo>
                  <a:lnTo>
                    <a:pt x="7430896" y="6095999"/>
                  </a:lnTo>
                  <a:lnTo>
                    <a:pt x="7378192" y="6083299"/>
                  </a:lnTo>
                  <a:lnTo>
                    <a:pt x="7341643" y="6057899"/>
                  </a:lnTo>
                  <a:lnTo>
                    <a:pt x="7305071" y="6057899"/>
                  </a:lnTo>
                  <a:lnTo>
                    <a:pt x="7276929" y="6045199"/>
                  </a:lnTo>
                  <a:lnTo>
                    <a:pt x="7265670" y="6032499"/>
                  </a:lnTo>
                  <a:lnTo>
                    <a:pt x="7273417" y="6019799"/>
                  </a:lnTo>
                  <a:lnTo>
                    <a:pt x="7639299" y="6019799"/>
                  </a:lnTo>
                  <a:lnTo>
                    <a:pt x="7589095" y="6007099"/>
                  </a:lnTo>
                  <a:lnTo>
                    <a:pt x="7535672" y="5981699"/>
                  </a:lnTo>
                  <a:lnTo>
                    <a:pt x="7518459" y="5968999"/>
                  </a:lnTo>
                  <a:lnTo>
                    <a:pt x="7499127" y="5968999"/>
                  </a:lnTo>
                  <a:lnTo>
                    <a:pt x="7475557" y="5956299"/>
                  </a:lnTo>
                  <a:lnTo>
                    <a:pt x="7445629" y="5943599"/>
                  </a:lnTo>
                  <a:lnTo>
                    <a:pt x="7423150" y="5918199"/>
                  </a:lnTo>
                  <a:lnTo>
                    <a:pt x="7418935" y="5918199"/>
                  </a:lnTo>
                  <a:lnTo>
                    <a:pt x="7406290" y="5905499"/>
                  </a:lnTo>
                  <a:lnTo>
                    <a:pt x="7385216" y="5905499"/>
                  </a:lnTo>
                  <a:lnTo>
                    <a:pt x="7355713" y="5892799"/>
                  </a:lnTo>
                  <a:lnTo>
                    <a:pt x="7339204" y="5880099"/>
                  </a:lnTo>
                  <a:lnTo>
                    <a:pt x="7310755" y="5880099"/>
                  </a:lnTo>
                  <a:lnTo>
                    <a:pt x="7323028" y="5854699"/>
                  </a:lnTo>
                  <a:lnTo>
                    <a:pt x="7307881" y="5841999"/>
                  </a:lnTo>
                  <a:lnTo>
                    <a:pt x="7288520" y="5829299"/>
                  </a:lnTo>
                  <a:lnTo>
                    <a:pt x="7405939" y="5829299"/>
                  </a:lnTo>
                  <a:lnTo>
                    <a:pt x="7392241" y="5816599"/>
                  </a:lnTo>
                  <a:lnTo>
                    <a:pt x="7365898" y="5803899"/>
                  </a:lnTo>
                  <a:lnTo>
                    <a:pt x="7333233" y="5778499"/>
                  </a:lnTo>
                  <a:lnTo>
                    <a:pt x="7303305" y="5765799"/>
                  </a:lnTo>
                  <a:lnTo>
                    <a:pt x="7279735" y="5765799"/>
                  </a:lnTo>
                  <a:lnTo>
                    <a:pt x="7260403" y="5753099"/>
                  </a:lnTo>
                  <a:lnTo>
                    <a:pt x="7243191" y="5740399"/>
                  </a:lnTo>
                  <a:lnTo>
                    <a:pt x="7215316" y="5714999"/>
                  </a:lnTo>
                  <a:lnTo>
                    <a:pt x="7182039" y="5689599"/>
                  </a:lnTo>
                  <a:lnTo>
                    <a:pt x="7137961" y="5676899"/>
                  </a:lnTo>
                  <a:close/>
                </a:path>
                <a:path w="12192000" h="6845300">
                  <a:moveTo>
                    <a:pt x="7639299" y="6019799"/>
                  </a:moveTo>
                  <a:lnTo>
                    <a:pt x="7293832" y="6019799"/>
                  </a:lnTo>
                  <a:lnTo>
                    <a:pt x="7322677" y="6032499"/>
                  </a:lnTo>
                  <a:lnTo>
                    <a:pt x="7445629" y="6032499"/>
                  </a:lnTo>
                  <a:lnTo>
                    <a:pt x="7449494" y="6045199"/>
                  </a:lnTo>
                  <a:lnTo>
                    <a:pt x="7459694" y="6057899"/>
                  </a:lnTo>
                  <a:lnTo>
                    <a:pt x="7474132" y="6057899"/>
                  </a:lnTo>
                  <a:lnTo>
                    <a:pt x="7490714" y="6083299"/>
                  </a:lnTo>
                  <a:lnTo>
                    <a:pt x="7580630" y="6083299"/>
                  </a:lnTo>
                  <a:lnTo>
                    <a:pt x="7610486" y="6095999"/>
                  </a:lnTo>
                  <a:lnTo>
                    <a:pt x="7670673" y="6095999"/>
                  </a:lnTo>
                  <a:lnTo>
                    <a:pt x="7691747" y="6121399"/>
                  </a:lnTo>
                  <a:lnTo>
                    <a:pt x="7721250" y="6134099"/>
                  </a:lnTo>
                  <a:lnTo>
                    <a:pt x="7759184" y="6146799"/>
                  </a:lnTo>
                  <a:lnTo>
                    <a:pt x="7805547" y="6146799"/>
                  </a:lnTo>
                  <a:lnTo>
                    <a:pt x="7788687" y="6134099"/>
                  </a:lnTo>
                  <a:lnTo>
                    <a:pt x="7771828" y="6108699"/>
                  </a:lnTo>
                  <a:lnTo>
                    <a:pt x="7754969" y="6108699"/>
                  </a:lnTo>
                  <a:lnTo>
                    <a:pt x="7738109" y="6095999"/>
                  </a:lnTo>
                  <a:lnTo>
                    <a:pt x="7717056" y="6070599"/>
                  </a:lnTo>
                  <a:lnTo>
                    <a:pt x="7683036" y="6045199"/>
                  </a:lnTo>
                  <a:lnTo>
                    <a:pt x="7639299" y="6019799"/>
                  </a:lnTo>
                  <a:close/>
                </a:path>
                <a:path w="12192000" h="6845300">
                  <a:moveTo>
                    <a:pt x="5384593" y="5918199"/>
                  </a:moveTo>
                  <a:lnTo>
                    <a:pt x="4813808" y="5918199"/>
                  </a:lnTo>
                  <a:lnTo>
                    <a:pt x="4855120" y="5930899"/>
                  </a:lnTo>
                  <a:lnTo>
                    <a:pt x="4895369" y="5956299"/>
                  </a:lnTo>
                  <a:lnTo>
                    <a:pt x="4976907" y="5994399"/>
                  </a:lnTo>
                  <a:lnTo>
                    <a:pt x="5020309" y="6019799"/>
                  </a:lnTo>
                  <a:lnTo>
                    <a:pt x="5066875" y="6045199"/>
                  </a:lnTo>
                  <a:lnTo>
                    <a:pt x="5117661" y="6057899"/>
                  </a:lnTo>
                  <a:lnTo>
                    <a:pt x="5173726" y="6083299"/>
                  </a:lnTo>
                  <a:lnTo>
                    <a:pt x="5190585" y="6095999"/>
                  </a:lnTo>
                  <a:lnTo>
                    <a:pt x="5224303" y="6108699"/>
                  </a:lnTo>
                  <a:lnTo>
                    <a:pt x="5241163" y="6121399"/>
                  </a:lnTo>
                  <a:lnTo>
                    <a:pt x="5266154" y="6121399"/>
                  </a:lnTo>
                  <a:lnTo>
                    <a:pt x="5255260" y="6108699"/>
                  </a:lnTo>
                  <a:lnTo>
                    <a:pt x="5231697" y="6108699"/>
                  </a:lnTo>
                  <a:lnTo>
                    <a:pt x="5218684" y="6095999"/>
                  </a:lnTo>
                  <a:lnTo>
                    <a:pt x="5235545" y="6095999"/>
                  </a:lnTo>
                  <a:lnTo>
                    <a:pt x="5269315" y="6083299"/>
                  </a:lnTo>
                  <a:lnTo>
                    <a:pt x="5353685" y="6083299"/>
                  </a:lnTo>
                  <a:lnTo>
                    <a:pt x="5308727" y="6032499"/>
                  </a:lnTo>
                  <a:lnTo>
                    <a:pt x="5353685" y="6032499"/>
                  </a:lnTo>
                  <a:lnTo>
                    <a:pt x="5331206" y="6007099"/>
                  </a:lnTo>
                  <a:lnTo>
                    <a:pt x="5229955" y="5956299"/>
                  </a:lnTo>
                  <a:lnTo>
                    <a:pt x="5255267" y="5943599"/>
                  </a:lnTo>
                  <a:lnTo>
                    <a:pt x="5398643" y="5943599"/>
                  </a:lnTo>
                  <a:lnTo>
                    <a:pt x="5386349" y="5930899"/>
                  </a:lnTo>
                  <a:lnTo>
                    <a:pt x="5384593" y="5918199"/>
                  </a:lnTo>
                  <a:close/>
                </a:path>
                <a:path w="12192000" h="6845300">
                  <a:moveTo>
                    <a:pt x="7430527" y="6057899"/>
                  </a:moveTo>
                  <a:lnTo>
                    <a:pt x="7423150" y="6057899"/>
                  </a:lnTo>
                  <a:lnTo>
                    <a:pt x="7427718" y="6070599"/>
                  </a:lnTo>
                  <a:lnTo>
                    <a:pt x="7442834" y="6083299"/>
                  </a:lnTo>
                  <a:lnTo>
                    <a:pt x="7470620" y="6095999"/>
                  </a:lnTo>
                  <a:lnTo>
                    <a:pt x="7554989" y="6095999"/>
                  </a:lnTo>
                  <a:lnTo>
                    <a:pt x="7580630" y="6083299"/>
                  </a:lnTo>
                  <a:lnTo>
                    <a:pt x="7490714" y="6083299"/>
                  </a:lnTo>
                  <a:lnTo>
                    <a:pt x="7470620" y="6070599"/>
                  </a:lnTo>
                  <a:lnTo>
                    <a:pt x="7448454" y="6070599"/>
                  </a:lnTo>
                  <a:lnTo>
                    <a:pt x="7430527" y="6057899"/>
                  </a:lnTo>
                  <a:close/>
                </a:path>
                <a:path w="12192000" h="6845300">
                  <a:moveTo>
                    <a:pt x="4240212" y="6070599"/>
                  </a:moveTo>
                  <a:lnTo>
                    <a:pt x="4214221" y="6070599"/>
                  </a:lnTo>
                  <a:lnTo>
                    <a:pt x="4184015" y="6083299"/>
                  </a:lnTo>
                  <a:lnTo>
                    <a:pt x="4266203" y="6083299"/>
                  </a:lnTo>
                  <a:lnTo>
                    <a:pt x="4240212" y="6070599"/>
                  </a:lnTo>
                  <a:close/>
                </a:path>
                <a:path w="12192000" h="6845300">
                  <a:moveTo>
                    <a:pt x="4593457" y="6032499"/>
                  </a:moveTo>
                  <a:lnTo>
                    <a:pt x="4577651" y="6032499"/>
                  </a:lnTo>
                  <a:lnTo>
                    <a:pt x="4645088" y="6057899"/>
                  </a:lnTo>
                  <a:lnTo>
                    <a:pt x="4678807" y="6083299"/>
                  </a:lnTo>
                  <a:lnTo>
                    <a:pt x="4664406" y="6057899"/>
                  </a:lnTo>
                  <a:lnTo>
                    <a:pt x="4631039" y="6045199"/>
                  </a:lnTo>
                  <a:lnTo>
                    <a:pt x="4593457" y="6032499"/>
                  </a:lnTo>
                  <a:close/>
                </a:path>
                <a:path w="12192000" h="6845300">
                  <a:moveTo>
                    <a:pt x="5621135" y="5905499"/>
                  </a:moveTo>
                  <a:lnTo>
                    <a:pt x="5395481" y="5905499"/>
                  </a:lnTo>
                  <a:lnTo>
                    <a:pt x="5421122" y="5918199"/>
                  </a:lnTo>
                  <a:lnTo>
                    <a:pt x="5471703" y="5930899"/>
                  </a:lnTo>
                  <a:lnTo>
                    <a:pt x="5522019" y="5956299"/>
                  </a:lnTo>
                  <a:lnTo>
                    <a:pt x="5571806" y="5968999"/>
                  </a:lnTo>
                  <a:lnTo>
                    <a:pt x="5715337" y="6007099"/>
                  </a:lnTo>
                  <a:lnTo>
                    <a:pt x="5760355" y="6032499"/>
                  </a:lnTo>
                  <a:lnTo>
                    <a:pt x="5803519" y="6057899"/>
                  </a:lnTo>
                  <a:lnTo>
                    <a:pt x="5893562" y="6057899"/>
                  </a:lnTo>
                  <a:lnTo>
                    <a:pt x="5896723" y="6045199"/>
                  </a:lnTo>
                  <a:lnTo>
                    <a:pt x="5901991" y="6032499"/>
                  </a:lnTo>
                  <a:lnTo>
                    <a:pt x="5903045" y="6019799"/>
                  </a:lnTo>
                  <a:lnTo>
                    <a:pt x="5893562" y="6007099"/>
                  </a:lnTo>
                  <a:lnTo>
                    <a:pt x="5871083" y="6007099"/>
                  </a:lnTo>
                  <a:lnTo>
                    <a:pt x="5801465" y="5994399"/>
                  </a:lnTo>
                  <a:lnTo>
                    <a:pt x="5752957" y="5981699"/>
                  </a:lnTo>
                  <a:lnTo>
                    <a:pt x="5712902" y="5956299"/>
                  </a:lnTo>
                  <a:lnTo>
                    <a:pt x="5668645" y="5943599"/>
                  </a:lnTo>
                  <a:lnTo>
                    <a:pt x="5643094" y="5918199"/>
                  </a:lnTo>
                  <a:lnTo>
                    <a:pt x="5621135" y="5905499"/>
                  </a:lnTo>
                  <a:close/>
                </a:path>
                <a:path w="12192000" h="6845300">
                  <a:moveTo>
                    <a:pt x="4698507" y="5994399"/>
                  </a:moveTo>
                  <a:lnTo>
                    <a:pt x="4598374" y="5994399"/>
                  </a:lnTo>
                  <a:lnTo>
                    <a:pt x="4611370" y="6007099"/>
                  </a:lnTo>
                  <a:lnTo>
                    <a:pt x="4654222" y="6019799"/>
                  </a:lnTo>
                  <a:lnTo>
                    <a:pt x="4684442" y="6032499"/>
                  </a:lnTo>
                  <a:lnTo>
                    <a:pt x="4723892" y="6032499"/>
                  </a:lnTo>
                  <a:lnTo>
                    <a:pt x="4729491" y="6019799"/>
                  </a:lnTo>
                  <a:lnTo>
                    <a:pt x="4718208" y="6007099"/>
                  </a:lnTo>
                  <a:lnTo>
                    <a:pt x="4698507" y="5994399"/>
                  </a:lnTo>
                  <a:close/>
                </a:path>
                <a:path w="12192000" h="6845300">
                  <a:moveTo>
                    <a:pt x="4372387" y="5943599"/>
                  </a:moveTo>
                  <a:lnTo>
                    <a:pt x="4116451" y="5943599"/>
                  </a:lnTo>
                  <a:lnTo>
                    <a:pt x="4179044" y="5956299"/>
                  </a:lnTo>
                  <a:lnTo>
                    <a:pt x="4228957" y="5981699"/>
                  </a:lnTo>
                  <a:lnTo>
                    <a:pt x="4261987" y="6007099"/>
                  </a:lnTo>
                  <a:lnTo>
                    <a:pt x="4591700" y="6007099"/>
                  </a:lnTo>
                  <a:lnTo>
                    <a:pt x="4598374" y="5994399"/>
                  </a:lnTo>
                  <a:lnTo>
                    <a:pt x="4698507" y="5994399"/>
                  </a:lnTo>
                  <a:lnTo>
                    <a:pt x="4678807" y="5981699"/>
                  </a:lnTo>
                  <a:lnTo>
                    <a:pt x="4521327" y="5981699"/>
                  </a:lnTo>
                  <a:lnTo>
                    <a:pt x="4484447" y="5968999"/>
                  </a:lnTo>
                  <a:lnTo>
                    <a:pt x="4386453" y="5968999"/>
                  </a:lnTo>
                  <a:lnTo>
                    <a:pt x="4382587" y="5956299"/>
                  </a:lnTo>
                  <a:lnTo>
                    <a:pt x="4372387" y="5943599"/>
                  </a:lnTo>
                  <a:close/>
                </a:path>
                <a:path w="12192000" h="6845300">
                  <a:moveTo>
                    <a:pt x="5758561" y="5943599"/>
                  </a:moveTo>
                  <a:lnTo>
                    <a:pt x="5736082" y="5943599"/>
                  </a:lnTo>
                  <a:lnTo>
                    <a:pt x="5871083" y="6007099"/>
                  </a:lnTo>
                  <a:lnTo>
                    <a:pt x="5893562" y="6007099"/>
                  </a:lnTo>
                  <a:lnTo>
                    <a:pt x="5758561" y="5943599"/>
                  </a:lnTo>
                  <a:close/>
                </a:path>
                <a:path w="12192000" h="6845300">
                  <a:moveTo>
                    <a:pt x="4453890" y="5880099"/>
                  </a:moveTo>
                  <a:lnTo>
                    <a:pt x="4386453" y="5880099"/>
                  </a:lnTo>
                  <a:lnTo>
                    <a:pt x="4521327" y="5943599"/>
                  </a:lnTo>
                  <a:lnTo>
                    <a:pt x="4546687" y="5956299"/>
                  </a:lnTo>
                  <a:lnTo>
                    <a:pt x="4555140" y="5968999"/>
                  </a:lnTo>
                  <a:lnTo>
                    <a:pt x="4546687" y="5981699"/>
                  </a:lnTo>
                  <a:lnTo>
                    <a:pt x="4678807" y="5981699"/>
                  </a:lnTo>
                  <a:lnTo>
                    <a:pt x="4628929" y="5968999"/>
                  </a:lnTo>
                  <a:lnTo>
                    <a:pt x="4583255" y="5956299"/>
                  </a:lnTo>
                  <a:lnTo>
                    <a:pt x="4545986" y="5930899"/>
                  </a:lnTo>
                  <a:lnTo>
                    <a:pt x="4521327" y="5918199"/>
                  </a:lnTo>
                  <a:lnTo>
                    <a:pt x="4487608" y="5892799"/>
                  </a:lnTo>
                  <a:lnTo>
                    <a:pt x="4453890" y="5880099"/>
                  </a:lnTo>
                  <a:close/>
                </a:path>
                <a:path w="12192000" h="6845300">
                  <a:moveTo>
                    <a:pt x="4410688" y="5943599"/>
                  </a:moveTo>
                  <a:lnTo>
                    <a:pt x="4386453" y="5968999"/>
                  </a:lnTo>
                  <a:lnTo>
                    <a:pt x="4484447" y="5968999"/>
                  </a:lnTo>
                  <a:lnTo>
                    <a:pt x="4445460" y="5956299"/>
                  </a:lnTo>
                  <a:lnTo>
                    <a:pt x="4410688" y="5943599"/>
                  </a:lnTo>
                  <a:close/>
                </a:path>
                <a:path w="12192000" h="6845300">
                  <a:moveTo>
                    <a:pt x="5458757" y="5956299"/>
                  </a:moveTo>
                  <a:lnTo>
                    <a:pt x="5403911" y="5956299"/>
                  </a:lnTo>
                  <a:lnTo>
                    <a:pt x="5443601" y="5968999"/>
                  </a:lnTo>
                  <a:lnTo>
                    <a:pt x="5458757" y="5956299"/>
                  </a:lnTo>
                  <a:close/>
                </a:path>
                <a:path w="12192000" h="6845300">
                  <a:moveTo>
                    <a:pt x="5421491" y="5943599"/>
                  </a:moveTo>
                  <a:lnTo>
                    <a:pt x="5358251" y="5943599"/>
                  </a:lnTo>
                  <a:lnTo>
                    <a:pt x="5378973" y="5956299"/>
                  </a:lnTo>
                  <a:lnTo>
                    <a:pt x="5446458" y="5956299"/>
                  </a:lnTo>
                  <a:lnTo>
                    <a:pt x="5421491" y="5943599"/>
                  </a:lnTo>
                  <a:close/>
                </a:path>
                <a:path w="12192000" h="6845300">
                  <a:moveTo>
                    <a:pt x="7850517" y="5880111"/>
                  </a:moveTo>
                  <a:lnTo>
                    <a:pt x="7864222" y="5892799"/>
                  </a:lnTo>
                  <a:lnTo>
                    <a:pt x="7892716" y="5905499"/>
                  </a:lnTo>
                  <a:lnTo>
                    <a:pt x="7916995" y="5918199"/>
                  </a:lnTo>
                  <a:lnTo>
                    <a:pt x="7918069" y="5918199"/>
                  </a:lnTo>
                  <a:lnTo>
                    <a:pt x="7873985" y="5892799"/>
                  </a:lnTo>
                  <a:lnTo>
                    <a:pt x="7850517" y="5880111"/>
                  </a:lnTo>
                  <a:close/>
                </a:path>
                <a:path w="12192000" h="6845300">
                  <a:moveTo>
                    <a:pt x="12192000" y="5067300"/>
                  </a:moveTo>
                  <a:lnTo>
                    <a:pt x="6096000" y="5067300"/>
                  </a:lnTo>
                  <a:lnTo>
                    <a:pt x="6143860" y="5080000"/>
                  </a:lnTo>
                  <a:lnTo>
                    <a:pt x="6191082" y="5105400"/>
                  </a:lnTo>
                  <a:lnTo>
                    <a:pt x="6237714" y="5118100"/>
                  </a:lnTo>
                  <a:lnTo>
                    <a:pt x="6329404" y="5168900"/>
                  </a:lnTo>
                  <a:lnTo>
                    <a:pt x="6374562" y="5181600"/>
                  </a:lnTo>
                  <a:lnTo>
                    <a:pt x="6507871" y="5257799"/>
                  </a:lnTo>
                  <a:lnTo>
                    <a:pt x="6551750" y="5270499"/>
                  </a:lnTo>
                  <a:lnTo>
                    <a:pt x="6638968" y="5321299"/>
                  </a:lnTo>
                  <a:lnTo>
                    <a:pt x="6682405" y="5334000"/>
                  </a:lnTo>
                  <a:lnTo>
                    <a:pt x="6725793" y="5359399"/>
                  </a:lnTo>
                  <a:lnTo>
                    <a:pt x="6766588" y="5372099"/>
                  </a:lnTo>
                  <a:lnTo>
                    <a:pt x="6808026" y="5397499"/>
                  </a:lnTo>
                  <a:lnTo>
                    <a:pt x="6850146" y="5410199"/>
                  </a:lnTo>
                  <a:lnTo>
                    <a:pt x="6892987" y="5435599"/>
                  </a:lnTo>
                  <a:lnTo>
                    <a:pt x="6936589" y="5448299"/>
                  </a:lnTo>
                  <a:lnTo>
                    <a:pt x="6980991" y="5473699"/>
                  </a:lnTo>
                  <a:lnTo>
                    <a:pt x="7026234" y="5499099"/>
                  </a:lnTo>
                  <a:lnTo>
                    <a:pt x="7072355" y="5511799"/>
                  </a:lnTo>
                  <a:lnTo>
                    <a:pt x="7119396" y="5537199"/>
                  </a:lnTo>
                  <a:lnTo>
                    <a:pt x="7167395" y="5562599"/>
                  </a:lnTo>
                  <a:lnTo>
                    <a:pt x="7216392" y="5575299"/>
                  </a:lnTo>
                  <a:lnTo>
                    <a:pt x="7266426" y="5600699"/>
                  </a:lnTo>
                  <a:lnTo>
                    <a:pt x="7317538" y="5626099"/>
                  </a:lnTo>
                  <a:lnTo>
                    <a:pt x="7369766" y="5651499"/>
                  </a:lnTo>
                  <a:lnTo>
                    <a:pt x="7423150" y="5676899"/>
                  </a:lnTo>
                  <a:lnTo>
                    <a:pt x="7456888" y="5689599"/>
                  </a:lnTo>
                  <a:lnTo>
                    <a:pt x="7524412" y="5702299"/>
                  </a:lnTo>
                  <a:lnTo>
                    <a:pt x="7558151" y="5714999"/>
                  </a:lnTo>
                  <a:lnTo>
                    <a:pt x="7594816" y="5740399"/>
                  </a:lnTo>
                  <a:lnTo>
                    <a:pt x="7636498" y="5765799"/>
                  </a:lnTo>
                  <a:lnTo>
                    <a:pt x="7681876" y="5791199"/>
                  </a:lnTo>
                  <a:lnTo>
                    <a:pt x="7729632" y="5816599"/>
                  </a:lnTo>
                  <a:lnTo>
                    <a:pt x="7827006" y="5867399"/>
                  </a:lnTo>
                  <a:lnTo>
                    <a:pt x="7850517" y="5880111"/>
                  </a:lnTo>
                  <a:lnTo>
                    <a:pt x="8210423" y="5880099"/>
                  </a:lnTo>
                  <a:lnTo>
                    <a:pt x="8151519" y="5867399"/>
                  </a:lnTo>
                  <a:lnTo>
                    <a:pt x="8106348" y="5841999"/>
                  </a:lnTo>
                  <a:lnTo>
                    <a:pt x="8069913" y="5829299"/>
                  </a:lnTo>
                  <a:lnTo>
                    <a:pt x="8037213" y="5803899"/>
                  </a:lnTo>
                  <a:lnTo>
                    <a:pt x="8003251" y="5778499"/>
                  </a:lnTo>
                  <a:lnTo>
                    <a:pt x="7963027" y="5765799"/>
                  </a:lnTo>
                  <a:lnTo>
                    <a:pt x="7910223" y="5740399"/>
                  </a:lnTo>
                  <a:lnTo>
                    <a:pt x="7865690" y="5714999"/>
                  </a:lnTo>
                  <a:lnTo>
                    <a:pt x="7826673" y="5689599"/>
                  </a:lnTo>
                  <a:lnTo>
                    <a:pt x="7790418" y="5664199"/>
                  </a:lnTo>
                  <a:lnTo>
                    <a:pt x="7754169" y="5651499"/>
                  </a:lnTo>
                  <a:lnTo>
                    <a:pt x="7715172" y="5626099"/>
                  </a:lnTo>
                  <a:lnTo>
                    <a:pt x="7670673" y="5600699"/>
                  </a:lnTo>
                  <a:lnTo>
                    <a:pt x="7620373" y="5587999"/>
                  </a:lnTo>
                  <a:lnTo>
                    <a:pt x="7572216" y="5562599"/>
                  </a:lnTo>
                  <a:lnTo>
                    <a:pt x="7528298" y="5537199"/>
                  </a:lnTo>
                  <a:lnTo>
                    <a:pt x="7490714" y="5511799"/>
                  </a:lnTo>
                  <a:lnTo>
                    <a:pt x="7444942" y="5486399"/>
                  </a:lnTo>
                  <a:lnTo>
                    <a:pt x="7397876" y="5473699"/>
                  </a:lnTo>
                  <a:lnTo>
                    <a:pt x="7204060" y="5372099"/>
                  </a:lnTo>
                  <a:lnTo>
                    <a:pt x="7156069" y="5359399"/>
                  </a:lnTo>
                  <a:lnTo>
                    <a:pt x="7109003" y="5334000"/>
                  </a:lnTo>
                  <a:lnTo>
                    <a:pt x="7063232" y="5308599"/>
                  </a:lnTo>
                  <a:lnTo>
                    <a:pt x="7042860" y="5295899"/>
                  </a:lnTo>
                  <a:lnTo>
                    <a:pt x="6993687" y="5283199"/>
                  </a:lnTo>
                  <a:lnTo>
                    <a:pt x="6973316" y="5270499"/>
                  </a:lnTo>
                  <a:lnTo>
                    <a:pt x="12192000" y="5270499"/>
                  </a:lnTo>
                  <a:lnTo>
                    <a:pt x="12192000" y="5105400"/>
                  </a:lnTo>
                  <a:lnTo>
                    <a:pt x="12179004" y="5105400"/>
                  </a:lnTo>
                  <a:lnTo>
                    <a:pt x="12172330" y="5092700"/>
                  </a:lnTo>
                  <a:lnTo>
                    <a:pt x="12169872" y="5092700"/>
                  </a:lnTo>
                  <a:lnTo>
                    <a:pt x="12169521" y="5080000"/>
                  </a:lnTo>
                  <a:lnTo>
                    <a:pt x="12192000" y="5080000"/>
                  </a:lnTo>
                  <a:lnTo>
                    <a:pt x="12192000" y="5067300"/>
                  </a:lnTo>
                  <a:close/>
                </a:path>
                <a:path w="12192000" h="6845300">
                  <a:moveTo>
                    <a:pt x="4206494" y="5778499"/>
                  </a:moveTo>
                  <a:lnTo>
                    <a:pt x="4240916" y="5816599"/>
                  </a:lnTo>
                  <a:lnTo>
                    <a:pt x="4279566" y="5841999"/>
                  </a:lnTo>
                  <a:lnTo>
                    <a:pt x="4326669" y="5854699"/>
                  </a:lnTo>
                  <a:lnTo>
                    <a:pt x="4386453" y="5880099"/>
                  </a:lnTo>
                  <a:lnTo>
                    <a:pt x="4313285" y="5841999"/>
                  </a:lnTo>
                  <a:lnTo>
                    <a:pt x="4206494" y="5778499"/>
                  </a:lnTo>
                  <a:close/>
                </a:path>
                <a:path w="12192000" h="6845300">
                  <a:moveTo>
                    <a:pt x="7400671" y="5829299"/>
                  </a:moveTo>
                  <a:lnTo>
                    <a:pt x="7315267" y="5829299"/>
                  </a:lnTo>
                  <a:lnTo>
                    <a:pt x="7352887" y="5841999"/>
                  </a:lnTo>
                  <a:lnTo>
                    <a:pt x="7386268" y="5841999"/>
                  </a:lnTo>
                  <a:lnTo>
                    <a:pt x="7400671" y="5829299"/>
                  </a:lnTo>
                  <a:close/>
                </a:path>
                <a:path w="12192000" h="6845300">
                  <a:moveTo>
                    <a:pt x="3419221" y="5422899"/>
                  </a:moveTo>
                  <a:lnTo>
                    <a:pt x="2742235" y="5422899"/>
                  </a:lnTo>
                  <a:lnTo>
                    <a:pt x="2791408" y="5448299"/>
                  </a:lnTo>
                  <a:lnTo>
                    <a:pt x="2811780" y="5473699"/>
                  </a:lnTo>
                  <a:lnTo>
                    <a:pt x="2857571" y="5486399"/>
                  </a:lnTo>
                  <a:lnTo>
                    <a:pt x="2899813" y="5511799"/>
                  </a:lnTo>
                  <a:lnTo>
                    <a:pt x="2940475" y="5524499"/>
                  </a:lnTo>
                  <a:lnTo>
                    <a:pt x="2981529" y="5549899"/>
                  </a:lnTo>
                  <a:lnTo>
                    <a:pt x="3024943" y="5562599"/>
                  </a:lnTo>
                  <a:lnTo>
                    <a:pt x="3072690" y="5587999"/>
                  </a:lnTo>
                  <a:lnTo>
                    <a:pt x="3126740" y="5600699"/>
                  </a:lnTo>
                  <a:lnTo>
                    <a:pt x="3086679" y="5587999"/>
                  </a:lnTo>
                  <a:lnTo>
                    <a:pt x="3042380" y="5562599"/>
                  </a:lnTo>
                  <a:lnTo>
                    <a:pt x="3006510" y="5537199"/>
                  </a:lnTo>
                  <a:lnTo>
                    <a:pt x="2991739" y="5511799"/>
                  </a:lnTo>
                  <a:lnTo>
                    <a:pt x="3574875" y="5511799"/>
                  </a:lnTo>
                  <a:lnTo>
                    <a:pt x="3558438" y="5499099"/>
                  </a:lnTo>
                  <a:lnTo>
                    <a:pt x="3504829" y="5473699"/>
                  </a:lnTo>
                  <a:lnTo>
                    <a:pt x="3455548" y="5448299"/>
                  </a:lnTo>
                  <a:lnTo>
                    <a:pt x="3419221" y="5422899"/>
                  </a:lnTo>
                  <a:close/>
                </a:path>
                <a:path w="12192000" h="6845300">
                  <a:moveTo>
                    <a:pt x="12192000" y="5524499"/>
                  </a:moveTo>
                  <a:lnTo>
                    <a:pt x="12158279" y="5524499"/>
                  </a:lnTo>
                  <a:lnTo>
                    <a:pt x="12192000" y="5537199"/>
                  </a:lnTo>
                  <a:lnTo>
                    <a:pt x="12192000" y="5524499"/>
                  </a:lnTo>
                  <a:close/>
                </a:path>
                <a:path w="12192000" h="6845300">
                  <a:moveTo>
                    <a:pt x="6896637" y="5448299"/>
                  </a:moveTo>
                  <a:lnTo>
                    <a:pt x="6769473" y="5448299"/>
                  </a:lnTo>
                  <a:lnTo>
                    <a:pt x="6798976" y="5460999"/>
                  </a:lnTo>
                  <a:lnTo>
                    <a:pt x="6836910" y="5473699"/>
                  </a:lnTo>
                  <a:lnTo>
                    <a:pt x="6883273" y="5486399"/>
                  </a:lnTo>
                  <a:lnTo>
                    <a:pt x="6928231" y="5486399"/>
                  </a:lnTo>
                  <a:lnTo>
                    <a:pt x="6943036" y="5473699"/>
                  </a:lnTo>
                  <a:lnTo>
                    <a:pt x="6928278" y="5460999"/>
                  </a:lnTo>
                  <a:lnTo>
                    <a:pt x="6896637" y="5448299"/>
                  </a:lnTo>
                  <a:close/>
                </a:path>
                <a:path w="12192000" h="6845300">
                  <a:moveTo>
                    <a:pt x="6208522" y="5270499"/>
                  </a:moveTo>
                  <a:lnTo>
                    <a:pt x="6245752" y="5283199"/>
                  </a:lnTo>
                  <a:lnTo>
                    <a:pt x="6328644" y="5321299"/>
                  </a:lnTo>
                  <a:lnTo>
                    <a:pt x="6365875" y="5334000"/>
                  </a:lnTo>
                  <a:lnTo>
                    <a:pt x="6396154" y="5346699"/>
                  </a:lnTo>
                  <a:lnTo>
                    <a:pt x="6447145" y="5384036"/>
                  </a:lnTo>
                  <a:lnTo>
                    <a:pt x="6478397" y="5397499"/>
                  </a:lnTo>
                  <a:lnTo>
                    <a:pt x="3464179" y="5397499"/>
                  </a:lnTo>
                  <a:lnTo>
                    <a:pt x="3484550" y="5410199"/>
                  </a:lnTo>
                  <a:lnTo>
                    <a:pt x="3533723" y="5435599"/>
                  </a:lnTo>
                  <a:lnTo>
                    <a:pt x="3554095" y="5448299"/>
                  </a:lnTo>
                  <a:lnTo>
                    <a:pt x="3554446" y="5435599"/>
                  </a:lnTo>
                  <a:lnTo>
                    <a:pt x="3556904" y="5422899"/>
                  </a:lnTo>
                  <a:lnTo>
                    <a:pt x="6563568" y="5422899"/>
                  </a:lnTo>
                  <a:lnTo>
                    <a:pt x="6388481" y="5334000"/>
                  </a:lnTo>
                  <a:lnTo>
                    <a:pt x="6366631" y="5321299"/>
                  </a:lnTo>
                  <a:lnTo>
                    <a:pt x="6332172" y="5295899"/>
                  </a:lnTo>
                  <a:lnTo>
                    <a:pt x="6280878" y="5283199"/>
                  </a:lnTo>
                  <a:lnTo>
                    <a:pt x="6208522" y="5270499"/>
                  </a:lnTo>
                  <a:close/>
                </a:path>
                <a:path w="12192000" h="6845300">
                  <a:moveTo>
                    <a:pt x="6723738" y="5372099"/>
                  </a:moveTo>
                  <a:lnTo>
                    <a:pt x="6613398" y="5372099"/>
                  </a:lnTo>
                  <a:lnTo>
                    <a:pt x="6613398" y="5377823"/>
                  </a:lnTo>
                  <a:lnTo>
                    <a:pt x="6640796" y="5384799"/>
                  </a:lnTo>
                  <a:lnTo>
                    <a:pt x="6686470" y="5397499"/>
                  </a:lnTo>
                  <a:lnTo>
                    <a:pt x="6723739" y="5410199"/>
                  </a:lnTo>
                  <a:lnTo>
                    <a:pt x="6748399" y="5448299"/>
                  </a:lnTo>
                  <a:lnTo>
                    <a:pt x="6860794" y="5448299"/>
                  </a:lnTo>
                  <a:lnTo>
                    <a:pt x="6816797" y="5422899"/>
                  </a:lnTo>
                  <a:lnTo>
                    <a:pt x="6770977" y="5397499"/>
                  </a:lnTo>
                  <a:lnTo>
                    <a:pt x="6723738" y="5372099"/>
                  </a:lnTo>
                  <a:close/>
                </a:path>
                <a:path w="12192000" h="6845300">
                  <a:moveTo>
                    <a:pt x="5308727" y="1384299"/>
                  </a:moveTo>
                  <a:lnTo>
                    <a:pt x="5263642" y="1384299"/>
                  </a:lnTo>
                  <a:lnTo>
                    <a:pt x="5248910" y="1396999"/>
                  </a:lnTo>
                  <a:lnTo>
                    <a:pt x="5263705" y="1409699"/>
                  </a:lnTo>
                  <a:lnTo>
                    <a:pt x="5295360" y="1422399"/>
                  </a:lnTo>
                  <a:lnTo>
                    <a:pt x="5331206" y="1435099"/>
                  </a:lnTo>
                  <a:lnTo>
                    <a:pt x="5375202" y="1447799"/>
                  </a:lnTo>
                  <a:lnTo>
                    <a:pt x="5421022" y="1473199"/>
                  </a:lnTo>
                  <a:lnTo>
                    <a:pt x="5468261" y="1498599"/>
                  </a:lnTo>
                  <a:lnTo>
                    <a:pt x="5663296" y="1600199"/>
                  </a:lnTo>
                  <a:lnTo>
                    <a:pt x="5711548" y="1612899"/>
                  </a:lnTo>
                  <a:lnTo>
                    <a:pt x="5758787" y="1638299"/>
                  </a:lnTo>
                  <a:lnTo>
                    <a:pt x="5804607" y="1663699"/>
                  </a:lnTo>
                  <a:lnTo>
                    <a:pt x="5848604" y="1676399"/>
                  </a:lnTo>
                  <a:lnTo>
                    <a:pt x="5888784" y="1701799"/>
                  </a:lnTo>
                  <a:lnTo>
                    <a:pt x="5937720" y="1727199"/>
                  </a:lnTo>
                  <a:lnTo>
                    <a:pt x="5989161" y="1739899"/>
                  </a:lnTo>
                  <a:lnTo>
                    <a:pt x="6036855" y="1765299"/>
                  </a:lnTo>
                  <a:lnTo>
                    <a:pt x="6074552" y="1790699"/>
                  </a:lnTo>
                  <a:lnTo>
                    <a:pt x="6096000" y="1816099"/>
                  </a:lnTo>
                  <a:lnTo>
                    <a:pt x="0" y="1816099"/>
                  </a:lnTo>
                  <a:lnTo>
                    <a:pt x="0" y="4521200"/>
                  </a:lnTo>
                  <a:lnTo>
                    <a:pt x="742315" y="4521200"/>
                  </a:lnTo>
                  <a:lnTo>
                    <a:pt x="787304" y="4546600"/>
                  </a:lnTo>
                  <a:lnTo>
                    <a:pt x="832294" y="4559300"/>
                  </a:lnTo>
                  <a:lnTo>
                    <a:pt x="922274" y="4610100"/>
                  </a:lnTo>
                  <a:lnTo>
                    <a:pt x="967263" y="4622800"/>
                  </a:lnTo>
                  <a:lnTo>
                    <a:pt x="1057243" y="4660900"/>
                  </a:lnTo>
                  <a:lnTo>
                    <a:pt x="1102233" y="4686300"/>
                  </a:lnTo>
                  <a:lnTo>
                    <a:pt x="1147222" y="4699000"/>
                  </a:lnTo>
                  <a:lnTo>
                    <a:pt x="1237202" y="4749800"/>
                  </a:lnTo>
                  <a:lnTo>
                    <a:pt x="1282192" y="4762500"/>
                  </a:lnTo>
                  <a:lnTo>
                    <a:pt x="1299051" y="4775200"/>
                  </a:lnTo>
                  <a:lnTo>
                    <a:pt x="1332769" y="4775200"/>
                  </a:lnTo>
                  <a:lnTo>
                    <a:pt x="1349629" y="4787900"/>
                  </a:lnTo>
                  <a:lnTo>
                    <a:pt x="1501487" y="4864100"/>
                  </a:lnTo>
                  <a:lnTo>
                    <a:pt x="1552067" y="4876800"/>
                  </a:lnTo>
                  <a:lnTo>
                    <a:pt x="1568648" y="4889500"/>
                  </a:lnTo>
                  <a:lnTo>
                    <a:pt x="1583086" y="4902200"/>
                  </a:lnTo>
                  <a:lnTo>
                    <a:pt x="1664589" y="4902200"/>
                  </a:lnTo>
                  <a:lnTo>
                    <a:pt x="1755584" y="4953000"/>
                  </a:lnTo>
                  <a:lnTo>
                    <a:pt x="1800204" y="4965700"/>
                  </a:lnTo>
                  <a:lnTo>
                    <a:pt x="1931735" y="5041900"/>
                  </a:lnTo>
                  <a:lnTo>
                    <a:pt x="1975132" y="5054600"/>
                  </a:lnTo>
                  <a:lnTo>
                    <a:pt x="2193191" y="5181600"/>
                  </a:lnTo>
                  <a:lnTo>
                    <a:pt x="2237708" y="5194300"/>
                  </a:lnTo>
                  <a:lnTo>
                    <a:pt x="2282757" y="5219700"/>
                  </a:lnTo>
                  <a:lnTo>
                    <a:pt x="2374844" y="5270499"/>
                  </a:lnTo>
                  <a:lnTo>
                    <a:pt x="2422079" y="5283199"/>
                  </a:lnTo>
                  <a:lnTo>
                    <a:pt x="2470240" y="5308599"/>
                  </a:lnTo>
                  <a:lnTo>
                    <a:pt x="2519426" y="5334000"/>
                  </a:lnTo>
                  <a:lnTo>
                    <a:pt x="2527153" y="5346699"/>
                  </a:lnTo>
                  <a:lnTo>
                    <a:pt x="2547524" y="5372099"/>
                  </a:lnTo>
                  <a:lnTo>
                    <a:pt x="2576325" y="5384799"/>
                  </a:lnTo>
                  <a:lnTo>
                    <a:pt x="2609342" y="5397499"/>
                  </a:lnTo>
                  <a:lnTo>
                    <a:pt x="2623744" y="5410199"/>
                  </a:lnTo>
                  <a:lnTo>
                    <a:pt x="2640266" y="5410199"/>
                  </a:lnTo>
                  <a:lnTo>
                    <a:pt x="2669456" y="5422899"/>
                  </a:lnTo>
                  <a:lnTo>
                    <a:pt x="3398775" y="5422899"/>
                  </a:lnTo>
                  <a:lnTo>
                    <a:pt x="3349551" y="5397499"/>
                  </a:lnTo>
                  <a:lnTo>
                    <a:pt x="3329178" y="5372099"/>
                  </a:lnTo>
                  <a:lnTo>
                    <a:pt x="3312669" y="5359399"/>
                  </a:lnTo>
                  <a:lnTo>
                    <a:pt x="3298269" y="5359399"/>
                  </a:lnTo>
                  <a:lnTo>
                    <a:pt x="3288083" y="5346699"/>
                  </a:lnTo>
                  <a:lnTo>
                    <a:pt x="3284220" y="5334000"/>
                  </a:lnTo>
                  <a:lnTo>
                    <a:pt x="3270873" y="5334000"/>
                  </a:lnTo>
                  <a:lnTo>
                    <a:pt x="3261741" y="5321299"/>
                  </a:lnTo>
                  <a:lnTo>
                    <a:pt x="3239262" y="5308599"/>
                  </a:lnTo>
                  <a:lnTo>
                    <a:pt x="6288137" y="5308599"/>
                  </a:lnTo>
                  <a:lnTo>
                    <a:pt x="6271172" y="5295899"/>
                  </a:lnTo>
                  <a:lnTo>
                    <a:pt x="6231001" y="5283199"/>
                  </a:lnTo>
                  <a:lnTo>
                    <a:pt x="6197560" y="5270499"/>
                  </a:lnTo>
                  <a:lnTo>
                    <a:pt x="6166262" y="5270499"/>
                  </a:lnTo>
                  <a:lnTo>
                    <a:pt x="6139203" y="5257799"/>
                  </a:lnTo>
                  <a:lnTo>
                    <a:pt x="6118479" y="5245099"/>
                  </a:lnTo>
                  <a:lnTo>
                    <a:pt x="6117776" y="5232399"/>
                  </a:lnTo>
                  <a:lnTo>
                    <a:pt x="6112859" y="5232399"/>
                  </a:lnTo>
                  <a:lnTo>
                    <a:pt x="6099512" y="5219700"/>
                  </a:lnTo>
                  <a:lnTo>
                    <a:pt x="6028563" y="5219700"/>
                  </a:lnTo>
                  <a:lnTo>
                    <a:pt x="5978263" y="5194300"/>
                  </a:lnTo>
                  <a:lnTo>
                    <a:pt x="5930106" y="5168900"/>
                  </a:lnTo>
                  <a:lnTo>
                    <a:pt x="5886188" y="5143500"/>
                  </a:lnTo>
                  <a:lnTo>
                    <a:pt x="5848604" y="5130800"/>
                  </a:lnTo>
                  <a:lnTo>
                    <a:pt x="6202838" y="5130800"/>
                  </a:lnTo>
                  <a:lnTo>
                    <a:pt x="6155144" y="5105400"/>
                  </a:lnTo>
                  <a:lnTo>
                    <a:pt x="6117447" y="5080000"/>
                  </a:lnTo>
                  <a:lnTo>
                    <a:pt x="6096000" y="5067300"/>
                  </a:lnTo>
                  <a:lnTo>
                    <a:pt x="12192000" y="5067300"/>
                  </a:lnTo>
                  <a:lnTo>
                    <a:pt x="12192000" y="4343400"/>
                  </a:lnTo>
                  <a:lnTo>
                    <a:pt x="67483" y="4343400"/>
                  </a:lnTo>
                  <a:lnTo>
                    <a:pt x="50612" y="4330700"/>
                  </a:lnTo>
                  <a:lnTo>
                    <a:pt x="16870" y="4318000"/>
                  </a:lnTo>
                  <a:lnTo>
                    <a:pt x="12192000" y="4318000"/>
                  </a:lnTo>
                  <a:lnTo>
                    <a:pt x="12192000" y="2692399"/>
                  </a:lnTo>
                  <a:lnTo>
                    <a:pt x="12158630" y="2679699"/>
                  </a:lnTo>
                  <a:lnTo>
                    <a:pt x="12127357" y="2654299"/>
                  </a:lnTo>
                  <a:lnTo>
                    <a:pt x="12100274" y="2641599"/>
                  </a:lnTo>
                  <a:lnTo>
                    <a:pt x="12079478" y="2628899"/>
                  </a:lnTo>
                  <a:lnTo>
                    <a:pt x="12192000" y="2628899"/>
                  </a:lnTo>
                  <a:lnTo>
                    <a:pt x="12192000" y="2489199"/>
                  </a:lnTo>
                  <a:lnTo>
                    <a:pt x="12079478" y="2489199"/>
                  </a:lnTo>
                  <a:lnTo>
                    <a:pt x="12030924" y="2463799"/>
                  </a:lnTo>
                  <a:lnTo>
                    <a:pt x="11983288" y="2438399"/>
                  </a:lnTo>
                  <a:lnTo>
                    <a:pt x="11584686" y="2438399"/>
                  </a:lnTo>
                  <a:lnTo>
                    <a:pt x="11539399" y="2425699"/>
                  </a:lnTo>
                  <a:lnTo>
                    <a:pt x="11536854" y="2425699"/>
                  </a:lnTo>
                  <a:lnTo>
                    <a:pt x="11531346" y="2423465"/>
                  </a:lnTo>
                  <a:lnTo>
                    <a:pt x="11493635" y="2412999"/>
                  </a:lnTo>
                  <a:lnTo>
                    <a:pt x="11401158" y="2362199"/>
                  </a:lnTo>
                  <a:lnTo>
                    <a:pt x="11354684" y="2349499"/>
                  </a:lnTo>
                  <a:lnTo>
                    <a:pt x="11308212" y="2324099"/>
                  </a:lnTo>
                  <a:lnTo>
                    <a:pt x="11261861" y="2311399"/>
                  </a:lnTo>
                  <a:lnTo>
                    <a:pt x="11124739" y="2235199"/>
                  </a:lnTo>
                  <a:lnTo>
                    <a:pt x="11080073" y="2222499"/>
                  </a:lnTo>
                  <a:lnTo>
                    <a:pt x="11036127" y="2197099"/>
                  </a:lnTo>
                  <a:lnTo>
                    <a:pt x="10993021" y="2171699"/>
                  </a:lnTo>
                  <a:lnTo>
                    <a:pt x="10950875" y="2146299"/>
                  </a:lnTo>
                  <a:lnTo>
                    <a:pt x="10909808" y="2133599"/>
                  </a:lnTo>
                  <a:lnTo>
                    <a:pt x="10892948" y="2133599"/>
                  </a:lnTo>
                  <a:lnTo>
                    <a:pt x="10876089" y="2120899"/>
                  </a:lnTo>
                  <a:lnTo>
                    <a:pt x="10859230" y="2120899"/>
                  </a:lnTo>
                  <a:lnTo>
                    <a:pt x="10842371" y="2108199"/>
                  </a:lnTo>
                  <a:lnTo>
                    <a:pt x="10690512" y="2031999"/>
                  </a:lnTo>
                  <a:lnTo>
                    <a:pt x="10639933" y="2019299"/>
                  </a:lnTo>
                  <a:lnTo>
                    <a:pt x="10623351" y="2006599"/>
                  </a:lnTo>
                  <a:lnTo>
                    <a:pt x="10608913" y="1993899"/>
                  </a:lnTo>
                  <a:lnTo>
                    <a:pt x="10527411" y="1993899"/>
                  </a:lnTo>
                  <a:lnTo>
                    <a:pt x="10347629" y="1892299"/>
                  </a:lnTo>
                  <a:lnTo>
                    <a:pt x="10303818" y="1866899"/>
                  </a:lnTo>
                  <a:lnTo>
                    <a:pt x="10260264" y="1854199"/>
                  </a:lnTo>
                  <a:lnTo>
                    <a:pt x="10108398" y="1765299"/>
                  </a:lnTo>
                  <a:lnTo>
                    <a:pt x="6329346" y="1765299"/>
                  </a:lnTo>
                  <a:lnTo>
                    <a:pt x="6314946" y="1752599"/>
                  </a:lnTo>
                  <a:lnTo>
                    <a:pt x="6298438" y="1739899"/>
                  </a:lnTo>
                  <a:lnTo>
                    <a:pt x="6231001" y="1739899"/>
                  </a:lnTo>
                  <a:lnTo>
                    <a:pt x="6168056" y="1727199"/>
                  </a:lnTo>
                  <a:lnTo>
                    <a:pt x="6115685" y="1714499"/>
                  </a:lnTo>
                  <a:lnTo>
                    <a:pt x="6075981" y="1689099"/>
                  </a:lnTo>
                  <a:lnTo>
                    <a:pt x="6051042" y="1650999"/>
                  </a:lnTo>
                  <a:lnTo>
                    <a:pt x="5944139" y="1650999"/>
                  </a:lnTo>
                  <a:lnTo>
                    <a:pt x="5910421" y="1638299"/>
                  </a:lnTo>
                  <a:lnTo>
                    <a:pt x="5893562" y="1638299"/>
                  </a:lnTo>
                  <a:lnTo>
                    <a:pt x="5846590" y="1612899"/>
                  </a:lnTo>
                  <a:lnTo>
                    <a:pt x="5801596" y="1587499"/>
                  </a:lnTo>
                  <a:lnTo>
                    <a:pt x="5670567" y="1511299"/>
                  </a:lnTo>
                  <a:lnTo>
                    <a:pt x="5625573" y="1498599"/>
                  </a:lnTo>
                  <a:lnTo>
                    <a:pt x="5551203" y="1498599"/>
                  </a:lnTo>
                  <a:lnTo>
                    <a:pt x="5505529" y="1485899"/>
                  </a:lnTo>
                  <a:lnTo>
                    <a:pt x="5468260" y="1460499"/>
                  </a:lnTo>
                  <a:lnTo>
                    <a:pt x="5443601" y="1435099"/>
                  </a:lnTo>
                  <a:lnTo>
                    <a:pt x="5422526" y="1422399"/>
                  </a:lnTo>
                  <a:lnTo>
                    <a:pt x="5393023" y="1409699"/>
                  </a:lnTo>
                  <a:lnTo>
                    <a:pt x="5355089" y="1396999"/>
                  </a:lnTo>
                  <a:lnTo>
                    <a:pt x="5308727" y="1384299"/>
                  </a:lnTo>
                  <a:close/>
                </a:path>
                <a:path w="12192000" h="6845300">
                  <a:moveTo>
                    <a:pt x="7379976" y="5417602"/>
                  </a:moveTo>
                  <a:lnTo>
                    <a:pt x="7381001" y="5422899"/>
                  </a:lnTo>
                  <a:lnTo>
                    <a:pt x="7389431" y="5422899"/>
                  </a:lnTo>
                  <a:lnTo>
                    <a:pt x="7387357" y="5419491"/>
                  </a:lnTo>
                  <a:lnTo>
                    <a:pt x="7379976" y="5417602"/>
                  </a:lnTo>
                  <a:close/>
                </a:path>
                <a:path w="12192000" h="6845300">
                  <a:moveTo>
                    <a:pt x="12192000" y="5270499"/>
                  </a:moveTo>
                  <a:lnTo>
                    <a:pt x="7040753" y="5270499"/>
                  </a:lnTo>
                  <a:lnTo>
                    <a:pt x="7082987" y="5283199"/>
                  </a:lnTo>
                  <a:lnTo>
                    <a:pt x="7168485" y="5334000"/>
                  </a:lnTo>
                  <a:lnTo>
                    <a:pt x="7212282" y="5346699"/>
                  </a:lnTo>
                  <a:lnTo>
                    <a:pt x="7257132" y="5372099"/>
                  </a:lnTo>
                  <a:lnTo>
                    <a:pt x="7303303" y="5384799"/>
                  </a:lnTo>
                  <a:lnTo>
                    <a:pt x="7351060" y="5410199"/>
                  </a:lnTo>
                  <a:lnTo>
                    <a:pt x="7379976" y="5417602"/>
                  </a:lnTo>
                  <a:lnTo>
                    <a:pt x="7378543" y="5410199"/>
                  </a:lnTo>
                  <a:lnTo>
                    <a:pt x="7378192" y="5397499"/>
                  </a:lnTo>
                  <a:lnTo>
                    <a:pt x="12192000" y="5397499"/>
                  </a:lnTo>
                  <a:lnTo>
                    <a:pt x="12192000" y="5270499"/>
                  </a:lnTo>
                  <a:close/>
                </a:path>
                <a:path w="12192000" h="6845300">
                  <a:moveTo>
                    <a:pt x="6288137" y="5308599"/>
                  </a:moveTo>
                  <a:lnTo>
                    <a:pt x="3252608" y="5308599"/>
                  </a:lnTo>
                  <a:lnTo>
                    <a:pt x="3261741" y="5321299"/>
                  </a:lnTo>
                  <a:lnTo>
                    <a:pt x="3306699" y="5346699"/>
                  </a:lnTo>
                  <a:lnTo>
                    <a:pt x="3374136" y="5372099"/>
                  </a:lnTo>
                  <a:lnTo>
                    <a:pt x="3400903" y="5384799"/>
                  </a:lnTo>
                  <a:lnTo>
                    <a:pt x="3437483" y="5397499"/>
                  </a:lnTo>
                  <a:lnTo>
                    <a:pt x="6478397" y="5397499"/>
                  </a:lnTo>
                  <a:lnTo>
                    <a:pt x="6448188" y="5384799"/>
                  </a:lnTo>
                  <a:lnTo>
                    <a:pt x="6447145" y="5384036"/>
                  </a:lnTo>
                  <a:lnTo>
                    <a:pt x="6419440" y="5372099"/>
                  </a:lnTo>
                  <a:lnTo>
                    <a:pt x="6374238" y="5359399"/>
                  </a:lnTo>
                  <a:lnTo>
                    <a:pt x="6337792" y="5334000"/>
                  </a:lnTo>
                  <a:lnTo>
                    <a:pt x="6305103" y="5321299"/>
                  </a:lnTo>
                  <a:lnTo>
                    <a:pt x="6288137" y="5308599"/>
                  </a:lnTo>
                  <a:close/>
                </a:path>
                <a:path w="12192000" h="6845300">
                  <a:moveTo>
                    <a:pt x="6202838" y="5130800"/>
                  </a:moveTo>
                  <a:lnTo>
                    <a:pt x="5910421" y="5130800"/>
                  </a:lnTo>
                  <a:lnTo>
                    <a:pt x="5944139" y="5143500"/>
                  </a:lnTo>
                  <a:lnTo>
                    <a:pt x="5960999" y="5156200"/>
                  </a:lnTo>
                  <a:lnTo>
                    <a:pt x="6023943" y="5168900"/>
                  </a:lnTo>
                  <a:lnTo>
                    <a:pt x="6076315" y="5181600"/>
                  </a:lnTo>
                  <a:lnTo>
                    <a:pt x="6116018" y="5207000"/>
                  </a:lnTo>
                  <a:lnTo>
                    <a:pt x="6140958" y="5219700"/>
                  </a:lnTo>
                  <a:lnTo>
                    <a:pt x="6247860" y="5219700"/>
                  </a:lnTo>
                  <a:lnTo>
                    <a:pt x="6281578" y="5245099"/>
                  </a:lnTo>
                  <a:lnTo>
                    <a:pt x="6298438" y="5245099"/>
                  </a:lnTo>
                  <a:lnTo>
                    <a:pt x="6345409" y="5257799"/>
                  </a:lnTo>
                  <a:lnTo>
                    <a:pt x="6390403" y="5283199"/>
                  </a:lnTo>
                  <a:lnTo>
                    <a:pt x="6521432" y="5359399"/>
                  </a:lnTo>
                  <a:lnTo>
                    <a:pt x="6566426" y="5384799"/>
                  </a:lnTo>
                  <a:lnTo>
                    <a:pt x="6613398" y="5397499"/>
                  </a:lnTo>
                  <a:lnTo>
                    <a:pt x="6613398" y="5377823"/>
                  </a:lnTo>
                  <a:lnTo>
                    <a:pt x="6590919" y="5372099"/>
                  </a:lnTo>
                  <a:lnTo>
                    <a:pt x="6723738" y="5372099"/>
                  </a:lnTo>
                  <a:lnTo>
                    <a:pt x="6577563" y="5295899"/>
                  </a:lnTo>
                  <a:lnTo>
                    <a:pt x="6528703" y="5283199"/>
                  </a:lnTo>
                  <a:lnTo>
                    <a:pt x="6480451" y="5257799"/>
                  </a:lnTo>
                  <a:lnTo>
                    <a:pt x="6433212" y="5232399"/>
                  </a:lnTo>
                  <a:lnTo>
                    <a:pt x="6387392" y="5219700"/>
                  </a:lnTo>
                  <a:lnTo>
                    <a:pt x="6343396" y="5194300"/>
                  </a:lnTo>
                  <a:lnTo>
                    <a:pt x="6303215" y="5168900"/>
                  </a:lnTo>
                  <a:lnTo>
                    <a:pt x="6254279" y="5156200"/>
                  </a:lnTo>
                  <a:lnTo>
                    <a:pt x="6202838" y="5130800"/>
                  </a:lnTo>
                  <a:close/>
                </a:path>
                <a:path w="12192000" h="6845300">
                  <a:moveTo>
                    <a:pt x="1440706" y="4953000"/>
                  </a:moveTo>
                  <a:lnTo>
                    <a:pt x="1439672" y="4953000"/>
                  </a:lnTo>
                  <a:lnTo>
                    <a:pt x="1473392" y="4965700"/>
                  </a:lnTo>
                  <a:lnTo>
                    <a:pt x="1574673" y="5016500"/>
                  </a:lnTo>
                  <a:lnTo>
                    <a:pt x="1614526" y="5041900"/>
                  </a:lnTo>
                  <a:lnTo>
                    <a:pt x="1656749" y="5054600"/>
                  </a:lnTo>
                  <a:lnTo>
                    <a:pt x="1700946" y="5080000"/>
                  </a:lnTo>
                  <a:lnTo>
                    <a:pt x="1746717" y="5092700"/>
                  </a:lnTo>
                  <a:lnTo>
                    <a:pt x="1793666" y="5118100"/>
                  </a:lnTo>
                  <a:lnTo>
                    <a:pt x="1889506" y="5168900"/>
                  </a:lnTo>
                  <a:lnTo>
                    <a:pt x="1911985" y="5168900"/>
                  </a:lnTo>
                  <a:lnTo>
                    <a:pt x="1932376" y="5194300"/>
                  </a:lnTo>
                  <a:lnTo>
                    <a:pt x="1981636" y="5207000"/>
                  </a:lnTo>
                  <a:lnTo>
                    <a:pt x="2002027" y="5219700"/>
                  </a:lnTo>
                  <a:lnTo>
                    <a:pt x="2019238" y="5219700"/>
                  </a:lnTo>
                  <a:lnTo>
                    <a:pt x="2038556" y="5232399"/>
                  </a:lnTo>
                  <a:lnTo>
                    <a:pt x="2062089" y="5245099"/>
                  </a:lnTo>
                  <a:lnTo>
                    <a:pt x="2091944" y="5245099"/>
                  </a:lnTo>
                  <a:lnTo>
                    <a:pt x="2122574" y="5257799"/>
                  </a:lnTo>
                  <a:lnTo>
                    <a:pt x="2151062" y="5270499"/>
                  </a:lnTo>
                  <a:lnTo>
                    <a:pt x="2183741" y="5295899"/>
                  </a:lnTo>
                  <a:lnTo>
                    <a:pt x="2226945" y="5308599"/>
                  </a:lnTo>
                  <a:lnTo>
                    <a:pt x="2218864" y="5295899"/>
                  </a:lnTo>
                  <a:lnTo>
                    <a:pt x="2196020" y="5270499"/>
                  </a:lnTo>
                  <a:lnTo>
                    <a:pt x="2160508" y="5257799"/>
                  </a:lnTo>
                  <a:lnTo>
                    <a:pt x="2114423" y="5245099"/>
                  </a:lnTo>
                  <a:lnTo>
                    <a:pt x="2069455" y="5207000"/>
                  </a:lnTo>
                  <a:lnTo>
                    <a:pt x="2024474" y="5194300"/>
                  </a:lnTo>
                  <a:lnTo>
                    <a:pt x="1979485" y="5168900"/>
                  </a:lnTo>
                  <a:lnTo>
                    <a:pt x="1844548" y="5130800"/>
                  </a:lnTo>
                  <a:lnTo>
                    <a:pt x="1797576" y="5105400"/>
                  </a:lnTo>
                  <a:lnTo>
                    <a:pt x="1752582" y="5092700"/>
                  </a:lnTo>
                  <a:lnTo>
                    <a:pt x="1708774" y="5067300"/>
                  </a:lnTo>
                  <a:lnTo>
                    <a:pt x="1665361" y="5054600"/>
                  </a:lnTo>
                  <a:lnTo>
                    <a:pt x="1621553" y="5029200"/>
                  </a:lnTo>
                  <a:lnTo>
                    <a:pt x="1576559" y="5016500"/>
                  </a:lnTo>
                  <a:lnTo>
                    <a:pt x="1529588" y="4991100"/>
                  </a:lnTo>
                  <a:lnTo>
                    <a:pt x="1486774" y="4965700"/>
                  </a:lnTo>
                  <a:lnTo>
                    <a:pt x="1440706" y="4953000"/>
                  </a:lnTo>
                  <a:close/>
                </a:path>
                <a:path w="12192000" h="6845300">
                  <a:moveTo>
                    <a:pt x="1732026" y="5168900"/>
                  </a:moveTo>
                  <a:lnTo>
                    <a:pt x="1709547" y="5168900"/>
                  </a:lnTo>
                  <a:lnTo>
                    <a:pt x="1739773" y="5194300"/>
                  </a:lnTo>
                  <a:lnTo>
                    <a:pt x="1791843" y="5219700"/>
                  </a:lnTo>
                  <a:lnTo>
                    <a:pt x="1822069" y="5245099"/>
                  </a:lnTo>
                  <a:lnTo>
                    <a:pt x="1798516" y="5219700"/>
                  </a:lnTo>
                  <a:lnTo>
                    <a:pt x="1768617" y="5207000"/>
                  </a:lnTo>
                  <a:lnTo>
                    <a:pt x="1742934" y="5194300"/>
                  </a:lnTo>
                  <a:lnTo>
                    <a:pt x="1732026" y="5168900"/>
                  </a:lnTo>
                  <a:close/>
                </a:path>
                <a:path w="12192000" h="6845300">
                  <a:moveTo>
                    <a:pt x="6202146" y="5219700"/>
                  </a:moveTo>
                  <a:lnTo>
                    <a:pt x="6157819" y="5219700"/>
                  </a:lnTo>
                  <a:lnTo>
                    <a:pt x="6191589" y="5245099"/>
                  </a:lnTo>
                  <a:lnTo>
                    <a:pt x="6217652" y="5245099"/>
                  </a:lnTo>
                  <a:lnTo>
                    <a:pt x="6214125" y="5232399"/>
                  </a:lnTo>
                  <a:lnTo>
                    <a:pt x="6202146" y="5219700"/>
                  </a:lnTo>
                  <a:close/>
                </a:path>
                <a:path w="12192000" h="6845300">
                  <a:moveTo>
                    <a:pt x="6073521" y="5194300"/>
                  </a:moveTo>
                  <a:lnTo>
                    <a:pt x="6034182" y="5194300"/>
                  </a:lnTo>
                  <a:lnTo>
                    <a:pt x="6029265" y="5207000"/>
                  </a:lnTo>
                  <a:lnTo>
                    <a:pt x="6028563" y="5219700"/>
                  </a:lnTo>
                  <a:lnTo>
                    <a:pt x="6099512" y="5219700"/>
                  </a:lnTo>
                  <a:lnTo>
                    <a:pt x="6073521" y="5194300"/>
                  </a:lnTo>
                  <a:close/>
                </a:path>
                <a:path w="12192000" h="6845300">
                  <a:moveTo>
                    <a:pt x="629843" y="4521200"/>
                  </a:moveTo>
                  <a:lnTo>
                    <a:pt x="292430" y="4521200"/>
                  </a:lnTo>
                  <a:lnTo>
                    <a:pt x="340632" y="4546600"/>
                  </a:lnTo>
                  <a:lnTo>
                    <a:pt x="388834" y="4559300"/>
                  </a:lnTo>
                  <a:lnTo>
                    <a:pt x="581641" y="4660900"/>
                  </a:lnTo>
                  <a:lnTo>
                    <a:pt x="629843" y="4673600"/>
                  </a:lnTo>
                  <a:lnTo>
                    <a:pt x="765991" y="4749800"/>
                  </a:lnTo>
                  <a:lnTo>
                    <a:pt x="811782" y="4762500"/>
                  </a:lnTo>
                  <a:lnTo>
                    <a:pt x="903714" y="4813300"/>
                  </a:lnTo>
                  <a:lnTo>
                    <a:pt x="949769" y="4826000"/>
                  </a:lnTo>
                  <a:lnTo>
                    <a:pt x="995823" y="4851400"/>
                  </a:lnTo>
                  <a:lnTo>
                    <a:pt x="1087758" y="4889500"/>
                  </a:lnTo>
                  <a:lnTo>
                    <a:pt x="1179169" y="4940300"/>
                  </a:lnTo>
                  <a:lnTo>
                    <a:pt x="1224569" y="4953000"/>
                  </a:lnTo>
                  <a:lnTo>
                    <a:pt x="1314541" y="5003800"/>
                  </a:lnTo>
                  <a:lnTo>
                    <a:pt x="1359024" y="5016500"/>
                  </a:lnTo>
                  <a:lnTo>
                    <a:pt x="1446768" y="5067300"/>
                  </a:lnTo>
                  <a:lnTo>
                    <a:pt x="1489942" y="5080000"/>
                  </a:lnTo>
                  <a:lnTo>
                    <a:pt x="1574673" y="5130800"/>
                  </a:lnTo>
                  <a:lnTo>
                    <a:pt x="1605230" y="5143500"/>
                  </a:lnTo>
                  <a:lnTo>
                    <a:pt x="1633680" y="5156200"/>
                  </a:lnTo>
                  <a:lnTo>
                    <a:pt x="1666345" y="5168900"/>
                  </a:lnTo>
                  <a:lnTo>
                    <a:pt x="1701117" y="5168900"/>
                  </a:lnTo>
                  <a:lnTo>
                    <a:pt x="1690931" y="5156200"/>
                  </a:lnTo>
                  <a:lnTo>
                    <a:pt x="1687068" y="5156200"/>
                  </a:lnTo>
                  <a:lnTo>
                    <a:pt x="1667047" y="5143500"/>
                  </a:lnTo>
                  <a:lnTo>
                    <a:pt x="1644919" y="5130800"/>
                  </a:lnTo>
                  <a:lnTo>
                    <a:pt x="1627006" y="5118100"/>
                  </a:lnTo>
                  <a:lnTo>
                    <a:pt x="1619631" y="5105400"/>
                  </a:lnTo>
                  <a:lnTo>
                    <a:pt x="1631924" y="5105400"/>
                  </a:lnTo>
                  <a:lnTo>
                    <a:pt x="1616821" y="5092700"/>
                  </a:lnTo>
                  <a:lnTo>
                    <a:pt x="1597503" y="5092700"/>
                  </a:lnTo>
                  <a:lnTo>
                    <a:pt x="1597152" y="5080000"/>
                  </a:lnTo>
                  <a:lnTo>
                    <a:pt x="1634734" y="5080000"/>
                  </a:lnTo>
                  <a:lnTo>
                    <a:pt x="1616821" y="5067300"/>
                  </a:lnTo>
                  <a:lnTo>
                    <a:pt x="1574673" y="5067300"/>
                  </a:lnTo>
                  <a:lnTo>
                    <a:pt x="1554579" y="5054600"/>
                  </a:lnTo>
                  <a:lnTo>
                    <a:pt x="1532413" y="5041900"/>
                  </a:lnTo>
                  <a:lnTo>
                    <a:pt x="1514486" y="5029200"/>
                  </a:lnTo>
                  <a:lnTo>
                    <a:pt x="1507109" y="5016500"/>
                  </a:lnTo>
                  <a:lnTo>
                    <a:pt x="1489898" y="5003800"/>
                  </a:lnTo>
                  <a:lnTo>
                    <a:pt x="1470580" y="4991100"/>
                  </a:lnTo>
                  <a:lnTo>
                    <a:pt x="1447047" y="4978400"/>
                  </a:lnTo>
                  <a:lnTo>
                    <a:pt x="1417193" y="4965700"/>
                  </a:lnTo>
                  <a:lnTo>
                    <a:pt x="1420705" y="4953000"/>
                  </a:lnTo>
                  <a:lnTo>
                    <a:pt x="1440706" y="4953000"/>
                  </a:lnTo>
                  <a:lnTo>
                    <a:pt x="1393552" y="4927600"/>
                  </a:lnTo>
                  <a:lnTo>
                    <a:pt x="1347484" y="4902200"/>
                  </a:lnTo>
                  <a:lnTo>
                    <a:pt x="1304671" y="4876800"/>
                  </a:lnTo>
                  <a:lnTo>
                    <a:pt x="1237194" y="4851400"/>
                  </a:lnTo>
                  <a:lnTo>
                    <a:pt x="1203452" y="4826000"/>
                  </a:lnTo>
                  <a:lnTo>
                    <a:pt x="1169708" y="4813300"/>
                  </a:lnTo>
                  <a:lnTo>
                    <a:pt x="1149324" y="4800600"/>
                  </a:lnTo>
                  <a:lnTo>
                    <a:pt x="1100119" y="4775200"/>
                  </a:lnTo>
                  <a:lnTo>
                    <a:pt x="1079728" y="4762500"/>
                  </a:lnTo>
                  <a:lnTo>
                    <a:pt x="1128239" y="4762500"/>
                  </a:lnTo>
                  <a:lnTo>
                    <a:pt x="1124724" y="4749800"/>
                  </a:lnTo>
                  <a:lnTo>
                    <a:pt x="1094845" y="4737100"/>
                  </a:lnTo>
                  <a:lnTo>
                    <a:pt x="1071295" y="4737100"/>
                  </a:lnTo>
                  <a:lnTo>
                    <a:pt x="1051965" y="4711700"/>
                  </a:lnTo>
                  <a:lnTo>
                    <a:pt x="1034745" y="4699000"/>
                  </a:lnTo>
                  <a:lnTo>
                    <a:pt x="978509" y="4699000"/>
                  </a:lnTo>
                  <a:lnTo>
                    <a:pt x="952499" y="4686300"/>
                  </a:lnTo>
                  <a:lnTo>
                    <a:pt x="922274" y="4673600"/>
                  </a:lnTo>
                  <a:lnTo>
                    <a:pt x="922274" y="4660900"/>
                  </a:lnTo>
                  <a:lnTo>
                    <a:pt x="891692" y="4635500"/>
                  </a:lnTo>
                  <a:lnTo>
                    <a:pt x="863222" y="4622800"/>
                  </a:lnTo>
                  <a:lnTo>
                    <a:pt x="830537" y="4610100"/>
                  </a:lnTo>
                  <a:lnTo>
                    <a:pt x="787311" y="4610100"/>
                  </a:lnTo>
                  <a:lnTo>
                    <a:pt x="753214" y="4584700"/>
                  </a:lnTo>
                  <a:lnTo>
                    <a:pt x="717011" y="4559300"/>
                  </a:lnTo>
                  <a:lnTo>
                    <a:pt x="676591" y="4546600"/>
                  </a:lnTo>
                  <a:lnTo>
                    <a:pt x="629843" y="4521200"/>
                  </a:lnTo>
                  <a:close/>
                </a:path>
                <a:path w="12192000" h="6845300">
                  <a:moveTo>
                    <a:pt x="1537335" y="5016500"/>
                  </a:moveTo>
                  <a:lnTo>
                    <a:pt x="1507109" y="5016500"/>
                  </a:lnTo>
                  <a:lnTo>
                    <a:pt x="1527500" y="5029200"/>
                  </a:lnTo>
                  <a:lnTo>
                    <a:pt x="1576760" y="5054600"/>
                  </a:lnTo>
                  <a:lnTo>
                    <a:pt x="1597152" y="5067300"/>
                  </a:lnTo>
                  <a:lnTo>
                    <a:pt x="1619631" y="5067300"/>
                  </a:lnTo>
                  <a:lnTo>
                    <a:pt x="1589405" y="5041900"/>
                  </a:lnTo>
                  <a:lnTo>
                    <a:pt x="1537335" y="5016500"/>
                  </a:lnTo>
                  <a:close/>
                </a:path>
                <a:path w="12192000" h="6845300">
                  <a:moveTo>
                    <a:pt x="1147216" y="4762500"/>
                  </a:moveTo>
                  <a:lnTo>
                    <a:pt x="1079728" y="4762500"/>
                  </a:lnTo>
                  <a:lnTo>
                    <a:pt x="1109959" y="4775200"/>
                  </a:lnTo>
                  <a:lnTo>
                    <a:pt x="1161981" y="4800600"/>
                  </a:lnTo>
                  <a:lnTo>
                    <a:pt x="1192212" y="4813300"/>
                  </a:lnTo>
                  <a:lnTo>
                    <a:pt x="1237195" y="4813300"/>
                  </a:lnTo>
                  <a:lnTo>
                    <a:pt x="1147216" y="4762500"/>
                  </a:lnTo>
                  <a:close/>
                </a:path>
                <a:path w="12192000" h="6845300">
                  <a:moveTo>
                    <a:pt x="12192000" y="4318000"/>
                  </a:moveTo>
                  <a:lnTo>
                    <a:pt x="33741" y="4318000"/>
                  </a:lnTo>
                  <a:lnTo>
                    <a:pt x="67483" y="4343400"/>
                  </a:lnTo>
                  <a:lnTo>
                    <a:pt x="12192000" y="4343400"/>
                  </a:lnTo>
                  <a:lnTo>
                    <a:pt x="12192000" y="4318000"/>
                  </a:lnTo>
                  <a:close/>
                </a:path>
                <a:path w="12192000" h="6845300">
                  <a:moveTo>
                    <a:pt x="12192000" y="2628899"/>
                  </a:moveTo>
                  <a:lnTo>
                    <a:pt x="12079478" y="2628899"/>
                  </a:lnTo>
                  <a:lnTo>
                    <a:pt x="12112918" y="2641599"/>
                  </a:lnTo>
                  <a:lnTo>
                    <a:pt x="12144216" y="2641599"/>
                  </a:lnTo>
                  <a:lnTo>
                    <a:pt x="12171275" y="2654299"/>
                  </a:lnTo>
                  <a:lnTo>
                    <a:pt x="12192000" y="2666999"/>
                  </a:lnTo>
                  <a:lnTo>
                    <a:pt x="12192000" y="2628899"/>
                  </a:lnTo>
                  <a:close/>
                </a:path>
                <a:path w="12192000" h="6845300">
                  <a:moveTo>
                    <a:pt x="10999851" y="2082799"/>
                  </a:moveTo>
                  <a:lnTo>
                    <a:pt x="10954766" y="2082799"/>
                  </a:lnTo>
                  <a:lnTo>
                    <a:pt x="11067288" y="2146299"/>
                  </a:lnTo>
                  <a:lnTo>
                    <a:pt x="11097142" y="2158999"/>
                  </a:lnTo>
                  <a:lnTo>
                    <a:pt x="11120675" y="2171699"/>
                  </a:lnTo>
                  <a:lnTo>
                    <a:pt x="11139993" y="2184399"/>
                  </a:lnTo>
                  <a:lnTo>
                    <a:pt x="11157204" y="2197099"/>
                  </a:lnTo>
                  <a:lnTo>
                    <a:pt x="11187483" y="2197099"/>
                  </a:lnTo>
                  <a:lnTo>
                    <a:pt x="11239517" y="2209799"/>
                  </a:lnTo>
                  <a:lnTo>
                    <a:pt x="11269726" y="2222499"/>
                  </a:lnTo>
                  <a:lnTo>
                    <a:pt x="11269726" y="2247899"/>
                  </a:lnTo>
                  <a:lnTo>
                    <a:pt x="11300285" y="2273299"/>
                  </a:lnTo>
                  <a:lnTo>
                    <a:pt x="11328749" y="2298699"/>
                  </a:lnTo>
                  <a:lnTo>
                    <a:pt x="11361451" y="2298699"/>
                  </a:lnTo>
                  <a:lnTo>
                    <a:pt x="11448282" y="2324099"/>
                  </a:lnTo>
                  <a:lnTo>
                    <a:pt x="11483419" y="2336799"/>
                  </a:lnTo>
                  <a:lnTo>
                    <a:pt x="11518580" y="2362199"/>
                  </a:lnTo>
                  <a:lnTo>
                    <a:pt x="11562207" y="2374899"/>
                  </a:lnTo>
                  <a:lnTo>
                    <a:pt x="11557621" y="2387599"/>
                  </a:lnTo>
                  <a:lnTo>
                    <a:pt x="11542474" y="2400299"/>
                  </a:lnTo>
                  <a:lnTo>
                    <a:pt x="11472164" y="2400299"/>
                  </a:lnTo>
                  <a:lnTo>
                    <a:pt x="11505551" y="2412999"/>
                  </a:lnTo>
                  <a:lnTo>
                    <a:pt x="11531346" y="2423465"/>
                  </a:lnTo>
                  <a:lnTo>
                    <a:pt x="11539399" y="2425699"/>
                  </a:lnTo>
                  <a:lnTo>
                    <a:pt x="11563943" y="2425699"/>
                  </a:lnTo>
                  <a:lnTo>
                    <a:pt x="11584686" y="2438399"/>
                  </a:lnTo>
                  <a:lnTo>
                    <a:pt x="11983288" y="2438399"/>
                  </a:lnTo>
                  <a:lnTo>
                    <a:pt x="11751732" y="2311399"/>
                  </a:lnTo>
                  <a:lnTo>
                    <a:pt x="11705319" y="2298699"/>
                  </a:lnTo>
                  <a:lnTo>
                    <a:pt x="11610760" y="2247899"/>
                  </a:lnTo>
                  <a:lnTo>
                    <a:pt x="11562207" y="2222499"/>
                  </a:lnTo>
                  <a:lnTo>
                    <a:pt x="11426044" y="2146299"/>
                  </a:lnTo>
                  <a:lnTo>
                    <a:pt x="11112246" y="2146299"/>
                  </a:lnTo>
                  <a:lnTo>
                    <a:pt x="11082039" y="2133599"/>
                  </a:lnTo>
                  <a:lnTo>
                    <a:pt x="11030057" y="2095499"/>
                  </a:lnTo>
                  <a:lnTo>
                    <a:pt x="10999851" y="2082799"/>
                  </a:lnTo>
                  <a:close/>
                </a:path>
                <a:path w="12192000" h="6845300">
                  <a:moveTo>
                    <a:pt x="9965055" y="1562099"/>
                  </a:moveTo>
                  <a:lnTo>
                    <a:pt x="9973135" y="1587499"/>
                  </a:lnTo>
                  <a:lnTo>
                    <a:pt x="9995979" y="1600199"/>
                  </a:lnTo>
                  <a:lnTo>
                    <a:pt x="10031491" y="1612899"/>
                  </a:lnTo>
                  <a:lnTo>
                    <a:pt x="10077577" y="1638299"/>
                  </a:lnTo>
                  <a:lnTo>
                    <a:pt x="10212514" y="1714499"/>
                  </a:lnTo>
                  <a:lnTo>
                    <a:pt x="10302484" y="1739899"/>
                  </a:lnTo>
                  <a:lnTo>
                    <a:pt x="10347452" y="1739899"/>
                  </a:lnTo>
                  <a:lnTo>
                    <a:pt x="10394423" y="1777999"/>
                  </a:lnTo>
                  <a:lnTo>
                    <a:pt x="10439417" y="1803399"/>
                  </a:lnTo>
                  <a:lnTo>
                    <a:pt x="10483225" y="1816099"/>
                  </a:lnTo>
                  <a:lnTo>
                    <a:pt x="10570446" y="1866899"/>
                  </a:lnTo>
                  <a:lnTo>
                    <a:pt x="10615440" y="1879599"/>
                  </a:lnTo>
                  <a:lnTo>
                    <a:pt x="10662412" y="1904999"/>
                  </a:lnTo>
                  <a:lnTo>
                    <a:pt x="10705225" y="1930399"/>
                  </a:lnTo>
                  <a:lnTo>
                    <a:pt x="10751293" y="1943099"/>
                  </a:lnTo>
                  <a:lnTo>
                    <a:pt x="10798447" y="1968499"/>
                  </a:lnTo>
                  <a:lnTo>
                    <a:pt x="10844515" y="1993899"/>
                  </a:lnTo>
                  <a:lnTo>
                    <a:pt x="10887329" y="2019299"/>
                  </a:lnTo>
                  <a:lnTo>
                    <a:pt x="10921049" y="2031999"/>
                  </a:lnTo>
                  <a:lnTo>
                    <a:pt x="11022330" y="2082799"/>
                  </a:lnTo>
                  <a:lnTo>
                    <a:pt x="11042701" y="2095499"/>
                  </a:lnTo>
                  <a:lnTo>
                    <a:pt x="11091874" y="2133599"/>
                  </a:lnTo>
                  <a:lnTo>
                    <a:pt x="11112246" y="2146299"/>
                  </a:lnTo>
                  <a:lnTo>
                    <a:pt x="11426044" y="2146299"/>
                  </a:lnTo>
                  <a:lnTo>
                    <a:pt x="11380249" y="2133599"/>
                  </a:lnTo>
                  <a:lnTo>
                    <a:pt x="11288309" y="2082799"/>
                  </a:lnTo>
                  <a:lnTo>
                    <a:pt x="11196194" y="2044699"/>
                  </a:lnTo>
                  <a:lnTo>
                    <a:pt x="11150180" y="2019299"/>
                  </a:lnTo>
                  <a:lnTo>
                    <a:pt x="11104254" y="2006599"/>
                  </a:lnTo>
                  <a:lnTo>
                    <a:pt x="10990137" y="1943099"/>
                  </a:lnTo>
                  <a:lnTo>
                    <a:pt x="10752328" y="1943099"/>
                  </a:lnTo>
                  <a:lnTo>
                    <a:pt x="10718607" y="1930399"/>
                  </a:lnTo>
                  <a:lnTo>
                    <a:pt x="10624403" y="1859519"/>
                  </a:lnTo>
                  <a:lnTo>
                    <a:pt x="10602595" y="1854199"/>
                  </a:lnTo>
                  <a:lnTo>
                    <a:pt x="10572369" y="1841499"/>
                  </a:lnTo>
                  <a:lnTo>
                    <a:pt x="10577473" y="1841499"/>
                  </a:lnTo>
                  <a:lnTo>
                    <a:pt x="10535250" y="1816099"/>
                  </a:lnTo>
                  <a:lnTo>
                    <a:pt x="10491053" y="1803399"/>
                  </a:lnTo>
                  <a:lnTo>
                    <a:pt x="10445282" y="1777999"/>
                  </a:lnTo>
                  <a:lnTo>
                    <a:pt x="10398333" y="1765299"/>
                  </a:lnTo>
                  <a:lnTo>
                    <a:pt x="10350604" y="1739899"/>
                  </a:lnTo>
                  <a:lnTo>
                    <a:pt x="10302494" y="1727199"/>
                  </a:lnTo>
                  <a:lnTo>
                    <a:pt x="10298981" y="1727199"/>
                  </a:lnTo>
                  <a:lnTo>
                    <a:pt x="10291254" y="1714499"/>
                  </a:lnTo>
                  <a:lnTo>
                    <a:pt x="10283527" y="1714499"/>
                  </a:lnTo>
                  <a:lnTo>
                    <a:pt x="10280015" y="1701799"/>
                  </a:lnTo>
                  <a:lnTo>
                    <a:pt x="10259623" y="1701799"/>
                  </a:lnTo>
                  <a:lnTo>
                    <a:pt x="10210363" y="1676399"/>
                  </a:lnTo>
                  <a:lnTo>
                    <a:pt x="10189972" y="1650999"/>
                  </a:lnTo>
                  <a:lnTo>
                    <a:pt x="10172761" y="1650999"/>
                  </a:lnTo>
                  <a:lnTo>
                    <a:pt x="10153443" y="1638299"/>
                  </a:lnTo>
                  <a:lnTo>
                    <a:pt x="10100056" y="1638299"/>
                  </a:lnTo>
                  <a:lnTo>
                    <a:pt x="10069425" y="1612899"/>
                  </a:lnTo>
                  <a:lnTo>
                    <a:pt x="10040937" y="1600199"/>
                  </a:lnTo>
                  <a:lnTo>
                    <a:pt x="10008258" y="1587499"/>
                  </a:lnTo>
                  <a:lnTo>
                    <a:pt x="9965055" y="1562099"/>
                  </a:lnTo>
                  <a:close/>
                </a:path>
                <a:path w="12192000" h="6845300">
                  <a:moveTo>
                    <a:pt x="10369931" y="1638299"/>
                  </a:moveTo>
                  <a:lnTo>
                    <a:pt x="10393483" y="1650999"/>
                  </a:lnTo>
                  <a:lnTo>
                    <a:pt x="10423382" y="1676399"/>
                  </a:lnTo>
                  <a:lnTo>
                    <a:pt x="10449065" y="1689099"/>
                  </a:lnTo>
                  <a:lnTo>
                    <a:pt x="10459974" y="1701799"/>
                  </a:lnTo>
                  <a:lnTo>
                    <a:pt x="10476482" y="1714499"/>
                  </a:lnTo>
                  <a:lnTo>
                    <a:pt x="10490882" y="1714499"/>
                  </a:lnTo>
                  <a:lnTo>
                    <a:pt x="10501068" y="1727199"/>
                  </a:lnTo>
                  <a:lnTo>
                    <a:pt x="10504932" y="1727199"/>
                  </a:lnTo>
                  <a:lnTo>
                    <a:pt x="10524952" y="1739899"/>
                  </a:lnTo>
                  <a:lnTo>
                    <a:pt x="10547080" y="1752599"/>
                  </a:lnTo>
                  <a:lnTo>
                    <a:pt x="10564993" y="1765299"/>
                  </a:lnTo>
                  <a:lnTo>
                    <a:pt x="10572369" y="1765299"/>
                  </a:lnTo>
                  <a:lnTo>
                    <a:pt x="10560075" y="1777999"/>
                  </a:lnTo>
                  <a:lnTo>
                    <a:pt x="10575178" y="1777999"/>
                  </a:lnTo>
                  <a:lnTo>
                    <a:pt x="10594496" y="1790699"/>
                  </a:lnTo>
                  <a:lnTo>
                    <a:pt x="10594848" y="1816099"/>
                  </a:lnTo>
                  <a:lnTo>
                    <a:pt x="10597306" y="1816099"/>
                  </a:lnTo>
                  <a:lnTo>
                    <a:pt x="10617327" y="1841499"/>
                  </a:lnTo>
                  <a:lnTo>
                    <a:pt x="10637420" y="1841499"/>
                  </a:lnTo>
                  <a:lnTo>
                    <a:pt x="10659586" y="1854199"/>
                  </a:lnTo>
                  <a:lnTo>
                    <a:pt x="10677513" y="1866899"/>
                  </a:lnTo>
                  <a:lnTo>
                    <a:pt x="10684891" y="1879599"/>
                  </a:lnTo>
                  <a:lnTo>
                    <a:pt x="10702101" y="1892299"/>
                  </a:lnTo>
                  <a:lnTo>
                    <a:pt x="10721419" y="1904999"/>
                  </a:lnTo>
                  <a:lnTo>
                    <a:pt x="10744952" y="1917699"/>
                  </a:lnTo>
                  <a:lnTo>
                    <a:pt x="10774807" y="1930399"/>
                  </a:lnTo>
                  <a:lnTo>
                    <a:pt x="10774455" y="1930399"/>
                  </a:lnTo>
                  <a:lnTo>
                    <a:pt x="10771997" y="1943099"/>
                  </a:lnTo>
                  <a:lnTo>
                    <a:pt x="10990137" y="1943099"/>
                  </a:lnTo>
                  <a:lnTo>
                    <a:pt x="10967436" y="1930399"/>
                  </a:lnTo>
                  <a:lnTo>
                    <a:pt x="10922296" y="1917699"/>
                  </a:lnTo>
                  <a:lnTo>
                    <a:pt x="10788886" y="1841499"/>
                  </a:lnTo>
                  <a:lnTo>
                    <a:pt x="10702058" y="1790699"/>
                  </a:lnTo>
                  <a:lnTo>
                    <a:pt x="10617327" y="1739899"/>
                  </a:lnTo>
                  <a:lnTo>
                    <a:pt x="10586769" y="1727199"/>
                  </a:lnTo>
                  <a:lnTo>
                    <a:pt x="10558319" y="1714499"/>
                  </a:lnTo>
                  <a:lnTo>
                    <a:pt x="10525654" y="1701799"/>
                  </a:lnTo>
                  <a:lnTo>
                    <a:pt x="10482453" y="1701799"/>
                  </a:lnTo>
                  <a:lnTo>
                    <a:pt x="10452173" y="1689099"/>
                  </a:lnTo>
                  <a:lnTo>
                    <a:pt x="10400139" y="1650999"/>
                  </a:lnTo>
                  <a:lnTo>
                    <a:pt x="10369931" y="1638299"/>
                  </a:lnTo>
                  <a:close/>
                </a:path>
                <a:path w="12192000" h="6845300">
                  <a:moveTo>
                    <a:pt x="10615239" y="1841499"/>
                  </a:moveTo>
                  <a:lnTo>
                    <a:pt x="10577473" y="1841499"/>
                  </a:lnTo>
                  <a:lnTo>
                    <a:pt x="10617327" y="1854199"/>
                  </a:lnTo>
                  <a:lnTo>
                    <a:pt x="10624403" y="1859519"/>
                  </a:lnTo>
                  <a:lnTo>
                    <a:pt x="10654665" y="1866899"/>
                  </a:lnTo>
                  <a:lnTo>
                    <a:pt x="10684891" y="1879599"/>
                  </a:lnTo>
                  <a:lnTo>
                    <a:pt x="10664499" y="1866899"/>
                  </a:lnTo>
                  <a:lnTo>
                    <a:pt x="10615239" y="1841499"/>
                  </a:lnTo>
                  <a:close/>
                </a:path>
                <a:path w="12192000" h="6845300">
                  <a:moveTo>
                    <a:pt x="0" y="50800"/>
                  </a:moveTo>
                  <a:lnTo>
                    <a:pt x="0" y="1244599"/>
                  </a:lnTo>
                  <a:lnTo>
                    <a:pt x="22494" y="1269999"/>
                  </a:lnTo>
                  <a:lnTo>
                    <a:pt x="89978" y="1320799"/>
                  </a:lnTo>
                  <a:lnTo>
                    <a:pt x="93844" y="1320799"/>
                  </a:lnTo>
                  <a:lnTo>
                    <a:pt x="104036" y="1333499"/>
                  </a:lnTo>
                  <a:lnTo>
                    <a:pt x="0" y="1333499"/>
                  </a:lnTo>
                  <a:lnTo>
                    <a:pt x="0" y="1765299"/>
                  </a:lnTo>
                  <a:lnTo>
                    <a:pt x="22494" y="1765299"/>
                  </a:lnTo>
                  <a:lnTo>
                    <a:pt x="22845" y="1777999"/>
                  </a:lnTo>
                  <a:lnTo>
                    <a:pt x="25306" y="1790699"/>
                  </a:lnTo>
                  <a:lnTo>
                    <a:pt x="31983" y="1803399"/>
                  </a:lnTo>
                  <a:lnTo>
                    <a:pt x="44988" y="1816099"/>
                  </a:lnTo>
                  <a:lnTo>
                    <a:pt x="6096000" y="1816099"/>
                  </a:lnTo>
                  <a:lnTo>
                    <a:pt x="6048139" y="1790699"/>
                  </a:lnTo>
                  <a:lnTo>
                    <a:pt x="6000917" y="1777999"/>
                  </a:lnTo>
                  <a:lnTo>
                    <a:pt x="5954285" y="1752599"/>
                  </a:lnTo>
                  <a:lnTo>
                    <a:pt x="5908194" y="1739899"/>
                  </a:lnTo>
                  <a:lnTo>
                    <a:pt x="5817437" y="1689099"/>
                  </a:lnTo>
                  <a:lnTo>
                    <a:pt x="5772673" y="1676399"/>
                  </a:lnTo>
                  <a:lnTo>
                    <a:pt x="5728253" y="1650999"/>
                  </a:lnTo>
                  <a:lnTo>
                    <a:pt x="5684128" y="1638299"/>
                  </a:lnTo>
                  <a:lnTo>
                    <a:pt x="5640249" y="1612899"/>
                  </a:lnTo>
                  <a:lnTo>
                    <a:pt x="5151247" y="1612899"/>
                  </a:lnTo>
                  <a:lnTo>
                    <a:pt x="5023514" y="1536699"/>
                  </a:lnTo>
                  <a:lnTo>
                    <a:pt x="4979717" y="1523999"/>
                  </a:lnTo>
                  <a:lnTo>
                    <a:pt x="4934867" y="1498599"/>
                  </a:lnTo>
                  <a:lnTo>
                    <a:pt x="4840939" y="1473199"/>
                  </a:lnTo>
                  <a:lnTo>
                    <a:pt x="4813808" y="1473199"/>
                  </a:lnTo>
                  <a:lnTo>
                    <a:pt x="4810295" y="1460499"/>
                  </a:lnTo>
                  <a:lnTo>
                    <a:pt x="4802568" y="1460499"/>
                  </a:lnTo>
                  <a:lnTo>
                    <a:pt x="4796430" y="1450411"/>
                  </a:lnTo>
                  <a:lnTo>
                    <a:pt x="4791329" y="1447799"/>
                  </a:lnTo>
                  <a:lnTo>
                    <a:pt x="4750199" y="1422399"/>
                  </a:lnTo>
                  <a:lnTo>
                    <a:pt x="4707991" y="1396999"/>
                  </a:lnTo>
                  <a:lnTo>
                    <a:pt x="4664976" y="1371599"/>
                  </a:lnTo>
                  <a:lnTo>
                    <a:pt x="4621423" y="1358899"/>
                  </a:lnTo>
                  <a:lnTo>
                    <a:pt x="4490246" y="1282699"/>
                  </a:lnTo>
                  <a:lnTo>
                    <a:pt x="4447250" y="1269999"/>
                  </a:lnTo>
                  <a:lnTo>
                    <a:pt x="4405069" y="1244599"/>
                  </a:lnTo>
                  <a:lnTo>
                    <a:pt x="4363974" y="1231899"/>
                  </a:lnTo>
                  <a:lnTo>
                    <a:pt x="4318202" y="1206499"/>
                  </a:lnTo>
                  <a:lnTo>
                    <a:pt x="4271136" y="1181099"/>
                  </a:lnTo>
                  <a:lnTo>
                    <a:pt x="4174598" y="1130299"/>
                  </a:lnTo>
                  <a:lnTo>
                    <a:pt x="4125867" y="1117599"/>
                  </a:lnTo>
                  <a:lnTo>
                    <a:pt x="4029329" y="1066799"/>
                  </a:lnTo>
                  <a:lnTo>
                    <a:pt x="3982263" y="1041399"/>
                  </a:lnTo>
                  <a:lnTo>
                    <a:pt x="3936491" y="1028699"/>
                  </a:lnTo>
                  <a:lnTo>
                    <a:pt x="3840164" y="977899"/>
                  </a:lnTo>
                  <a:lnTo>
                    <a:pt x="3792123" y="965199"/>
                  </a:lnTo>
                  <a:lnTo>
                    <a:pt x="3696533" y="914399"/>
                  </a:lnTo>
                  <a:lnTo>
                    <a:pt x="3649082" y="901699"/>
                  </a:lnTo>
                  <a:lnTo>
                    <a:pt x="3462719" y="800099"/>
                  </a:lnTo>
                  <a:lnTo>
                    <a:pt x="3417234" y="774699"/>
                  </a:lnTo>
                  <a:lnTo>
                    <a:pt x="3372289" y="761999"/>
                  </a:lnTo>
                  <a:lnTo>
                    <a:pt x="3284220" y="711199"/>
                  </a:lnTo>
                  <a:lnTo>
                    <a:pt x="3246618" y="685799"/>
                  </a:lnTo>
                  <a:lnTo>
                    <a:pt x="3202670" y="673099"/>
                  </a:lnTo>
                  <a:lnTo>
                    <a:pt x="3154507" y="660399"/>
                  </a:lnTo>
                  <a:lnTo>
                    <a:pt x="3104261" y="634999"/>
                  </a:lnTo>
                  <a:lnTo>
                    <a:pt x="2459642" y="634999"/>
                  </a:lnTo>
                  <a:lnTo>
                    <a:pt x="2412539" y="622299"/>
                  </a:lnTo>
                  <a:lnTo>
                    <a:pt x="2373889" y="609599"/>
                  </a:lnTo>
                  <a:lnTo>
                    <a:pt x="2339467" y="596899"/>
                  </a:lnTo>
                  <a:lnTo>
                    <a:pt x="967258" y="596899"/>
                  </a:lnTo>
                  <a:lnTo>
                    <a:pt x="958120" y="584199"/>
                  </a:lnTo>
                  <a:lnTo>
                    <a:pt x="944765" y="571499"/>
                  </a:lnTo>
                  <a:lnTo>
                    <a:pt x="902857" y="546099"/>
                  </a:lnTo>
                  <a:lnTo>
                    <a:pt x="860274" y="533399"/>
                  </a:lnTo>
                  <a:lnTo>
                    <a:pt x="466895" y="304800"/>
                  </a:lnTo>
                  <a:lnTo>
                    <a:pt x="382409" y="254000"/>
                  </a:lnTo>
                  <a:lnTo>
                    <a:pt x="344116" y="228600"/>
                  </a:lnTo>
                  <a:lnTo>
                    <a:pt x="304342" y="215900"/>
                  </a:lnTo>
                  <a:lnTo>
                    <a:pt x="263271" y="190500"/>
                  </a:lnTo>
                  <a:lnTo>
                    <a:pt x="221088" y="165100"/>
                  </a:lnTo>
                  <a:lnTo>
                    <a:pt x="177981" y="139700"/>
                  </a:lnTo>
                  <a:lnTo>
                    <a:pt x="134133" y="127000"/>
                  </a:lnTo>
                  <a:lnTo>
                    <a:pt x="0" y="50800"/>
                  </a:lnTo>
                  <a:close/>
                </a:path>
                <a:path w="12192000" h="6845300">
                  <a:moveTo>
                    <a:pt x="10553753" y="1790699"/>
                  </a:moveTo>
                  <a:lnTo>
                    <a:pt x="10549890" y="1790699"/>
                  </a:lnTo>
                  <a:lnTo>
                    <a:pt x="10557265" y="1803399"/>
                  </a:lnTo>
                  <a:lnTo>
                    <a:pt x="10575178" y="1816099"/>
                  </a:lnTo>
                  <a:lnTo>
                    <a:pt x="10594848" y="1816099"/>
                  </a:lnTo>
                  <a:lnTo>
                    <a:pt x="10578339" y="1803399"/>
                  </a:lnTo>
                  <a:lnTo>
                    <a:pt x="10563939" y="1803399"/>
                  </a:lnTo>
                  <a:lnTo>
                    <a:pt x="10553753" y="1790699"/>
                  </a:lnTo>
                  <a:close/>
                </a:path>
                <a:path w="12192000" h="6845300">
                  <a:moveTo>
                    <a:pt x="9931767" y="1676399"/>
                  </a:moveTo>
                  <a:lnTo>
                    <a:pt x="6163437" y="1676399"/>
                  </a:lnTo>
                  <a:lnTo>
                    <a:pt x="6213736" y="1689099"/>
                  </a:lnTo>
                  <a:lnTo>
                    <a:pt x="6261893" y="1714499"/>
                  </a:lnTo>
                  <a:lnTo>
                    <a:pt x="6305811" y="1739899"/>
                  </a:lnTo>
                  <a:lnTo>
                    <a:pt x="6343396" y="1765299"/>
                  </a:lnTo>
                  <a:lnTo>
                    <a:pt x="10108398" y="1765299"/>
                  </a:lnTo>
                  <a:lnTo>
                    <a:pt x="10042892" y="1727199"/>
                  </a:lnTo>
                  <a:lnTo>
                    <a:pt x="9998808" y="1714499"/>
                  </a:lnTo>
                  <a:lnTo>
                    <a:pt x="9931767" y="1676399"/>
                  </a:lnTo>
                  <a:close/>
                </a:path>
                <a:path w="12192000" h="6845300">
                  <a:moveTo>
                    <a:pt x="8754516" y="1473199"/>
                  </a:moveTo>
                  <a:lnTo>
                    <a:pt x="5713603" y="1473199"/>
                  </a:lnTo>
                  <a:lnTo>
                    <a:pt x="5743811" y="1485899"/>
                  </a:lnTo>
                  <a:lnTo>
                    <a:pt x="5744854" y="1486663"/>
                  </a:lnTo>
                  <a:lnTo>
                    <a:pt x="5772559" y="1498599"/>
                  </a:lnTo>
                  <a:lnTo>
                    <a:pt x="5817761" y="1523999"/>
                  </a:lnTo>
                  <a:lnTo>
                    <a:pt x="5854207" y="1536699"/>
                  </a:lnTo>
                  <a:lnTo>
                    <a:pt x="5886896" y="1562099"/>
                  </a:lnTo>
                  <a:lnTo>
                    <a:pt x="5920827" y="1574799"/>
                  </a:lnTo>
                  <a:lnTo>
                    <a:pt x="5960999" y="1587499"/>
                  </a:lnTo>
                  <a:lnTo>
                    <a:pt x="5994439" y="1600199"/>
                  </a:lnTo>
                  <a:lnTo>
                    <a:pt x="6025737" y="1612899"/>
                  </a:lnTo>
                  <a:lnTo>
                    <a:pt x="6052796" y="1625599"/>
                  </a:lnTo>
                  <a:lnTo>
                    <a:pt x="6073521" y="1638299"/>
                  </a:lnTo>
                  <a:lnTo>
                    <a:pt x="6074223" y="1650999"/>
                  </a:lnTo>
                  <a:lnTo>
                    <a:pt x="6079140" y="1650999"/>
                  </a:lnTo>
                  <a:lnTo>
                    <a:pt x="6092487" y="1663699"/>
                  </a:lnTo>
                  <a:lnTo>
                    <a:pt x="6144470" y="1689099"/>
                  </a:lnTo>
                  <a:lnTo>
                    <a:pt x="6157817" y="1689099"/>
                  </a:lnTo>
                  <a:lnTo>
                    <a:pt x="6162734" y="1676399"/>
                  </a:lnTo>
                  <a:lnTo>
                    <a:pt x="9931767" y="1676399"/>
                  </a:lnTo>
                  <a:lnTo>
                    <a:pt x="9863563" y="1638299"/>
                  </a:lnTo>
                  <a:lnTo>
                    <a:pt x="9769920" y="1587499"/>
                  </a:lnTo>
                  <a:lnTo>
                    <a:pt x="9721759" y="1562099"/>
                  </a:lnTo>
                  <a:lnTo>
                    <a:pt x="8939391" y="1562099"/>
                  </a:lnTo>
                  <a:lnTo>
                    <a:pt x="8923617" y="1551131"/>
                  </a:lnTo>
                  <a:lnTo>
                    <a:pt x="8885301" y="1536699"/>
                  </a:lnTo>
                  <a:lnTo>
                    <a:pt x="8851582" y="1511299"/>
                  </a:lnTo>
                  <a:lnTo>
                    <a:pt x="8817864" y="1498599"/>
                  </a:lnTo>
                  <a:lnTo>
                    <a:pt x="8791096" y="1498599"/>
                  </a:lnTo>
                  <a:lnTo>
                    <a:pt x="8754516" y="1473199"/>
                  </a:lnTo>
                  <a:close/>
                </a:path>
                <a:path w="12192000" h="6845300">
                  <a:moveTo>
                    <a:pt x="6000410" y="1638299"/>
                  </a:moveTo>
                  <a:lnTo>
                    <a:pt x="5977874" y="1638299"/>
                  </a:lnTo>
                  <a:lnTo>
                    <a:pt x="5989853" y="1650999"/>
                  </a:lnTo>
                  <a:lnTo>
                    <a:pt x="6034180" y="1650999"/>
                  </a:lnTo>
                  <a:lnTo>
                    <a:pt x="6000410" y="1638299"/>
                  </a:lnTo>
                  <a:close/>
                </a:path>
                <a:path w="12192000" h="6845300">
                  <a:moveTo>
                    <a:pt x="4839112" y="1015999"/>
                  </a:moveTo>
                  <a:lnTo>
                    <a:pt x="4805731" y="1015999"/>
                  </a:lnTo>
                  <a:lnTo>
                    <a:pt x="4791329" y="1028699"/>
                  </a:lnTo>
                  <a:lnTo>
                    <a:pt x="4786060" y="1028699"/>
                  </a:lnTo>
                  <a:lnTo>
                    <a:pt x="4799758" y="1041399"/>
                  </a:lnTo>
                  <a:lnTo>
                    <a:pt x="4826101" y="1054099"/>
                  </a:lnTo>
                  <a:lnTo>
                    <a:pt x="4858766" y="1066799"/>
                  </a:lnTo>
                  <a:lnTo>
                    <a:pt x="4888694" y="1079499"/>
                  </a:lnTo>
                  <a:lnTo>
                    <a:pt x="4931596" y="1104899"/>
                  </a:lnTo>
                  <a:lnTo>
                    <a:pt x="4964003" y="1130299"/>
                  </a:lnTo>
                  <a:lnTo>
                    <a:pt x="4987943" y="1155699"/>
                  </a:lnTo>
                  <a:lnTo>
                    <a:pt x="5021881" y="1181099"/>
                  </a:lnTo>
                  <a:lnTo>
                    <a:pt x="5067069" y="1193799"/>
                  </a:lnTo>
                  <a:lnTo>
                    <a:pt x="5124759" y="1219199"/>
                  </a:lnTo>
                  <a:lnTo>
                    <a:pt x="5196205" y="1231899"/>
                  </a:lnTo>
                  <a:lnTo>
                    <a:pt x="5221754" y="1257299"/>
                  </a:lnTo>
                  <a:lnTo>
                    <a:pt x="5265664" y="1282699"/>
                  </a:lnTo>
                  <a:lnTo>
                    <a:pt x="5319292" y="1308099"/>
                  </a:lnTo>
                  <a:lnTo>
                    <a:pt x="5373992" y="1320799"/>
                  </a:lnTo>
                  <a:lnTo>
                    <a:pt x="5421122" y="1333499"/>
                  </a:lnTo>
                  <a:lnTo>
                    <a:pt x="5459430" y="1358899"/>
                  </a:lnTo>
                  <a:lnTo>
                    <a:pt x="5499218" y="1384299"/>
                  </a:lnTo>
                  <a:lnTo>
                    <a:pt x="5540299" y="1409699"/>
                  </a:lnTo>
                  <a:lnTo>
                    <a:pt x="5582487" y="1435099"/>
                  </a:lnTo>
                  <a:lnTo>
                    <a:pt x="5625596" y="1447799"/>
                  </a:lnTo>
                  <a:lnTo>
                    <a:pt x="5758587" y="1523999"/>
                  </a:lnTo>
                  <a:lnTo>
                    <a:pt x="5803519" y="1536699"/>
                  </a:lnTo>
                  <a:lnTo>
                    <a:pt x="5825368" y="1562099"/>
                  </a:lnTo>
                  <a:lnTo>
                    <a:pt x="5859827" y="1574799"/>
                  </a:lnTo>
                  <a:lnTo>
                    <a:pt x="5911121" y="1600199"/>
                  </a:lnTo>
                  <a:lnTo>
                    <a:pt x="5983478" y="1638299"/>
                  </a:lnTo>
                  <a:lnTo>
                    <a:pt x="5946247" y="1600199"/>
                  </a:lnTo>
                  <a:lnTo>
                    <a:pt x="5904801" y="1574799"/>
                  </a:lnTo>
                  <a:lnTo>
                    <a:pt x="5863355" y="1562099"/>
                  </a:lnTo>
                  <a:lnTo>
                    <a:pt x="5826125" y="1536699"/>
                  </a:lnTo>
                  <a:lnTo>
                    <a:pt x="5795845" y="1523999"/>
                  </a:lnTo>
                  <a:lnTo>
                    <a:pt x="5744854" y="1486663"/>
                  </a:lnTo>
                  <a:lnTo>
                    <a:pt x="5713603" y="1473199"/>
                  </a:lnTo>
                  <a:lnTo>
                    <a:pt x="8727821" y="1473199"/>
                  </a:lnTo>
                  <a:lnTo>
                    <a:pt x="8707449" y="1460499"/>
                  </a:lnTo>
                  <a:lnTo>
                    <a:pt x="8682863" y="1447799"/>
                  </a:lnTo>
                  <a:lnTo>
                    <a:pt x="7513193" y="1447799"/>
                  </a:lnTo>
                  <a:lnTo>
                    <a:pt x="7464455" y="1422399"/>
                  </a:lnTo>
                  <a:lnTo>
                    <a:pt x="7418617" y="1409699"/>
                  </a:lnTo>
                  <a:lnTo>
                    <a:pt x="7330376" y="1358899"/>
                  </a:lnTo>
                  <a:lnTo>
                    <a:pt x="7285342" y="1346199"/>
                  </a:lnTo>
                  <a:lnTo>
                    <a:pt x="7237944" y="1320799"/>
                  </a:lnTo>
                  <a:lnTo>
                    <a:pt x="7186867" y="1295399"/>
                  </a:lnTo>
                  <a:lnTo>
                    <a:pt x="7130796" y="1269999"/>
                  </a:lnTo>
                  <a:lnTo>
                    <a:pt x="7084639" y="1244599"/>
                  </a:lnTo>
                  <a:lnTo>
                    <a:pt x="7038946" y="1231899"/>
                  </a:lnTo>
                  <a:lnTo>
                    <a:pt x="6993651" y="1206499"/>
                  </a:lnTo>
                  <a:lnTo>
                    <a:pt x="5983478" y="1206499"/>
                  </a:lnTo>
                  <a:lnTo>
                    <a:pt x="5892696" y="1181099"/>
                  </a:lnTo>
                  <a:lnTo>
                    <a:pt x="5845730" y="1181099"/>
                  </a:lnTo>
                  <a:lnTo>
                    <a:pt x="5796891" y="1168399"/>
                  </a:lnTo>
                  <a:lnTo>
                    <a:pt x="5745561" y="1155699"/>
                  </a:lnTo>
                  <a:lnTo>
                    <a:pt x="5691124" y="1130299"/>
                  </a:lnTo>
                  <a:lnTo>
                    <a:pt x="5642972" y="1117599"/>
                  </a:lnTo>
                  <a:lnTo>
                    <a:pt x="5595226" y="1092199"/>
                  </a:lnTo>
                  <a:lnTo>
                    <a:pt x="5548272" y="1079499"/>
                  </a:lnTo>
                  <a:lnTo>
                    <a:pt x="5502500" y="1054099"/>
                  </a:lnTo>
                  <a:lnTo>
                    <a:pt x="5458299" y="1041399"/>
                  </a:lnTo>
                  <a:lnTo>
                    <a:pt x="4903851" y="1041399"/>
                  </a:lnTo>
                  <a:lnTo>
                    <a:pt x="4876732" y="1028699"/>
                  </a:lnTo>
                  <a:lnTo>
                    <a:pt x="4839112" y="1015999"/>
                  </a:lnTo>
                  <a:close/>
                </a:path>
                <a:path w="12192000" h="6845300">
                  <a:moveTo>
                    <a:pt x="3140041" y="495299"/>
                  </a:moveTo>
                  <a:lnTo>
                    <a:pt x="3093005" y="495299"/>
                  </a:lnTo>
                  <a:lnTo>
                    <a:pt x="3132563" y="520699"/>
                  </a:lnTo>
                  <a:lnTo>
                    <a:pt x="3173362" y="533399"/>
                  </a:lnTo>
                  <a:lnTo>
                    <a:pt x="3216656" y="546099"/>
                  </a:lnTo>
                  <a:lnTo>
                    <a:pt x="3237101" y="571499"/>
                  </a:lnTo>
                  <a:lnTo>
                    <a:pt x="3286325" y="596899"/>
                  </a:lnTo>
                  <a:lnTo>
                    <a:pt x="3306699" y="622299"/>
                  </a:lnTo>
                  <a:lnTo>
                    <a:pt x="3358144" y="634999"/>
                  </a:lnTo>
                  <a:lnTo>
                    <a:pt x="3405291" y="647699"/>
                  </a:lnTo>
                  <a:lnTo>
                    <a:pt x="3490960" y="647699"/>
                  </a:lnTo>
                  <a:lnTo>
                    <a:pt x="3531616" y="660399"/>
                  </a:lnTo>
                  <a:lnTo>
                    <a:pt x="3554095" y="660399"/>
                  </a:lnTo>
                  <a:lnTo>
                    <a:pt x="3578061" y="685799"/>
                  </a:lnTo>
                  <a:lnTo>
                    <a:pt x="3578247" y="698499"/>
                  </a:lnTo>
                  <a:lnTo>
                    <a:pt x="3568697" y="711199"/>
                  </a:lnTo>
                  <a:lnTo>
                    <a:pt x="3563458" y="723899"/>
                  </a:lnTo>
                  <a:lnTo>
                    <a:pt x="3610575" y="774699"/>
                  </a:lnTo>
                  <a:lnTo>
                    <a:pt x="3652833" y="800099"/>
                  </a:lnTo>
                  <a:lnTo>
                    <a:pt x="3700591" y="825499"/>
                  </a:lnTo>
                  <a:lnTo>
                    <a:pt x="3801589" y="876299"/>
                  </a:lnTo>
                  <a:lnTo>
                    <a:pt x="3849321" y="901699"/>
                  </a:lnTo>
                  <a:lnTo>
                    <a:pt x="3891534" y="927099"/>
                  </a:lnTo>
                  <a:lnTo>
                    <a:pt x="3921390" y="939799"/>
                  </a:lnTo>
                  <a:lnTo>
                    <a:pt x="3944937" y="952499"/>
                  </a:lnTo>
                  <a:lnTo>
                    <a:pt x="3964293" y="965199"/>
                  </a:lnTo>
                  <a:lnTo>
                    <a:pt x="3981577" y="977899"/>
                  </a:lnTo>
                  <a:lnTo>
                    <a:pt x="4042050" y="1003299"/>
                  </a:lnTo>
                  <a:lnTo>
                    <a:pt x="4090674" y="1028699"/>
                  </a:lnTo>
                  <a:lnTo>
                    <a:pt x="4130563" y="1041399"/>
                  </a:lnTo>
                  <a:lnTo>
                    <a:pt x="4164833" y="1066799"/>
                  </a:lnTo>
                  <a:lnTo>
                    <a:pt x="4196597" y="1092199"/>
                  </a:lnTo>
                  <a:lnTo>
                    <a:pt x="4228973" y="1117599"/>
                  </a:lnTo>
                  <a:lnTo>
                    <a:pt x="4281842" y="1130299"/>
                  </a:lnTo>
                  <a:lnTo>
                    <a:pt x="4326837" y="1155699"/>
                  </a:lnTo>
                  <a:lnTo>
                    <a:pt x="4367106" y="1168399"/>
                  </a:lnTo>
                  <a:lnTo>
                    <a:pt x="4405799" y="1193799"/>
                  </a:lnTo>
                  <a:lnTo>
                    <a:pt x="4446068" y="1219199"/>
                  </a:lnTo>
                  <a:lnTo>
                    <a:pt x="4491063" y="1244599"/>
                  </a:lnTo>
                  <a:lnTo>
                    <a:pt x="4543933" y="1269999"/>
                  </a:lnTo>
                  <a:lnTo>
                    <a:pt x="4581163" y="1282699"/>
                  </a:lnTo>
                  <a:lnTo>
                    <a:pt x="4664055" y="1333499"/>
                  </a:lnTo>
                  <a:lnTo>
                    <a:pt x="4701286" y="1358899"/>
                  </a:lnTo>
                  <a:lnTo>
                    <a:pt x="4747057" y="1384299"/>
                  </a:lnTo>
                  <a:lnTo>
                    <a:pt x="4794123" y="1409699"/>
                  </a:lnTo>
                  <a:lnTo>
                    <a:pt x="4842114" y="1435099"/>
                  </a:lnTo>
                  <a:lnTo>
                    <a:pt x="4890661" y="1447799"/>
                  </a:lnTo>
                  <a:lnTo>
                    <a:pt x="5035930" y="1523999"/>
                  </a:lnTo>
                  <a:lnTo>
                    <a:pt x="5082996" y="1536699"/>
                  </a:lnTo>
                  <a:lnTo>
                    <a:pt x="5128768" y="1562099"/>
                  </a:lnTo>
                  <a:lnTo>
                    <a:pt x="5149139" y="1587499"/>
                  </a:lnTo>
                  <a:lnTo>
                    <a:pt x="5173726" y="1600199"/>
                  </a:lnTo>
                  <a:lnTo>
                    <a:pt x="5198312" y="1600199"/>
                  </a:lnTo>
                  <a:lnTo>
                    <a:pt x="5218684" y="1612899"/>
                  </a:lnTo>
                  <a:lnTo>
                    <a:pt x="5640249" y="1612899"/>
                  </a:lnTo>
                  <a:lnTo>
                    <a:pt x="5553031" y="1562099"/>
                  </a:lnTo>
                  <a:lnTo>
                    <a:pt x="5509594" y="1549399"/>
                  </a:lnTo>
                  <a:lnTo>
                    <a:pt x="5466207" y="1523999"/>
                  </a:lnTo>
                  <a:lnTo>
                    <a:pt x="5383935" y="1473199"/>
                  </a:lnTo>
                  <a:lnTo>
                    <a:pt x="5341804" y="1460499"/>
                  </a:lnTo>
                  <a:lnTo>
                    <a:pt x="5298957" y="1435099"/>
                  </a:lnTo>
                  <a:lnTo>
                    <a:pt x="5255354" y="1409699"/>
                  </a:lnTo>
                  <a:lnTo>
                    <a:pt x="5210953" y="1396999"/>
                  </a:lnTo>
                  <a:lnTo>
                    <a:pt x="5165715" y="1371599"/>
                  </a:lnTo>
                  <a:lnTo>
                    <a:pt x="5119599" y="1346199"/>
                  </a:lnTo>
                  <a:lnTo>
                    <a:pt x="5072566" y="1333499"/>
                  </a:lnTo>
                  <a:lnTo>
                    <a:pt x="5024576" y="1308099"/>
                  </a:lnTo>
                  <a:lnTo>
                    <a:pt x="4975587" y="1295399"/>
                  </a:lnTo>
                  <a:lnTo>
                    <a:pt x="4925560" y="1269999"/>
                  </a:lnTo>
                  <a:lnTo>
                    <a:pt x="4822232" y="1231899"/>
                  </a:lnTo>
                  <a:lnTo>
                    <a:pt x="4768850" y="1206499"/>
                  </a:lnTo>
                  <a:lnTo>
                    <a:pt x="4735111" y="1181099"/>
                  </a:lnTo>
                  <a:lnTo>
                    <a:pt x="4667587" y="1155699"/>
                  </a:lnTo>
                  <a:lnTo>
                    <a:pt x="4633849" y="1130299"/>
                  </a:lnTo>
                  <a:lnTo>
                    <a:pt x="4597183" y="1104899"/>
                  </a:lnTo>
                  <a:lnTo>
                    <a:pt x="4555501" y="1079499"/>
                  </a:lnTo>
                  <a:lnTo>
                    <a:pt x="4510123" y="1054099"/>
                  </a:lnTo>
                  <a:lnTo>
                    <a:pt x="4462367" y="1028699"/>
                  </a:lnTo>
                  <a:lnTo>
                    <a:pt x="4364993" y="977899"/>
                  </a:lnTo>
                  <a:lnTo>
                    <a:pt x="4341368" y="977899"/>
                  </a:lnTo>
                  <a:lnTo>
                    <a:pt x="4287034" y="965199"/>
                  </a:lnTo>
                  <a:lnTo>
                    <a:pt x="4236433" y="952499"/>
                  </a:lnTo>
                  <a:lnTo>
                    <a:pt x="4189571" y="927099"/>
                  </a:lnTo>
                  <a:lnTo>
                    <a:pt x="4146455" y="914399"/>
                  </a:lnTo>
                  <a:lnTo>
                    <a:pt x="4107094" y="888999"/>
                  </a:lnTo>
                  <a:lnTo>
                    <a:pt x="4071492" y="863599"/>
                  </a:lnTo>
                  <a:lnTo>
                    <a:pt x="4043797" y="838199"/>
                  </a:lnTo>
                  <a:lnTo>
                    <a:pt x="4011780" y="825499"/>
                  </a:lnTo>
                  <a:lnTo>
                    <a:pt x="3971119" y="800099"/>
                  </a:lnTo>
                  <a:lnTo>
                    <a:pt x="3917491" y="787399"/>
                  </a:lnTo>
                  <a:lnTo>
                    <a:pt x="3846576" y="774699"/>
                  </a:lnTo>
                  <a:lnTo>
                    <a:pt x="3788787" y="761999"/>
                  </a:lnTo>
                  <a:lnTo>
                    <a:pt x="3746130" y="736599"/>
                  </a:lnTo>
                  <a:lnTo>
                    <a:pt x="3712122" y="723899"/>
                  </a:lnTo>
                  <a:lnTo>
                    <a:pt x="3680285" y="698499"/>
                  </a:lnTo>
                  <a:lnTo>
                    <a:pt x="3644138" y="685799"/>
                  </a:lnTo>
                  <a:lnTo>
                    <a:pt x="3597232" y="660399"/>
                  </a:lnTo>
                  <a:lnTo>
                    <a:pt x="3552696" y="647699"/>
                  </a:lnTo>
                  <a:lnTo>
                    <a:pt x="3510133" y="622299"/>
                  </a:lnTo>
                  <a:lnTo>
                    <a:pt x="3469146" y="596899"/>
                  </a:lnTo>
                  <a:lnTo>
                    <a:pt x="3396615" y="596899"/>
                  </a:lnTo>
                  <a:lnTo>
                    <a:pt x="3359735" y="584199"/>
                  </a:lnTo>
                  <a:lnTo>
                    <a:pt x="3320748" y="558799"/>
                  </a:lnTo>
                  <a:lnTo>
                    <a:pt x="3285976" y="558799"/>
                  </a:lnTo>
                  <a:lnTo>
                    <a:pt x="3213452" y="520699"/>
                  </a:lnTo>
                  <a:lnTo>
                    <a:pt x="3164772" y="507999"/>
                  </a:lnTo>
                  <a:lnTo>
                    <a:pt x="3140041" y="495299"/>
                  </a:lnTo>
                  <a:close/>
                </a:path>
                <a:path w="12192000" h="6845300">
                  <a:moveTo>
                    <a:pt x="8075549" y="876299"/>
                  </a:moveTo>
                  <a:lnTo>
                    <a:pt x="8069929" y="876299"/>
                  </a:lnTo>
                  <a:lnTo>
                    <a:pt x="8072739" y="888999"/>
                  </a:lnTo>
                  <a:lnTo>
                    <a:pt x="8075549" y="914399"/>
                  </a:lnTo>
                  <a:lnTo>
                    <a:pt x="7850505" y="914399"/>
                  </a:lnTo>
                  <a:lnTo>
                    <a:pt x="7858252" y="927099"/>
                  </a:lnTo>
                  <a:lnTo>
                    <a:pt x="7878667" y="939799"/>
                  </a:lnTo>
                  <a:lnTo>
                    <a:pt x="7907512" y="965199"/>
                  </a:lnTo>
                  <a:lnTo>
                    <a:pt x="7940548" y="977899"/>
                  </a:lnTo>
                  <a:lnTo>
                    <a:pt x="7984773" y="1003299"/>
                  </a:lnTo>
                  <a:lnTo>
                    <a:pt x="8027695" y="1028699"/>
                  </a:lnTo>
                  <a:lnTo>
                    <a:pt x="8069688" y="1041399"/>
                  </a:lnTo>
                  <a:lnTo>
                    <a:pt x="8193804" y="1117599"/>
                  </a:lnTo>
                  <a:lnTo>
                    <a:pt x="8235797" y="1130299"/>
                  </a:lnTo>
                  <a:lnTo>
                    <a:pt x="8278719" y="1155699"/>
                  </a:lnTo>
                  <a:lnTo>
                    <a:pt x="8322945" y="1181099"/>
                  </a:lnTo>
                  <a:lnTo>
                    <a:pt x="8361442" y="1206499"/>
                  </a:lnTo>
                  <a:lnTo>
                    <a:pt x="8398878" y="1231899"/>
                  </a:lnTo>
                  <a:lnTo>
                    <a:pt x="8439558" y="1244599"/>
                  </a:lnTo>
                  <a:lnTo>
                    <a:pt x="8487784" y="1269999"/>
                  </a:lnTo>
                  <a:lnTo>
                    <a:pt x="8547862" y="1295399"/>
                  </a:lnTo>
                  <a:lnTo>
                    <a:pt x="8584250" y="1320799"/>
                  </a:lnTo>
                  <a:lnTo>
                    <a:pt x="8633561" y="1346199"/>
                  </a:lnTo>
                  <a:lnTo>
                    <a:pt x="8687170" y="1371599"/>
                  </a:lnTo>
                  <a:lnTo>
                    <a:pt x="8736451" y="1396999"/>
                  </a:lnTo>
                  <a:lnTo>
                    <a:pt x="8772779" y="1435099"/>
                  </a:lnTo>
                  <a:lnTo>
                    <a:pt x="8793224" y="1447799"/>
                  </a:lnTo>
                  <a:lnTo>
                    <a:pt x="8817848" y="1460499"/>
                  </a:lnTo>
                  <a:lnTo>
                    <a:pt x="8842448" y="1485899"/>
                  </a:lnTo>
                  <a:lnTo>
                    <a:pt x="8862822" y="1498599"/>
                  </a:lnTo>
                  <a:lnTo>
                    <a:pt x="8879330" y="1511299"/>
                  </a:lnTo>
                  <a:lnTo>
                    <a:pt x="8893730" y="1523999"/>
                  </a:lnTo>
                  <a:lnTo>
                    <a:pt x="8903916" y="1523999"/>
                  </a:lnTo>
                  <a:lnTo>
                    <a:pt x="8907780" y="1536699"/>
                  </a:lnTo>
                  <a:lnTo>
                    <a:pt x="8921126" y="1549399"/>
                  </a:lnTo>
                  <a:lnTo>
                    <a:pt x="8923617" y="1551131"/>
                  </a:lnTo>
                  <a:lnTo>
                    <a:pt x="8952738" y="1562099"/>
                  </a:lnTo>
                  <a:lnTo>
                    <a:pt x="9721759" y="1562099"/>
                  </a:lnTo>
                  <a:lnTo>
                    <a:pt x="9672574" y="1536699"/>
                  </a:lnTo>
                  <a:lnTo>
                    <a:pt x="9664846" y="1523999"/>
                  </a:lnTo>
                  <a:lnTo>
                    <a:pt x="9644475" y="1511299"/>
                  </a:lnTo>
                  <a:lnTo>
                    <a:pt x="9615674" y="1485899"/>
                  </a:lnTo>
                  <a:lnTo>
                    <a:pt x="9582658" y="1473199"/>
                  </a:lnTo>
                  <a:lnTo>
                    <a:pt x="9568255" y="1473199"/>
                  </a:lnTo>
                  <a:lnTo>
                    <a:pt x="9551733" y="1460499"/>
                  </a:lnTo>
                  <a:lnTo>
                    <a:pt x="9522543" y="1447799"/>
                  </a:lnTo>
                  <a:lnTo>
                    <a:pt x="9470136" y="1435099"/>
                  </a:lnTo>
                  <a:lnTo>
                    <a:pt x="9459247" y="1435099"/>
                  </a:lnTo>
                  <a:lnTo>
                    <a:pt x="9433607" y="1422399"/>
                  </a:lnTo>
                  <a:lnTo>
                    <a:pt x="9403752" y="1422399"/>
                  </a:lnTo>
                  <a:lnTo>
                    <a:pt x="9380220" y="1409699"/>
                  </a:lnTo>
                  <a:lnTo>
                    <a:pt x="9334428" y="1384299"/>
                  </a:lnTo>
                  <a:lnTo>
                    <a:pt x="9292186" y="1371599"/>
                  </a:lnTo>
                  <a:lnTo>
                    <a:pt x="9271855" y="1358899"/>
                  </a:lnTo>
                  <a:lnTo>
                    <a:pt x="9200261" y="1358899"/>
                  </a:lnTo>
                  <a:lnTo>
                    <a:pt x="9098041" y="1308099"/>
                  </a:lnTo>
                  <a:lnTo>
                    <a:pt x="8999004" y="1257299"/>
                  </a:lnTo>
                  <a:lnTo>
                    <a:pt x="8950682" y="1244599"/>
                  </a:lnTo>
                  <a:lnTo>
                    <a:pt x="8903159" y="1219199"/>
                  </a:lnTo>
                  <a:lnTo>
                    <a:pt x="8810512" y="1168399"/>
                  </a:lnTo>
                  <a:lnTo>
                    <a:pt x="8765391" y="1155699"/>
                  </a:lnTo>
                  <a:lnTo>
                    <a:pt x="8721073" y="1130299"/>
                  </a:lnTo>
                  <a:lnTo>
                    <a:pt x="8677559" y="1104899"/>
                  </a:lnTo>
                  <a:lnTo>
                    <a:pt x="8634850" y="1092199"/>
                  </a:lnTo>
                  <a:lnTo>
                    <a:pt x="8592947" y="1066799"/>
                  </a:lnTo>
                  <a:lnTo>
                    <a:pt x="8558452" y="1041399"/>
                  </a:lnTo>
                  <a:lnTo>
                    <a:pt x="8519779" y="1015999"/>
                  </a:lnTo>
                  <a:lnTo>
                    <a:pt x="8472699" y="990599"/>
                  </a:lnTo>
                  <a:lnTo>
                    <a:pt x="8412988" y="977899"/>
                  </a:lnTo>
                  <a:lnTo>
                    <a:pt x="8390382" y="952499"/>
                  </a:lnTo>
                  <a:lnTo>
                    <a:pt x="8356392" y="927099"/>
                  </a:lnTo>
                  <a:lnTo>
                    <a:pt x="8312686" y="914399"/>
                  </a:lnTo>
                  <a:lnTo>
                    <a:pt x="8265730" y="888999"/>
                  </a:lnTo>
                  <a:lnTo>
                    <a:pt x="8098028" y="888999"/>
                  </a:lnTo>
                  <a:lnTo>
                    <a:pt x="8075549" y="876299"/>
                  </a:lnTo>
                  <a:close/>
                </a:path>
                <a:path w="12192000" h="6845300">
                  <a:moveTo>
                    <a:pt x="5578602" y="1473199"/>
                  </a:moveTo>
                  <a:lnTo>
                    <a:pt x="5578602" y="1498599"/>
                  </a:lnTo>
                  <a:lnTo>
                    <a:pt x="5625573" y="1498599"/>
                  </a:lnTo>
                  <a:lnTo>
                    <a:pt x="5578602" y="1473199"/>
                  </a:lnTo>
                  <a:close/>
                </a:path>
                <a:path w="12192000" h="6845300">
                  <a:moveTo>
                    <a:pt x="4809107" y="1456902"/>
                  </a:moveTo>
                  <a:lnTo>
                    <a:pt x="4810998" y="1460499"/>
                  </a:lnTo>
                  <a:lnTo>
                    <a:pt x="4813456" y="1460499"/>
                  </a:lnTo>
                  <a:lnTo>
                    <a:pt x="4813808" y="1473199"/>
                  </a:lnTo>
                  <a:lnTo>
                    <a:pt x="4840939" y="1473199"/>
                  </a:lnTo>
                  <a:lnTo>
                    <a:pt x="4809107" y="1456902"/>
                  </a:lnTo>
                  <a:close/>
                </a:path>
                <a:path w="12192000" h="6845300">
                  <a:moveTo>
                    <a:pt x="4804324" y="1447799"/>
                  </a:moveTo>
                  <a:lnTo>
                    <a:pt x="4794841" y="1447799"/>
                  </a:lnTo>
                  <a:lnTo>
                    <a:pt x="4796430" y="1450411"/>
                  </a:lnTo>
                  <a:lnTo>
                    <a:pt x="4809107" y="1456902"/>
                  </a:lnTo>
                  <a:lnTo>
                    <a:pt x="4804324" y="1447799"/>
                  </a:lnTo>
                  <a:close/>
                </a:path>
                <a:path w="12192000" h="6845300">
                  <a:moveTo>
                    <a:pt x="6476662" y="838199"/>
                  </a:moveTo>
                  <a:lnTo>
                    <a:pt x="6320917" y="838199"/>
                  </a:lnTo>
                  <a:lnTo>
                    <a:pt x="6378705" y="850899"/>
                  </a:lnTo>
                  <a:lnTo>
                    <a:pt x="6421362" y="863599"/>
                  </a:lnTo>
                  <a:lnTo>
                    <a:pt x="6455370" y="876299"/>
                  </a:lnTo>
                  <a:lnTo>
                    <a:pt x="6487207" y="888999"/>
                  </a:lnTo>
                  <a:lnTo>
                    <a:pt x="6523355" y="914399"/>
                  </a:lnTo>
                  <a:lnTo>
                    <a:pt x="6548905" y="939799"/>
                  </a:lnTo>
                  <a:lnTo>
                    <a:pt x="6592822" y="965199"/>
                  </a:lnTo>
                  <a:lnTo>
                    <a:pt x="6646469" y="990599"/>
                  </a:lnTo>
                  <a:lnTo>
                    <a:pt x="6701207" y="1003299"/>
                  </a:lnTo>
                  <a:lnTo>
                    <a:pt x="6748399" y="1028699"/>
                  </a:lnTo>
                  <a:lnTo>
                    <a:pt x="6752262" y="1041399"/>
                  </a:lnTo>
                  <a:lnTo>
                    <a:pt x="6793357" y="1041399"/>
                  </a:lnTo>
                  <a:lnTo>
                    <a:pt x="6842811" y="1066799"/>
                  </a:lnTo>
                  <a:lnTo>
                    <a:pt x="6930955" y="1117599"/>
                  </a:lnTo>
                  <a:lnTo>
                    <a:pt x="6980447" y="1142999"/>
                  </a:lnTo>
                  <a:lnTo>
                    <a:pt x="7040753" y="1155699"/>
                  </a:lnTo>
                  <a:lnTo>
                    <a:pt x="7061477" y="1181099"/>
                  </a:lnTo>
                  <a:lnTo>
                    <a:pt x="7088536" y="1193799"/>
                  </a:lnTo>
                  <a:lnTo>
                    <a:pt x="7119834" y="1206499"/>
                  </a:lnTo>
                  <a:lnTo>
                    <a:pt x="7153275" y="1231899"/>
                  </a:lnTo>
                  <a:lnTo>
                    <a:pt x="7177863" y="1244599"/>
                  </a:lnTo>
                  <a:lnTo>
                    <a:pt x="7215108" y="1257299"/>
                  </a:lnTo>
                  <a:lnTo>
                    <a:pt x="7260806" y="1282699"/>
                  </a:lnTo>
                  <a:lnTo>
                    <a:pt x="7310755" y="1295399"/>
                  </a:lnTo>
                  <a:lnTo>
                    <a:pt x="7340961" y="1308099"/>
                  </a:lnTo>
                  <a:lnTo>
                    <a:pt x="7392943" y="1346199"/>
                  </a:lnTo>
                  <a:lnTo>
                    <a:pt x="7423150" y="1358899"/>
                  </a:lnTo>
                  <a:lnTo>
                    <a:pt x="7423150" y="1384299"/>
                  </a:lnTo>
                  <a:lnTo>
                    <a:pt x="7459346" y="1396999"/>
                  </a:lnTo>
                  <a:lnTo>
                    <a:pt x="7493460" y="1422399"/>
                  </a:lnTo>
                  <a:lnTo>
                    <a:pt x="7514929" y="1435099"/>
                  </a:lnTo>
                  <a:lnTo>
                    <a:pt x="7513193" y="1447799"/>
                  </a:lnTo>
                  <a:lnTo>
                    <a:pt x="8615426" y="1447799"/>
                  </a:lnTo>
                  <a:lnTo>
                    <a:pt x="8577059" y="1422399"/>
                  </a:lnTo>
                  <a:lnTo>
                    <a:pt x="8540875" y="1409699"/>
                  </a:lnTo>
                  <a:lnTo>
                    <a:pt x="8503631" y="1384299"/>
                  </a:lnTo>
                  <a:lnTo>
                    <a:pt x="8462083" y="1358899"/>
                  </a:lnTo>
                  <a:lnTo>
                    <a:pt x="8412988" y="1333499"/>
                  </a:lnTo>
                  <a:lnTo>
                    <a:pt x="8379547" y="1320799"/>
                  </a:lnTo>
                  <a:lnTo>
                    <a:pt x="8348249" y="1320799"/>
                  </a:lnTo>
                  <a:lnTo>
                    <a:pt x="8321190" y="1308099"/>
                  </a:lnTo>
                  <a:lnTo>
                    <a:pt x="8300466" y="1295399"/>
                  </a:lnTo>
                  <a:lnTo>
                    <a:pt x="8303627" y="1295399"/>
                  </a:lnTo>
                  <a:lnTo>
                    <a:pt x="8308895" y="1282699"/>
                  </a:lnTo>
                  <a:lnTo>
                    <a:pt x="8309949" y="1269999"/>
                  </a:lnTo>
                  <a:lnTo>
                    <a:pt x="8255508" y="1269999"/>
                  </a:lnTo>
                  <a:lnTo>
                    <a:pt x="8225228" y="1257299"/>
                  </a:lnTo>
                  <a:lnTo>
                    <a:pt x="8173194" y="1231899"/>
                  </a:lnTo>
                  <a:lnTo>
                    <a:pt x="8142985" y="1231899"/>
                  </a:lnTo>
                  <a:lnTo>
                    <a:pt x="8107440" y="1193799"/>
                  </a:lnTo>
                  <a:lnTo>
                    <a:pt x="8068616" y="1168399"/>
                  </a:lnTo>
                  <a:lnTo>
                    <a:pt x="8026983" y="1142999"/>
                  </a:lnTo>
                  <a:lnTo>
                    <a:pt x="7983008" y="1117599"/>
                  </a:lnTo>
                  <a:lnTo>
                    <a:pt x="7937160" y="1092199"/>
                  </a:lnTo>
                  <a:lnTo>
                    <a:pt x="7889906" y="1066799"/>
                  </a:lnTo>
                  <a:lnTo>
                    <a:pt x="7841716" y="1041399"/>
                  </a:lnTo>
                  <a:lnTo>
                    <a:pt x="7793058" y="1028699"/>
                  </a:lnTo>
                  <a:lnTo>
                    <a:pt x="7696210" y="977899"/>
                  </a:lnTo>
                  <a:lnTo>
                    <a:pt x="7648957" y="952499"/>
                  </a:lnTo>
                  <a:lnTo>
                    <a:pt x="7626033" y="939799"/>
                  </a:lnTo>
                  <a:lnTo>
                    <a:pt x="6796518" y="939799"/>
                  </a:lnTo>
                  <a:lnTo>
                    <a:pt x="6770878" y="927099"/>
                  </a:lnTo>
                  <a:lnTo>
                    <a:pt x="6571202" y="876299"/>
                  </a:lnTo>
                  <a:lnTo>
                    <a:pt x="6523270" y="863599"/>
                  </a:lnTo>
                  <a:lnTo>
                    <a:pt x="6476662" y="838199"/>
                  </a:lnTo>
                  <a:close/>
                </a:path>
                <a:path w="12192000" h="6845300">
                  <a:moveTo>
                    <a:pt x="8658276" y="1435099"/>
                  </a:moveTo>
                  <a:lnTo>
                    <a:pt x="8635095" y="1435099"/>
                  </a:lnTo>
                  <a:lnTo>
                    <a:pt x="8628421" y="1447799"/>
                  </a:lnTo>
                  <a:lnTo>
                    <a:pt x="8682863" y="1447799"/>
                  </a:lnTo>
                  <a:lnTo>
                    <a:pt x="8658276" y="1435099"/>
                  </a:lnTo>
                  <a:close/>
                </a:path>
                <a:path w="12192000" h="6845300">
                  <a:moveTo>
                    <a:pt x="9065260" y="1244599"/>
                  </a:moveTo>
                  <a:lnTo>
                    <a:pt x="9105320" y="1282699"/>
                  </a:lnTo>
                  <a:lnTo>
                    <a:pt x="9149619" y="1308099"/>
                  </a:lnTo>
                  <a:lnTo>
                    <a:pt x="9185489" y="1333499"/>
                  </a:lnTo>
                  <a:lnTo>
                    <a:pt x="9200261" y="1358899"/>
                  </a:lnTo>
                  <a:lnTo>
                    <a:pt x="9271855" y="1358899"/>
                  </a:lnTo>
                  <a:lnTo>
                    <a:pt x="9210470" y="1320799"/>
                  </a:lnTo>
                  <a:lnTo>
                    <a:pt x="9167056" y="1308099"/>
                  </a:lnTo>
                  <a:lnTo>
                    <a:pt x="9119309" y="1282699"/>
                  </a:lnTo>
                  <a:lnTo>
                    <a:pt x="9065260" y="1244599"/>
                  </a:lnTo>
                  <a:close/>
                </a:path>
                <a:path w="12192000" h="6845300">
                  <a:moveTo>
                    <a:pt x="8274474" y="1257299"/>
                  </a:moveTo>
                  <a:lnTo>
                    <a:pt x="8261127" y="1257299"/>
                  </a:lnTo>
                  <a:lnTo>
                    <a:pt x="8256210" y="1269999"/>
                  </a:lnTo>
                  <a:lnTo>
                    <a:pt x="8300466" y="1269999"/>
                  </a:lnTo>
                  <a:lnTo>
                    <a:pt x="8274474" y="1257299"/>
                  </a:lnTo>
                  <a:close/>
                </a:path>
                <a:path w="12192000" h="6845300">
                  <a:moveTo>
                    <a:pt x="4881245" y="571499"/>
                  </a:moveTo>
                  <a:lnTo>
                    <a:pt x="4858766" y="571499"/>
                  </a:lnTo>
                  <a:lnTo>
                    <a:pt x="4895590" y="596899"/>
                  </a:lnTo>
                  <a:lnTo>
                    <a:pt x="4931667" y="622299"/>
                  </a:lnTo>
                  <a:lnTo>
                    <a:pt x="4967924" y="634999"/>
                  </a:lnTo>
                  <a:lnTo>
                    <a:pt x="5005288" y="660399"/>
                  </a:lnTo>
                  <a:lnTo>
                    <a:pt x="5044686" y="685799"/>
                  </a:lnTo>
                  <a:lnTo>
                    <a:pt x="5087046" y="711199"/>
                  </a:lnTo>
                  <a:lnTo>
                    <a:pt x="5133293" y="723899"/>
                  </a:lnTo>
                  <a:lnTo>
                    <a:pt x="5184357" y="749299"/>
                  </a:lnTo>
                  <a:lnTo>
                    <a:pt x="5241163" y="774699"/>
                  </a:lnTo>
                  <a:lnTo>
                    <a:pt x="5273551" y="800099"/>
                  </a:lnTo>
                  <a:lnTo>
                    <a:pt x="5310194" y="838199"/>
                  </a:lnTo>
                  <a:lnTo>
                    <a:pt x="5350350" y="863599"/>
                  </a:lnTo>
                  <a:lnTo>
                    <a:pt x="5393277" y="888999"/>
                  </a:lnTo>
                  <a:lnTo>
                    <a:pt x="5438236" y="914399"/>
                  </a:lnTo>
                  <a:lnTo>
                    <a:pt x="5484485" y="927099"/>
                  </a:lnTo>
                  <a:lnTo>
                    <a:pt x="5577888" y="977899"/>
                  </a:lnTo>
                  <a:lnTo>
                    <a:pt x="5623560" y="1003299"/>
                  </a:lnTo>
                  <a:lnTo>
                    <a:pt x="5670698" y="1015999"/>
                  </a:lnTo>
                  <a:lnTo>
                    <a:pt x="5756451" y="1066799"/>
                  </a:lnTo>
                  <a:lnTo>
                    <a:pt x="5803519" y="1092199"/>
                  </a:lnTo>
                  <a:lnTo>
                    <a:pt x="5831691" y="1117599"/>
                  </a:lnTo>
                  <a:lnTo>
                    <a:pt x="5876686" y="1142999"/>
                  </a:lnTo>
                  <a:lnTo>
                    <a:pt x="5930088" y="1168399"/>
                  </a:lnTo>
                  <a:lnTo>
                    <a:pt x="5983478" y="1206499"/>
                  </a:lnTo>
                  <a:lnTo>
                    <a:pt x="6993651" y="1206499"/>
                  </a:lnTo>
                  <a:lnTo>
                    <a:pt x="6903990" y="1155699"/>
                  </a:lnTo>
                  <a:lnTo>
                    <a:pt x="6859492" y="1142999"/>
                  </a:lnTo>
                  <a:lnTo>
                    <a:pt x="6637683" y="1015999"/>
                  </a:lnTo>
                  <a:lnTo>
                    <a:pt x="6592996" y="1003299"/>
                  </a:lnTo>
                  <a:lnTo>
                    <a:pt x="6457094" y="927099"/>
                  </a:lnTo>
                  <a:lnTo>
                    <a:pt x="6410960" y="914399"/>
                  </a:lnTo>
                  <a:lnTo>
                    <a:pt x="6390568" y="901699"/>
                  </a:lnTo>
                  <a:lnTo>
                    <a:pt x="6341308" y="876299"/>
                  </a:lnTo>
                  <a:lnTo>
                    <a:pt x="6320917" y="863599"/>
                  </a:lnTo>
                  <a:lnTo>
                    <a:pt x="6298438" y="863599"/>
                  </a:lnTo>
                  <a:lnTo>
                    <a:pt x="6289305" y="850899"/>
                  </a:lnTo>
                  <a:lnTo>
                    <a:pt x="6275959" y="838199"/>
                  </a:lnTo>
                  <a:lnTo>
                    <a:pt x="6226304" y="825499"/>
                  </a:lnTo>
                  <a:lnTo>
                    <a:pt x="5353685" y="825499"/>
                  </a:lnTo>
                  <a:lnTo>
                    <a:pt x="5323828" y="812799"/>
                  </a:lnTo>
                  <a:lnTo>
                    <a:pt x="5322776" y="812799"/>
                  </a:lnTo>
                  <a:lnTo>
                    <a:pt x="5320309" y="810902"/>
                  </a:lnTo>
                  <a:lnTo>
                    <a:pt x="5300281" y="800099"/>
                  </a:lnTo>
                  <a:lnTo>
                    <a:pt x="5280925" y="787399"/>
                  </a:lnTo>
                  <a:lnTo>
                    <a:pt x="5263642" y="774699"/>
                  </a:lnTo>
                  <a:lnTo>
                    <a:pt x="5231810" y="761999"/>
                  </a:lnTo>
                  <a:lnTo>
                    <a:pt x="5192420" y="736599"/>
                  </a:lnTo>
                  <a:lnTo>
                    <a:pt x="5148701" y="711199"/>
                  </a:lnTo>
                  <a:lnTo>
                    <a:pt x="5103886" y="685799"/>
                  </a:lnTo>
                  <a:lnTo>
                    <a:pt x="5061204" y="660399"/>
                  </a:lnTo>
                  <a:lnTo>
                    <a:pt x="5040481" y="660399"/>
                  </a:lnTo>
                  <a:lnTo>
                    <a:pt x="5013436" y="647699"/>
                  </a:lnTo>
                  <a:lnTo>
                    <a:pt x="4982176" y="634999"/>
                  </a:lnTo>
                  <a:lnTo>
                    <a:pt x="4948809" y="622299"/>
                  </a:lnTo>
                  <a:lnTo>
                    <a:pt x="4881245" y="571499"/>
                  </a:lnTo>
                  <a:close/>
                </a:path>
                <a:path w="12192000" h="6845300">
                  <a:moveTo>
                    <a:pt x="7805547" y="977899"/>
                  </a:moveTo>
                  <a:lnTo>
                    <a:pt x="7878667" y="1015999"/>
                  </a:lnTo>
                  <a:lnTo>
                    <a:pt x="7985506" y="1066799"/>
                  </a:lnTo>
                  <a:lnTo>
                    <a:pt x="7951083" y="1041399"/>
                  </a:lnTo>
                  <a:lnTo>
                    <a:pt x="7912433" y="1015999"/>
                  </a:lnTo>
                  <a:lnTo>
                    <a:pt x="7865330" y="990599"/>
                  </a:lnTo>
                  <a:lnTo>
                    <a:pt x="7805547" y="977899"/>
                  </a:lnTo>
                  <a:close/>
                </a:path>
                <a:path w="12192000" h="6845300">
                  <a:moveTo>
                    <a:pt x="4386453" y="685799"/>
                  </a:moveTo>
                  <a:lnTo>
                    <a:pt x="4453890" y="749299"/>
                  </a:lnTo>
                  <a:lnTo>
                    <a:pt x="4474943" y="774699"/>
                  </a:lnTo>
                  <a:lnTo>
                    <a:pt x="4508963" y="800099"/>
                  </a:lnTo>
                  <a:lnTo>
                    <a:pt x="4552700" y="812799"/>
                  </a:lnTo>
                  <a:lnTo>
                    <a:pt x="4602904" y="838199"/>
                  </a:lnTo>
                  <a:lnTo>
                    <a:pt x="4656328" y="863599"/>
                  </a:lnTo>
                  <a:lnTo>
                    <a:pt x="4673540" y="876299"/>
                  </a:lnTo>
                  <a:lnTo>
                    <a:pt x="4692872" y="888999"/>
                  </a:lnTo>
                  <a:lnTo>
                    <a:pt x="4716442" y="901699"/>
                  </a:lnTo>
                  <a:lnTo>
                    <a:pt x="4746371" y="914399"/>
                  </a:lnTo>
                  <a:lnTo>
                    <a:pt x="4768850" y="927099"/>
                  </a:lnTo>
                  <a:lnTo>
                    <a:pt x="4773064" y="939799"/>
                  </a:lnTo>
                  <a:lnTo>
                    <a:pt x="4785709" y="939799"/>
                  </a:lnTo>
                  <a:lnTo>
                    <a:pt x="4806783" y="952499"/>
                  </a:lnTo>
                  <a:lnTo>
                    <a:pt x="4836287" y="952499"/>
                  </a:lnTo>
                  <a:lnTo>
                    <a:pt x="4852795" y="965199"/>
                  </a:lnTo>
                  <a:lnTo>
                    <a:pt x="4867195" y="977899"/>
                  </a:lnTo>
                  <a:lnTo>
                    <a:pt x="4881245" y="977899"/>
                  </a:lnTo>
                  <a:lnTo>
                    <a:pt x="4868971" y="990599"/>
                  </a:lnTo>
                  <a:lnTo>
                    <a:pt x="4884118" y="1015999"/>
                  </a:lnTo>
                  <a:lnTo>
                    <a:pt x="4903479" y="1028699"/>
                  </a:lnTo>
                  <a:lnTo>
                    <a:pt x="4903851" y="1041399"/>
                  </a:lnTo>
                  <a:lnTo>
                    <a:pt x="5458299" y="1041399"/>
                  </a:lnTo>
                  <a:lnTo>
                    <a:pt x="5416057" y="1015999"/>
                  </a:lnTo>
                  <a:lnTo>
                    <a:pt x="5376164" y="1003299"/>
                  </a:lnTo>
                  <a:lnTo>
                    <a:pt x="5336251" y="977899"/>
                  </a:lnTo>
                  <a:lnTo>
                    <a:pt x="5219242" y="901699"/>
                  </a:lnTo>
                  <a:lnTo>
                    <a:pt x="5179345" y="876299"/>
                  </a:lnTo>
                  <a:lnTo>
                    <a:pt x="5138099" y="863599"/>
                  </a:lnTo>
                  <a:lnTo>
                    <a:pt x="5094964" y="838199"/>
                  </a:lnTo>
                  <a:lnTo>
                    <a:pt x="5072181" y="825499"/>
                  </a:lnTo>
                  <a:lnTo>
                    <a:pt x="4746371" y="825499"/>
                  </a:lnTo>
                  <a:lnTo>
                    <a:pt x="4742505" y="812799"/>
                  </a:lnTo>
                  <a:lnTo>
                    <a:pt x="4732305" y="800099"/>
                  </a:lnTo>
                  <a:lnTo>
                    <a:pt x="4717867" y="787399"/>
                  </a:lnTo>
                  <a:lnTo>
                    <a:pt x="4701286" y="774699"/>
                  </a:lnTo>
                  <a:lnTo>
                    <a:pt x="4701286" y="749299"/>
                  </a:lnTo>
                  <a:lnTo>
                    <a:pt x="4521327" y="749299"/>
                  </a:lnTo>
                  <a:lnTo>
                    <a:pt x="4503414" y="736599"/>
                  </a:lnTo>
                  <a:lnTo>
                    <a:pt x="4479178" y="723899"/>
                  </a:lnTo>
                  <a:lnTo>
                    <a:pt x="4442299" y="698499"/>
                  </a:lnTo>
                  <a:lnTo>
                    <a:pt x="4386453" y="685799"/>
                  </a:lnTo>
                  <a:close/>
                </a:path>
                <a:path w="12192000" h="6845300">
                  <a:moveTo>
                    <a:pt x="4273931" y="927099"/>
                  </a:moveTo>
                  <a:lnTo>
                    <a:pt x="4274984" y="939799"/>
                  </a:lnTo>
                  <a:lnTo>
                    <a:pt x="4299219" y="952499"/>
                  </a:lnTo>
                  <a:lnTo>
                    <a:pt x="4327669" y="965199"/>
                  </a:lnTo>
                  <a:lnTo>
                    <a:pt x="4341368" y="977899"/>
                  </a:lnTo>
                  <a:lnTo>
                    <a:pt x="4364993" y="977899"/>
                  </a:lnTo>
                  <a:lnTo>
                    <a:pt x="4318014" y="952499"/>
                  </a:lnTo>
                  <a:lnTo>
                    <a:pt x="4273931" y="927099"/>
                  </a:lnTo>
                  <a:close/>
                </a:path>
                <a:path w="12192000" h="6845300">
                  <a:moveTo>
                    <a:pt x="7537777" y="825499"/>
                  </a:moveTo>
                  <a:lnTo>
                    <a:pt x="7462508" y="825499"/>
                  </a:lnTo>
                  <a:lnTo>
                    <a:pt x="7473791" y="838199"/>
                  </a:lnTo>
                  <a:lnTo>
                    <a:pt x="7513193" y="863599"/>
                  </a:lnTo>
                  <a:lnTo>
                    <a:pt x="7563070" y="876299"/>
                  </a:lnTo>
                  <a:lnTo>
                    <a:pt x="7608744" y="901699"/>
                  </a:lnTo>
                  <a:lnTo>
                    <a:pt x="7646013" y="914399"/>
                  </a:lnTo>
                  <a:lnTo>
                    <a:pt x="7670673" y="927099"/>
                  </a:lnTo>
                  <a:lnTo>
                    <a:pt x="7704391" y="965199"/>
                  </a:lnTo>
                  <a:lnTo>
                    <a:pt x="7738109" y="977899"/>
                  </a:lnTo>
                  <a:lnTo>
                    <a:pt x="7805547" y="977899"/>
                  </a:lnTo>
                  <a:lnTo>
                    <a:pt x="7771828" y="965199"/>
                  </a:lnTo>
                  <a:lnTo>
                    <a:pt x="7670673" y="888999"/>
                  </a:lnTo>
                  <a:lnTo>
                    <a:pt x="7645312" y="888999"/>
                  </a:lnTo>
                  <a:lnTo>
                    <a:pt x="7636859" y="876299"/>
                  </a:lnTo>
                  <a:lnTo>
                    <a:pt x="7645312" y="863599"/>
                  </a:lnTo>
                  <a:lnTo>
                    <a:pt x="7963042" y="863599"/>
                  </a:lnTo>
                  <a:lnTo>
                    <a:pt x="7930012" y="850899"/>
                  </a:lnTo>
                  <a:lnTo>
                    <a:pt x="7593625" y="850899"/>
                  </a:lnTo>
                  <a:lnTo>
                    <a:pt x="7580630" y="838199"/>
                  </a:lnTo>
                  <a:lnTo>
                    <a:pt x="7537777" y="825499"/>
                  </a:lnTo>
                  <a:close/>
                </a:path>
                <a:path w="12192000" h="6845300">
                  <a:moveTo>
                    <a:pt x="6748399" y="863599"/>
                  </a:moveTo>
                  <a:lnTo>
                    <a:pt x="6733242" y="876299"/>
                  </a:lnTo>
                  <a:lnTo>
                    <a:pt x="6745541" y="901699"/>
                  </a:lnTo>
                  <a:lnTo>
                    <a:pt x="6770508" y="901699"/>
                  </a:lnTo>
                  <a:lnTo>
                    <a:pt x="6793357" y="914399"/>
                  </a:lnTo>
                  <a:lnTo>
                    <a:pt x="6805650" y="927099"/>
                  </a:lnTo>
                  <a:lnTo>
                    <a:pt x="6807406" y="939799"/>
                  </a:lnTo>
                  <a:lnTo>
                    <a:pt x="7626033" y="939799"/>
                  </a:lnTo>
                  <a:lnTo>
                    <a:pt x="7603108" y="927099"/>
                  </a:lnTo>
                  <a:lnTo>
                    <a:pt x="7378192" y="927099"/>
                  </a:lnTo>
                  <a:lnTo>
                    <a:pt x="7336879" y="914399"/>
                  </a:lnTo>
                  <a:lnTo>
                    <a:pt x="6860794" y="914399"/>
                  </a:lnTo>
                  <a:lnTo>
                    <a:pt x="6833748" y="901699"/>
                  </a:lnTo>
                  <a:lnTo>
                    <a:pt x="6813026" y="888999"/>
                  </a:lnTo>
                  <a:lnTo>
                    <a:pt x="6788088" y="876299"/>
                  </a:lnTo>
                  <a:lnTo>
                    <a:pt x="6748399" y="863599"/>
                  </a:lnTo>
                  <a:close/>
                </a:path>
                <a:path w="12192000" h="6845300">
                  <a:moveTo>
                    <a:pt x="7310755" y="838199"/>
                  </a:moveTo>
                  <a:lnTo>
                    <a:pt x="7301956" y="850899"/>
                  </a:lnTo>
                  <a:lnTo>
                    <a:pt x="7291038" y="863599"/>
                  </a:lnTo>
                  <a:lnTo>
                    <a:pt x="7301218" y="876299"/>
                  </a:lnTo>
                  <a:lnTo>
                    <a:pt x="7355713" y="888999"/>
                  </a:lnTo>
                  <a:lnTo>
                    <a:pt x="7375030" y="901699"/>
                  </a:lnTo>
                  <a:lnTo>
                    <a:pt x="7392241" y="914399"/>
                  </a:lnTo>
                  <a:lnTo>
                    <a:pt x="7396807" y="927099"/>
                  </a:lnTo>
                  <a:lnTo>
                    <a:pt x="7603108" y="927099"/>
                  </a:lnTo>
                  <a:lnTo>
                    <a:pt x="7490661" y="863599"/>
                  </a:lnTo>
                  <a:lnTo>
                    <a:pt x="7310755" y="863599"/>
                  </a:lnTo>
                  <a:lnTo>
                    <a:pt x="7310755" y="838199"/>
                  </a:lnTo>
                  <a:close/>
                </a:path>
                <a:path w="12192000" h="6845300">
                  <a:moveTo>
                    <a:pt x="6388481" y="800099"/>
                  </a:moveTo>
                  <a:lnTo>
                    <a:pt x="6295276" y="800099"/>
                  </a:lnTo>
                  <a:lnTo>
                    <a:pt x="6290008" y="812799"/>
                  </a:lnTo>
                  <a:lnTo>
                    <a:pt x="6288954" y="825499"/>
                  </a:lnTo>
                  <a:lnTo>
                    <a:pt x="6298438" y="838199"/>
                  </a:lnTo>
                  <a:lnTo>
                    <a:pt x="6433439" y="914399"/>
                  </a:lnTo>
                  <a:lnTo>
                    <a:pt x="6455918" y="914399"/>
                  </a:lnTo>
                  <a:lnTo>
                    <a:pt x="6320917" y="838199"/>
                  </a:lnTo>
                  <a:lnTo>
                    <a:pt x="6476662" y="838199"/>
                  </a:lnTo>
                  <a:lnTo>
                    <a:pt x="6431644" y="825499"/>
                  </a:lnTo>
                  <a:lnTo>
                    <a:pt x="6388481" y="800099"/>
                  </a:lnTo>
                  <a:close/>
                </a:path>
                <a:path w="12192000" h="6845300">
                  <a:moveTo>
                    <a:pt x="6602158" y="596899"/>
                  </a:moveTo>
                  <a:lnTo>
                    <a:pt x="6549688" y="596899"/>
                  </a:lnTo>
                  <a:lnTo>
                    <a:pt x="6564428" y="609599"/>
                  </a:lnTo>
                  <a:lnTo>
                    <a:pt x="6597536" y="622299"/>
                  </a:lnTo>
                  <a:lnTo>
                    <a:pt x="6633886" y="647699"/>
                  </a:lnTo>
                  <a:lnTo>
                    <a:pt x="6658356" y="660399"/>
                  </a:lnTo>
                  <a:lnTo>
                    <a:pt x="6613398" y="660399"/>
                  </a:lnTo>
                  <a:lnTo>
                    <a:pt x="6658369" y="685799"/>
                  </a:lnTo>
                  <a:lnTo>
                    <a:pt x="6708753" y="711199"/>
                  </a:lnTo>
                  <a:lnTo>
                    <a:pt x="6759144" y="723899"/>
                  </a:lnTo>
                  <a:lnTo>
                    <a:pt x="6804133" y="749299"/>
                  </a:lnTo>
                  <a:lnTo>
                    <a:pt x="6838315" y="774699"/>
                  </a:lnTo>
                  <a:lnTo>
                    <a:pt x="6851661" y="774699"/>
                  </a:lnTo>
                  <a:lnTo>
                    <a:pt x="6869926" y="800099"/>
                  </a:lnTo>
                  <a:lnTo>
                    <a:pt x="6838315" y="800099"/>
                  </a:lnTo>
                  <a:lnTo>
                    <a:pt x="6838666" y="812799"/>
                  </a:lnTo>
                  <a:lnTo>
                    <a:pt x="6841124" y="825499"/>
                  </a:lnTo>
                  <a:lnTo>
                    <a:pt x="6847798" y="825499"/>
                  </a:lnTo>
                  <a:lnTo>
                    <a:pt x="6860794" y="838199"/>
                  </a:lnTo>
                  <a:lnTo>
                    <a:pt x="6936732" y="876299"/>
                  </a:lnTo>
                  <a:lnTo>
                    <a:pt x="6962044" y="901699"/>
                  </a:lnTo>
                  <a:lnTo>
                    <a:pt x="6936732" y="914399"/>
                  </a:lnTo>
                  <a:lnTo>
                    <a:pt x="7336879" y="914399"/>
                  </a:lnTo>
                  <a:lnTo>
                    <a:pt x="7256386" y="863599"/>
                  </a:lnTo>
                  <a:lnTo>
                    <a:pt x="7215092" y="838199"/>
                  </a:lnTo>
                  <a:lnTo>
                    <a:pt x="7171690" y="825499"/>
                  </a:lnTo>
                  <a:lnTo>
                    <a:pt x="7125124" y="800099"/>
                  </a:lnTo>
                  <a:lnTo>
                    <a:pt x="7074338" y="774699"/>
                  </a:lnTo>
                  <a:lnTo>
                    <a:pt x="7018274" y="749299"/>
                  </a:lnTo>
                  <a:lnTo>
                    <a:pt x="6905752" y="749299"/>
                  </a:lnTo>
                  <a:lnTo>
                    <a:pt x="6845688" y="736599"/>
                  </a:lnTo>
                  <a:lnTo>
                    <a:pt x="6796151" y="711199"/>
                  </a:lnTo>
                  <a:lnTo>
                    <a:pt x="6750804" y="685799"/>
                  </a:lnTo>
                  <a:lnTo>
                    <a:pt x="6703314" y="660399"/>
                  </a:lnTo>
                  <a:lnTo>
                    <a:pt x="6669595" y="647699"/>
                  </a:lnTo>
                  <a:lnTo>
                    <a:pt x="6602158" y="596899"/>
                  </a:lnTo>
                  <a:close/>
                </a:path>
                <a:path w="12192000" h="6845300">
                  <a:moveTo>
                    <a:pt x="8012955" y="888999"/>
                  </a:moveTo>
                  <a:lnTo>
                    <a:pt x="7805547" y="888999"/>
                  </a:lnTo>
                  <a:lnTo>
                    <a:pt x="7809410" y="901699"/>
                  </a:lnTo>
                  <a:lnTo>
                    <a:pt x="7819596" y="901699"/>
                  </a:lnTo>
                  <a:lnTo>
                    <a:pt x="7833996" y="914399"/>
                  </a:lnTo>
                  <a:lnTo>
                    <a:pt x="8075549" y="914399"/>
                  </a:lnTo>
                  <a:lnTo>
                    <a:pt x="8012955" y="888999"/>
                  </a:lnTo>
                  <a:close/>
                </a:path>
                <a:path w="12192000" h="6845300">
                  <a:moveTo>
                    <a:pt x="7963042" y="863599"/>
                  </a:moveTo>
                  <a:lnTo>
                    <a:pt x="7670673" y="863599"/>
                  </a:lnTo>
                  <a:lnTo>
                    <a:pt x="7707552" y="876299"/>
                  </a:lnTo>
                  <a:lnTo>
                    <a:pt x="7746539" y="888999"/>
                  </a:lnTo>
                  <a:lnTo>
                    <a:pt x="7781311" y="901699"/>
                  </a:lnTo>
                  <a:lnTo>
                    <a:pt x="7805547" y="888999"/>
                  </a:lnTo>
                  <a:lnTo>
                    <a:pt x="8012955" y="888999"/>
                  </a:lnTo>
                  <a:lnTo>
                    <a:pt x="7963042" y="863599"/>
                  </a:lnTo>
                  <a:close/>
                </a:path>
                <a:path w="12192000" h="6845300">
                  <a:moveTo>
                    <a:pt x="7063232" y="254000"/>
                  </a:moveTo>
                  <a:lnTo>
                    <a:pt x="7040753" y="254000"/>
                  </a:lnTo>
                  <a:lnTo>
                    <a:pt x="7072283" y="279400"/>
                  </a:lnTo>
                  <a:lnTo>
                    <a:pt x="7108545" y="304800"/>
                  </a:lnTo>
                  <a:lnTo>
                    <a:pt x="7148751" y="317500"/>
                  </a:lnTo>
                  <a:lnTo>
                    <a:pt x="7192111" y="342900"/>
                  </a:lnTo>
                  <a:lnTo>
                    <a:pt x="7237838" y="368299"/>
                  </a:lnTo>
                  <a:lnTo>
                    <a:pt x="7333233" y="419099"/>
                  </a:lnTo>
                  <a:lnTo>
                    <a:pt x="7406290" y="444499"/>
                  </a:lnTo>
                  <a:lnTo>
                    <a:pt x="7434389" y="469899"/>
                  </a:lnTo>
                  <a:lnTo>
                    <a:pt x="7445629" y="482599"/>
                  </a:lnTo>
                  <a:lnTo>
                    <a:pt x="7492999" y="495299"/>
                  </a:lnTo>
                  <a:lnTo>
                    <a:pt x="7520866" y="507999"/>
                  </a:lnTo>
                  <a:lnTo>
                    <a:pt x="7535026" y="520699"/>
                  </a:lnTo>
                  <a:lnTo>
                    <a:pt x="7541275" y="533399"/>
                  </a:lnTo>
                  <a:lnTo>
                    <a:pt x="7545412" y="546099"/>
                  </a:lnTo>
                  <a:lnTo>
                    <a:pt x="7553231" y="558799"/>
                  </a:lnTo>
                  <a:lnTo>
                    <a:pt x="7570531" y="558799"/>
                  </a:lnTo>
                  <a:lnTo>
                    <a:pt x="7603108" y="571499"/>
                  </a:lnTo>
                  <a:lnTo>
                    <a:pt x="7631223" y="609599"/>
                  </a:lnTo>
                  <a:lnTo>
                    <a:pt x="7653740" y="622299"/>
                  </a:lnTo>
                  <a:lnTo>
                    <a:pt x="7693152" y="634999"/>
                  </a:lnTo>
                  <a:lnTo>
                    <a:pt x="7735773" y="660399"/>
                  </a:lnTo>
                  <a:lnTo>
                    <a:pt x="7780558" y="685799"/>
                  </a:lnTo>
                  <a:lnTo>
                    <a:pt x="7824276" y="711199"/>
                  </a:lnTo>
                  <a:lnTo>
                    <a:pt x="7863697" y="723899"/>
                  </a:lnTo>
                  <a:lnTo>
                    <a:pt x="7895590" y="749299"/>
                  </a:lnTo>
                  <a:lnTo>
                    <a:pt x="7925796" y="761999"/>
                  </a:lnTo>
                  <a:lnTo>
                    <a:pt x="7951787" y="774699"/>
                  </a:lnTo>
                  <a:lnTo>
                    <a:pt x="8007984" y="774699"/>
                  </a:lnTo>
                  <a:lnTo>
                    <a:pt x="8002014" y="787399"/>
                  </a:lnTo>
                  <a:lnTo>
                    <a:pt x="7993935" y="800099"/>
                  </a:lnTo>
                  <a:lnTo>
                    <a:pt x="7998501" y="812799"/>
                  </a:lnTo>
                  <a:lnTo>
                    <a:pt x="8030464" y="825499"/>
                  </a:lnTo>
                  <a:lnTo>
                    <a:pt x="8044533" y="838199"/>
                  </a:lnTo>
                  <a:lnTo>
                    <a:pt x="8106437" y="876299"/>
                  </a:lnTo>
                  <a:lnTo>
                    <a:pt x="8120507" y="888999"/>
                  </a:lnTo>
                  <a:lnTo>
                    <a:pt x="8265730" y="888999"/>
                  </a:lnTo>
                  <a:lnTo>
                    <a:pt x="8221994" y="863599"/>
                  </a:lnTo>
                  <a:lnTo>
                    <a:pt x="8187944" y="838199"/>
                  </a:lnTo>
                  <a:lnTo>
                    <a:pt x="8150781" y="825499"/>
                  </a:lnTo>
                  <a:lnTo>
                    <a:pt x="8107985" y="800099"/>
                  </a:lnTo>
                  <a:lnTo>
                    <a:pt x="8061436" y="774699"/>
                  </a:lnTo>
                  <a:lnTo>
                    <a:pt x="7964597" y="723899"/>
                  </a:lnTo>
                  <a:lnTo>
                    <a:pt x="7918069" y="711199"/>
                  </a:lnTo>
                  <a:lnTo>
                    <a:pt x="7862129" y="673099"/>
                  </a:lnTo>
                  <a:lnTo>
                    <a:pt x="7808077" y="634999"/>
                  </a:lnTo>
                  <a:lnTo>
                    <a:pt x="7757779" y="609599"/>
                  </a:lnTo>
                  <a:lnTo>
                    <a:pt x="7713100" y="584199"/>
                  </a:lnTo>
                  <a:lnTo>
                    <a:pt x="7675907" y="546099"/>
                  </a:lnTo>
                  <a:lnTo>
                    <a:pt x="7648067" y="520699"/>
                  </a:lnTo>
                  <a:lnTo>
                    <a:pt x="7617158" y="520699"/>
                  </a:lnTo>
                  <a:lnTo>
                    <a:pt x="7606972" y="507999"/>
                  </a:lnTo>
                  <a:lnTo>
                    <a:pt x="7603108" y="507999"/>
                  </a:lnTo>
                  <a:lnTo>
                    <a:pt x="7517097" y="457199"/>
                  </a:lnTo>
                  <a:lnTo>
                    <a:pt x="7374238" y="393699"/>
                  </a:lnTo>
                  <a:lnTo>
                    <a:pt x="7288149" y="342900"/>
                  </a:lnTo>
                  <a:lnTo>
                    <a:pt x="7267074" y="330200"/>
                  </a:lnTo>
                  <a:lnTo>
                    <a:pt x="7237571" y="317500"/>
                  </a:lnTo>
                  <a:lnTo>
                    <a:pt x="7199637" y="304800"/>
                  </a:lnTo>
                  <a:lnTo>
                    <a:pt x="7153275" y="304800"/>
                  </a:lnTo>
                  <a:lnTo>
                    <a:pt x="7136044" y="292100"/>
                  </a:lnTo>
                  <a:lnTo>
                    <a:pt x="7116683" y="279400"/>
                  </a:lnTo>
                  <a:lnTo>
                    <a:pt x="7093106" y="266700"/>
                  </a:lnTo>
                  <a:lnTo>
                    <a:pt x="7063232" y="254000"/>
                  </a:lnTo>
                  <a:close/>
                </a:path>
                <a:path w="12192000" h="6845300">
                  <a:moveTo>
                    <a:pt x="6928231" y="622299"/>
                  </a:moveTo>
                  <a:lnTo>
                    <a:pt x="6965886" y="647699"/>
                  </a:lnTo>
                  <a:lnTo>
                    <a:pt x="7009828" y="685799"/>
                  </a:lnTo>
                  <a:lnTo>
                    <a:pt x="7057961" y="711199"/>
                  </a:lnTo>
                  <a:lnTo>
                    <a:pt x="7108190" y="723899"/>
                  </a:lnTo>
                  <a:lnTo>
                    <a:pt x="7092384" y="736599"/>
                  </a:lnTo>
                  <a:lnTo>
                    <a:pt x="7082901" y="736599"/>
                  </a:lnTo>
                  <a:lnTo>
                    <a:pt x="7086062" y="749299"/>
                  </a:lnTo>
                  <a:lnTo>
                    <a:pt x="7108190" y="749299"/>
                  </a:lnTo>
                  <a:lnTo>
                    <a:pt x="7155682" y="787399"/>
                  </a:lnTo>
                  <a:lnTo>
                    <a:pt x="7201042" y="800099"/>
                  </a:lnTo>
                  <a:lnTo>
                    <a:pt x="7250618" y="825499"/>
                  </a:lnTo>
                  <a:lnTo>
                    <a:pt x="7310755" y="838199"/>
                  </a:lnTo>
                  <a:lnTo>
                    <a:pt x="7310755" y="863599"/>
                  </a:lnTo>
                  <a:lnTo>
                    <a:pt x="7490661" y="863599"/>
                  </a:lnTo>
                  <a:lnTo>
                    <a:pt x="7333233" y="774699"/>
                  </a:lnTo>
                  <a:lnTo>
                    <a:pt x="7295578" y="749299"/>
                  </a:lnTo>
                  <a:lnTo>
                    <a:pt x="7251636" y="723899"/>
                  </a:lnTo>
                  <a:lnTo>
                    <a:pt x="7203503" y="698499"/>
                  </a:lnTo>
                  <a:lnTo>
                    <a:pt x="7153275" y="685799"/>
                  </a:lnTo>
                  <a:lnTo>
                    <a:pt x="7139223" y="673099"/>
                  </a:lnTo>
                  <a:lnTo>
                    <a:pt x="7132192" y="660399"/>
                  </a:lnTo>
                  <a:lnTo>
                    <a:pt x="7018274" y="660399"/>
                  </a:lnTo>
                  <a:lnTo>
                    <a:pt x="7001061" y="647699"/>
                  </a:lnTo>
                  <a:lnTo>
                    <a:pt x="6981729" y="634999"/>
                  </a:lnTo>
                  <a:lnTo>
                    <a:pt x="6958159" y="634999"/>
                  </a:lnTo>
                  <a:lnTo>
                    <a:pt x="6928231" y="622299"/>
                  </a:lnTo>
                  <a:close/>
                </a:path>
                <a:path w="12192000" h="6845300">
                  <a:moveTo>
                    <a:pt x="7513193" y="774699"/>
                  </a:moveTo>
                  <a:lnTo>
                    <a:pt x="7527593" y="787399"/>
                  </a:lnTo>
                  <a:lnTo>
                    <a:pt x="7560960" y="812799"/>
                  </a:lnTo>
                  <a:lnTo>
                    <a:pt x="7598542" y="825499"/>
                  </a:lnTo>
                  <a:lnTo>
                    <a:pt x="7625588" y="838199"/>
                  </a:lnTo>
                  <a:lnTo>
                    <a:pt x="7603108" y="838199"/>
                  </a:lnTo>
                  <a:lnTo>
                    <a:pt x="7602757" y="850899"/>
                  </a:lnTo>
                  <a:lnTo>
                    <a:pt x="7930012" y="850899"/>
                  </a:lnTo>
                  <a:lnTo>
                    <a:pt x="7918069" y="838199"/>
                  </a:lnTo>
                  <a:lnTo>
                    <a:pt x="7913853" y="825499"/>
                  </a:lnTo>
                  <a:lnTo>
                    <a:pt x="7648067" y="825499"/>
                  </a:lnTo>
                  <a:lnTo>
                    <a:pt x="7513193" y="774699"/>
                  </a:lnTo>
                  <a:close/>
                </a:path>
                <a:path w="12192000" h="6845300">
                  <a:moveTo>
                    <a:pt x="4815915" y="812799"/>
                  </a:moveTo>
                  <a:lnTo>
                    <a:pt x="4766742" y="812799"/>
                  </a:lnTo>
                  <a:lnTo>
                    <a:pt x="4746371" y="825499"/>
                  </a:lnTo>
                  <a:lnTo>
                    <a:pt x="4836287" y="825499"/>
                  </a:lnTo>
                  <a:lnTo>
                    <a:pt x="4815915" y="812799"/>
                  </a:lnTo>
                  <a:close/>
                </a:path>
                <a:path w="12192000" h="6845300">
                  <a:moveTo>
                    <a:pt x="4678807" y="685799"/>
                  </a:moveTo>
                  <a:lnTo>
                    <a:pt x="4680934" y="711199"/>
                  </a:lnTo>
                  <a:lnTo>
                    <a:pt x="4712589" y="723899"/>
                  </a:lnTo>
                  <a:lnTo>
                    <a:pt x="4761103" y="749299"/>
                  </a:lnTo>
                  <a:lnTo>
                    <a:pt x="4813808" y="774699"/>
                  </a:lnTo>
                  <a:lnTo>
                    <a:pt x="4850356" y="774699"/>
                  </a:lnTo>
                  <a:lnTo>
                    <a:pt x="4886928" y="787399"/>
                  </a:lnTo>
                  <a:lnTo>
                    <a:pt x="4915070" y="800099"/>
                  </a:lnTo>
                  <a:lnTo>
                    <a:pt x="4926330" y="825499"/>
                  </a:lnTo>
                  <a:lnTo>
                    <a:pt x="5072181" y="825499"/>
                  </a:lnTo>
                  <a:lnTo>
                    <a:pt x="5049398" y="812799"/>
                  </a:lnTo>
                  <a:lnTo>
                    <a:pt x="5000859" y="800099"/>
                  </a:lnTo>
                  <a:lnTo>
                    <a:pt x="4948809" y="774699"/>
                  </a:lnTo>
                  <a:lnTo>
                    <a:pt x="4911602" y="749299"/>
                  </a:lnTo>
                  <a:lnTo>
                    <a:pt x="4868789" y="736599"/>
                  </a:lnTo>
                  <a:lnTo>
                    <a:pt x="4822237" y="723899"/>
                  </a:lnTo>
                  <a:lnTo>
                    <a:pt x="4725380" y="698499"/>
                  </a:lnTo>
                  <a:lnTo>
                    <a:pt x="4678807" y="685799"/>
                  </a:lnTo>
                  <a:close/>
                </a:path>
                <a:path w="12192000" h="6845300">
                  <a:moveTo>
                    <a:pt x="5272103" y="596899"/>
                  </a:moveTo>
                  <a:lnTo>
                    <a:pt x="4971288" y="596899"/>
                  </a:lnTo>
                  <a:lnTo>
                    <a:pt x="5022912" y="622299"/>
                  </a:lnTo>
                  <a:lnTo>
                    <a:pt x="5071319" y="634999"/>
                  </a:lnTo>
                  <a:lnTo>
                    <a:pt x="5118652" y="660399"/>
                  </a:lnTo>
                  <a:lnTo>
                    <a:pt x="5167059" y="673099"/>
                  </a:lnTo>
                  <a:lnTo>
                    <a:pt x="5218684" y="685799"/>
                  </a:lnTo>
                  <a:lnTo>
                    <a:pt x="5240811" y="685799"/>
                  </a:lnTo>
                  <a:lnTo>
                    <a:pt x="5238353" y="698499"/>
                  </a:lnTo>
                  <a:lnTo>
                    <a:pt x="5231679" y="698499"/>
                  </a:lnTo>
                  <a:lnTo>
                    <a:pt x="5218684" y="711199"/>
                  </a:lnTo>
                  <a:lnTo>
                    <a:pt x="5221845" y="711199"/>
                  </a:lnTo>
                  <a:lnTo>
                    <a:pt x="5241163" y="723899"/>
                  </a:lnTo>
                  <a:lnTo>
                    <a:pt x="5263642" y="723899"/>
                  </a:lnTo>
                  <a:lnTo>
                    <a:pt x="5264346" y="736599"/>
                  </a:lnTo>
                  <a:lnTo>
                    <a:pt x="5269277" y="736599"/>
                  </a:lnTo>
                  <a:lnTo>
                    <a:pt x="5282662" y="749299"/>
                  </a:lnTo>
                  <a:lnTo>
                    <a:pt x="5308727" y="749299"/>
                  </a:lnTo>
                  <a:lnTo>
                    <a:pt x="5334015" y="774699"/>
                  </a:lnTo>
                  <a:lnTo>
                    <a:pt x="5342445" y="787399"/>
                  </a:lnTo>
                  <a:lnTo>
                    <a:pt x="5334015" y="787399"/>
                  </a:lnTo>
                  <a:lnTo>
                    <a:pt x="5308727" y="800099"/>
                  </a:lnTo>
                  <a:lnTo>
                    <a:pt x="5306268" y="800099"/>
                  </a:lnTo>
                  <a:lnTo>
                    <a:pt x="5320309" y="810902"/>
                  </a:lnTo>
                  <a:lnTo>
                    <a:pt x="5323828" y="812799"/>
                  </a:lnTo>
                  <a:lnTo>
                    <a:pt x="5343499" y="812799"/>
                  </a:lnTo>
                  <a:lnTo>
                    <a:pt x="5353685" y="825499"/>
                  </a:lnTo>
                  <a:lnTo>
                    <a:pt x="6226304" y="825499"/>
                  </a:lnTo>
                  <a:lnTo>
                    <a:pt x="6178240" y="800099"/>
                  </a:lnTo>
                  <a:lnTo>
                    <a:pt x="6131235" y="787399"/>
                  </a:lnTo>
                  <a:lnTo>
                    <a:pt x="6107998" y="774699"/>
                  </a:lnTo>
                  <a:lnTo>
                    <a:pt x="5860174" y="774699"/>
                  </a:lnTo>
                  <a:lnTo>
                    <a:pt x="5828871" y="761999"/>
                  </a:lnTo>
                  <a:lnTo>
                    <a:pt x="5801782" y="749299"/>
                  </a:lnTo>
                  <a:lnTo>
                    <a:pt x="5781040" y="723899"/>
                  </a:lnTo>
                  <a:lnTo>
                    <a:pt x="5738046" y="711199"/>
                  </a:lnTo>
                  <a:lnTo>
                    <a:pt x="5690719" y="698499"/>
                  </a:lnTo>
                  <a:lnTo>
                    <a:pt x="5640149" y="685799"/>
                  </a:lnTo>
                  <a:lnTo>
                    <a:pt x="5533644" y="634999"/>
                  </a:lnTo>
                  <a:lnTo>
                    <a:pt x="5306268" y="634999"/>
                  </a:lnTo>
                  <a:lnTo>
                    <a:pt x="5286248" y="622299"/>
                  </a:lnTo>
                  <a:lnTo>
                    <a:pt x="5273883" y="609599"/>
                  </a:lnTo>
                  <a:lnTo>
                    <a:pt x="5272103" y="596899"/>
                  </a:lnTo>
                  <a:close/>
                </a:path>
                <a:path w="12192000" h="6845300">
                  <a:moveTo>
                    <a:pt x="7072715" y="495299"/>
                  </a:moveTo>
                  <a:lnTo>
                    <a:pt x="7066041" y="495299"/>
                  </a:lnTo>
                  <a:lnTo>
                    <a:pt x="7063583" y="507999"/>
                  </a:lnTo>
                  <a:lnTo>
                    <a:pt x="7063232" y="520699"/>
                  </a:lnTo>
                  <a:lnTo>
                    <a:pt x="7085710" y="520699"/>
                  </a:lnTo>
                  <a:lnTo>
                    <a:pt x="7119854" y="546099"/>
                  </a:lnTo>
                  <a:lnTo>
                    <a:pt x="7156069" y="546099"/>
                  </a:lnTo>
                  <a:lnTo>
                    <a:pt x="7196474" y="558799"/>
                  </a:lnTo>
                  <a:lnTo>
                    <a:pt x="7243191" y="571499"/>
                  </a:lnTo>
                  <a:lnTo>
                    <a:pt x="7247054" y="584199"/>
                  </a:lnTo>
                  <a:lnTo>
                    <a:pt x="7257240" y="596899"/>
                  </a:lnTo>
                  <a:lnTo>
                    <a:pt x="7288149" y="596899"/>
                  </a:lnTo>
                  <a:lnTo>
                    <a:pt x="7304730" y="609599"/>
                  </a:lnTo>
                  <a:lnTo>
                    <a:pt x="7319168" y="622299"/>
                  </a:lnTo>
                  <a:lnTo>
                    <a:pt x="7329368" y="622299"/>
                  </a:lnTo>
                  <a:lnTo>
                    <a:pt x="7333233" y="634999"/>
                  </a:lnTo>
                  <a:lnTo>
                    <a:pt x="7388422" y="660399"/>
                  </a:lnTo>
                  <a:lnTo>
                    <a:pt x="7438903" y="685799"/>
                  </a:lnTo>
                  <a:lnTo>
                    <a:pt x="7485459" y="711199"/>
                  </a:lnTo>
                  <a:lnTo>
                    <a:pt x="7528871" y="736599"/>
                  </a:lnTo>
                  <a:lnTo>
                    <a:pt x="7569922" y="761999"/>
                  </a:lnTo>
                  <a:lnTo>
                    <a:pt x="7609393" y="787399"/>
                  </a:lnTo>
                  <a:lnTo>
                    <a:pt x="7648067" y="825499"/>
                  </a:lnTo>
                  <a:lnTo>
                    <a:pt x="7913853" y="825499"/>
                  </a:lnTo>
                  <a:lnTo>
                    <a:pt x="7909637" y="812799"/>
                  </a:lnTo>
                  <a:lnTo>
                    <a:pt x="7884334" y="787399"/>
                  </a:lnTo>
                  <a:lnTo>
                    <a:pt x="7842148" y="774699"/>
                  </a:lnTo>
                  <a:lnTo>
                    <a:pt x="7783068" y="749299"/>
                  </a:lnTo>
                  <a:lnTo>
                    <a:pt x="7749700" y="749299"/>
                  </a:lnTo>
                  <a:lnTo>
                    <a:pt x="7718440" y="736599"/>
                  </a:lnTo>
                  <a:lnTo>
                    <a:pt x="7691395" y="723899"/>
                  </a:lnTo>
                  <a:lnTo>
                    <a:pt x="7649876" y="685799"/>
                  </a:lnTo>
                  <a:lnTo>
                    <a:pt x="7622793" y="673099"/>
                  </a:lnTo>
                  <a:lnTo>
                    <a:pt x="7591520" y="660399"/>
                  </a:lnTo>
                  <a:lnTo>
                    <a:pt x="7535672" y="660399"/>
                  </a:lnTo>
                  <a:lnTo>
                    <a:pt x="7492629" y="634999"/>
                  </a:lnTo>
                  <a:lnTo>
                    <a:pt x="7445288" y="609599"/>
                  </a:lnTo>
                  <a:lnTo>
                    <a:pt x="7394717" y="584199"/>
                  </a:lnTo>
                  <a:lnTo>
                    <a:pt x="7341981" y="571499"/>
                  </a:lnTo>
                  <a:lnTo>
                    <a:pt x="7288149" y="546099"/>
                  </a:lnTo>
                  <a:lnTo>
                    <a:pt x="7250918" y="520699"/>
                  </a:lnTo>
                  <a:lnTo>
                    <a:pt x="7230195" y="507999"/>
                  </a:lnTo>
                  <a:lnTo>
                    <a:pt x="7085710" y="507999"/>
                  </a:lnTo>
                  <a:lnTo>
                    <a:pt x="7072715" y="495299"/>
                  </a:lnTo>
                  <a:close/>
                </a:path>
                <a:path w="12192000" h="6845300">
                  <a:moveTo>
                    <a:pt x="5920986" y="546099"/>
                  </a:moveTo>
                  <a:lnTo>
                    <a:pt x="5826125" y="546099"/>
                  </a:lnTo>
                  <a:lnTo>
                    <a:pt x="5865814" y="571499"/>
                  </a:lnTo>
                  <a:lnTo>
                    <a:pt x="5890752" y="584199"/>
                  </a:lnTo>
                  <a:lnTo>
                    <a:pt x="5911474" y="596899"/>
                  </a:lnTo>
                  <a:lnTo>
                    <a:pt x="5938520" y="596899"/>
                  </a:lnTo>
                  <a:lnTo>
                    <a:pt x="5986445" y="622299"/>
                  </a:lnTo>
                  <a:lnTo>
                    <a:pt x="6021864" y="634999"/>
                  </a:lnTo>
                  <a:lnTo>
                    <a:pt x="6080176" y="685799"/>
                  </a:lnTo>
                  <a:lnTo>
                    <a:pt x="6115564" y="711199"/>
                  </a:lnTo>
                  <a:lnTo>
                    <a:pt x="6163437" y="723899"/>
                  </a:lnTo>
                  <a:lnTo>
                    <a:pt x="6264717" y="774699"/>
                  </a:lnTo>
                  <a:lnTo>
                    <a:pt x="6298438" y="800099"/>
                  </a:lnTo>
                  <a:lnTo>
                    <a:pt x="6385302" y="800099"/>
                  </a:lnTo>
                  <a:lnTo>
                    <a:pt x="6380003" y="787399"/>
                  </a:lnTo>
                  <a:lnTo>
                    <a:pt x="6378944" y="774699"/>
                  </a:lnTo>
                  <a:lnTo>
                    <a:pt x="6419014" y="774699"/>
                  </a:lnTo>
                  <a:lnTo>
                    <a:pt x="6376716" y="761999"/>
                  </a:lnTo>
                  <a:lnTo>
                    <a:pt x="6330374" y="736599"/>
                  </a:lnTo>
                  <a:lnTo>
                    <a:pt x="6281336" y="711199"/>
                  </a:lnTo>
                  <a:lnTo>
                    <a:pt x="6180573" y="673099"/>
                  </a:lnTo>
                  <a:lnTo>
                    <a:pt x="6131547" y="660399"/>
                  </a:lnTo>
                  <a:lnTo>
                    <a:pt x="6085224" y="634999"/>
                  </a:lnTo>
                  <a:lnTo>
                    <a:pt x="6042953" y="609599"/>
                  </a:lnTo>
                  <a:lnTo>
                    <a:pt x="6006084" y="596899"/>
                  </a:lnTo>
                  <a:lnTo>
                    <a:pt x="5976348" y="584199"/>
                  </a:lnTo>
                  <a:lnTo>
                    <a:pt x="5941236" y="558799"/>
                  </a:lnTo>
                  <a:lnTo>
                    <a:pt x="5920986" y="546099"/>
                  </a:lnTo>
                  <a:close/>
                </a:path>
                <a:path w="12192000" h="6845300">
                  <a:moveTo>
                    <a:pt x="6419014" y="774699"/>
                  </a:moveTo>
                  <a:lnTo>
                    <a:pt x="6395856" y="774699"/>
                  </a:lnTo>
                  <a:lnTo>
                    <a:pt x="6413769" y="787399"/>
                  </a:lnTo>
                  <a:lnTo>
                    <a:pt x="6435897" y="800099"/>
                  </a:lnTo>
                  <a:lnTo>
                    <a:pt x="6455918" y="800099"/>
                  </a:lnTo>
                  <a:lnTo>
                    <a:pt x="6419014" y="774699"/>
                  </a:lnTo>
                  <a:close/>
                </a:path>
                <a:path w="12192000" h="6845300">
                  <a:moveTo>
                    <a:pt x="4768850" y="774699"/>
                  </a:moveTo>
                  <a:lnTo>
                    <a:pt x="4743545" y="774699"/>
                  </a:lnTo>
                  <a:lnTo>
                    <a:pt x="4761472" y="787399"/>
                  </a:lnTo>
                  <a:lnTo>
                    <a:pt x="4768850" y="774699"/>
                  </a:lnTo>
                  <a:close/>
                </a:path>
                <a:path w="12192000" h="6845300">
                  <a:moveTo>
                    <a:pt x="4521327" y="660399"/>
                  </a:moveTo>
                  <a:lnTo>
                    <a:pt x="4498848" y="660399"/>
                  </a:lnTo>
                  <a:lnTo>
                    <a:pt x="4600128" y="711199"/>
                  </a:lnTo>
                  <a:lnTo>
                    <a:pt x="4633849" y="723899"/>
                  </a:lnTo>
                  <a:lnTo>
                    <a:pt x="4646142" y="736599"/>
                  </a:lnTo>
                  <a:lnTo>
                    <a:pt x="4647898" y="749299"/>
                  </a:lnTo>
                  <a:lnTo>
                    <a:pt x="4701286" y="749299"/>
                  </a:lnTo>
                  <a:lnTo>
                    <a:pt x="4721379" y="774699"/>
                  </a:lnTo>
                  <a:lnTo>
                    <a:pt x="4767443" y="774699"/>
                  </a:lnTo>
                  <a:lnTo>
                    <a:pt x="4757594" y="761999"/>
                  </a:lnTo>
                  <a:lnTo>
                    <a:pt x="4730863" y="749299"/>
                  </a:lnTo>
                  <a:lnTo>
                    <a:pt x="4678807" y="723899"/>
                  </a:lnTo>
                  <a:lnTo>
                    <a:pt x="4656328" y="723899"/>
                  </a:lnTo>
                  <a:lnTo>
                    <a:pt x="4622607" y="711199"/>
                  </a:lnTo>
                  <a:lnTo>
                    <a:pt x="4521327" y="660399"/>
                  </a:lnTo>
                  <a:close/>
                </a:path>
                <a:path w="12192000" h="6845300">
                  <a:moveTo>
                    <a:pt x="5241163" y="342900"/>
                  </a:moveTo>
                  <a:lnTo>
                    <a:pt x="5299131" y="368299"/>
                  </a:lnTo>
                  <a:lnTo>
                    <a:pt x="5343055" y="393699"/>
                  </a:lnTo>
                  <a:lnTo>
                    <a:pt x="5380499" y="419099"/>
                  </a:lnTo>
                  <a:lnTo>
                    <a:pt x="5419028" y="431799"/>
                  </a:lnTo>
                  <a:lnTo>
                    <a:pt x="5466207" y="457199"/>
                  </a:lnTo>
                  <a:lnTo>
                    <a:pt x="5496413" y="469899"/>
                  </a:lnTo>
                  <a:lnTo>
                    <a:pt x="5548395" y="507999"/>
                  </a:lnTo>
                  <a:lnTo>
                    <a:pt x="5578602" y="520699"/>
                  </a:lnTo>
                  <a:lnTo>
                    <a:pt x="5619675" y="558799"/>
                  </a:lnTo>
                  <a:lnTo>
                    <a:pt x="5664669" y="584199"/>
                  </a:lnTo>
                  <a:lnTo>
                    <a:pt x="5807494" y="660399"/>
                  </a:lnTo>
                  <a:lnTo>
                    <a:pt x="5852488" y="685799"/>
                  </a:lnTo>
                  <a:lnTo>
                    <a:pt x="5893562" y="711199"/>
                  </a:lnTo>
                  <a:lnTo>
                    <a:pt x="5884078" y="711199"/>
                  </a:lnTo>
                  <a:lnTo>
                    <a:pt x="5885132" y="723899"/>
                  </a:lnTo>
                  <a:lnTo>
                    <a:pt x="5893562" y="723899"/>
                  </a:lnTo>
                  <a:lnTo>
                    <a:pt x="5906206" y="749299"/>
                  </a:lnTo>
                  <a:lnTo>
                    <a:pt x="5910421" y="761999"/>
                  </a:lnTo>
                  <a:lnTo>
                    <a:pt x="5906206" y="774699"/>
                  </a:lnTo>
                  <a:lnTo>
                    <a:pt x="6107998" y="774699"/>
                  </a:lnTo>
                  <a:lnTo>
                    <a:pt x="6038285" y="736599"/>
                  </a:lnTo>
                  <a:lnTo>
                    <a:pt x="5943216" y="685799"/>
                  </a:lnTo>
                  <a:lnTo>
                    <a:pt x="5893562" y="660399"/>
                  </a:lnTo>
                  <a:lnTo>
                    <a:pt x="5847852" y="634999"/>
                  </a:lnTo>
                  <a:lnTo>
                    <a:pt x="5801219" y="622299"/>
                  </a:lnTo>
                  <a:lnTo>
                    <a:pt x="5708144" y="571499"/>
                  </a:lnTo>
                  <a:lnTo>
                    <a:pt x="5663185" y="546099"/>
                  </a:lnTo>
                  <a:lnTo>
                    <a:pt x="5620267" y="520699"/>
                  </a:lnTo>
                  <a:lnTo>
                    <a:pt x="5580130" y="507999"/>
                  </a:lnTo>
                  <a:lnTo>
                    <a:pt x="5543515" y="482599"/>
                  </a:lnTo>
                  <a:lnTo>
                    <a:pt x="5511165" y="457199"/>
                  </a:lnTo>
                  <a:lnTo>
                    <a:pt x="5486909" y="444499"/>
                  </a:lnTo>
                  <a:lnTo>
                    <a:pt x="5452094" y="419099"/>
                  </a:lnTo>
                  <a:lnTo>
                    <a:pt x="5413063" y="393699"/>
                  </a:lnTo>
                  <a:lnTo>
                    <a:pt x="5409882" y="393699"/>
                  </a:lnTo>
                  <a:lnTo>
                    <a:pt x="5376164" y="368299"/>
                  </a:lnTo>
                  <a:lnTo>
                    <a:pt x="5336121" y="368299"/>
                  </a:lnTo>
                  <a:lnTo>
                    <a:pt x="5314330" y="355599"/>
                  </a:lnTo>
                  <a:lnTo>
                    <a:pt x="5284087" y="355599"/>
                  </a:lnTo>
                  <a:lnTo>
                    <a:pt x="5241163" y="342900"/>
                  </a:lnTo>
                  <a:close/>
                </a:path>
                <a:path w="12192000" h="6845300">
                  <a:moveTo>
                    <a:pt x="6950836" y="711199"/>
                  </a:moveTo>
                  <a:lnTo>
                    <a:pt x="6925845" y="711199"/>
                  </a:lnTo>
                  <a:lnTo>
                    <a:pt x="6936740" y="723899"/>
                  </a:lnTo>
                  <a:lnTo>
                    <a:pt x="6960302" y="749299"/>
                  </a:lnTo>
                  <a:lnTo>
                    <a:pt x="7001414" y="749299"/>
                  </a:lnTo>
                  <a:lnTo>
                    <a:pt x="6950836" y="711199"/>
                  </a:lnTo>
                  <a:close/>
                </a:path>
                <a:path w="12192000" h="6845300">
                  <a:moveTo>
                    <a:pt x="7063232" y="634999"/>
                  </a:moveTo>
                  <a:lnTo>
                    <a:pt x="6998604" y="634999"/>
                  </a:lnTo>
                  <a:lnTo>
                    <a:pt x="7009493" y="647699"/>
                  </a:lnTo>
                  <a:lnTo>
                    <a:pt x="7018274" y="660399"/>
                  </a:lnTo>
                  <a:lnTo>
                    <a:pt x="7132192" y="660399"/>
                  </a:lnTo>
                  <a:lnTo>
                    <a:pt x="7125160" y="647699"/>
                  </a:lnTo>
                  <a:lnTo>
                    <a:pt x="7102643" y="647699"/>
                  </a:lnTo>
                  <a:lnTo>
                    <a:pt x="7063232" y="634999"/>
                  </a:lnTo>
                  <a:close/>
                </a:path>
                <a:path w="12192000" h="6845300">
                  <a:moveTo>
                    <a:pt x="2429383" y="520699"/>
                  </a:moveTo>
                  <a:lnTo>
                    <a:pt x="2450125" y="558799"/>
                  </a:lnTo>
                  <a:lnTo>
                    <a:pt x="2477214" y="584199"/>
                  </a:lnTo>
                  <a:lnTo>
                    <a:pt x="2508517" y="596899"/>
                  </a:lnTo>
                  <a:lnTo>
                    <a:pt x="2541905" y="622299"/>
                  </a:lnTo>
                  <a:lnTo>
                    <a:pt x="2522235" y="622299"/>
                  </a:lnTo>
                  <a:lnTo>
                    <a:pt x="2526099" y="634999"/>
                  </a:lnTo>
                  <a:lnTo>
                    <a:pt x="3104261" y="634999"/>
                  </a:lnTo>
                  <a:lnTo>
                    <a:pt x="3067964" y="609599"/>
                  </a:lnTo>
                  <a:lnTo>
                    <a:pt x="3047590" y="596899"/>
                  </a:lnTo>
                  <a:lnTo>
                    <a:pt x="2541905" y="596899"/>
                  </a:lnTo>
                  <a:lnTo>
                    <a:pt x="2521162" y="571499"/>
                  </a:lnTo>
                  <a:lnTo>
                    <a:pt x="2494073" y="558799"/>
                  </a:lnTo>
                  <a:lnTo>
                    <a:pt x="2462770" y="546099"/>
                  </a:lnTo>
                  <a:lnTo>
                    <a:pt x="2429383" y="520699"/>
                  </a:lnTo>
                  <a:close/>
                </a:path>
                <a:path w="12192000" h="6845300">
                  <a:moveTo>
                    <a:pt x="3551989" y="596899"/>
                  </a:moveTo>
                  <a:lnTo>
                    <a:pt x="3507734" y="596899"/>
                  </a:lnTo>
                  <a:lnTo>
                    <a:pt x="3537251" y="609599"/>
                  </a:lnTo>
                  <a:lnTo>
                    <a:pt x="3575222" y="622299"/>
                  </a:lnTo>
                  <a:lnTo>
                    <a:pt x="3621659" y="634999"/>
                  </a:lnTo>
                  <a:lnTo>
                    <a:pt x="3604023" y="622299"/>
                  </a:lnTo>
                  <a:lnTo>
                    <a:pt x="3582209" y="609599"/>
                  </a:lnTo>
                  <a:lnTo>
                    <a:pt x="3551989" y="596899"/>
                  </a:lnTo>
                  <a:close/>
                </a:path>
                <a:path w="12192000" h="6845300">
                  <a:moveTo>
                    <a:pt x="5473860" y="622299"/>
                  </a:moveTo>
                  <a:lnTo>
                    <a:pt x="5388107" y="622299"/>
                  </a:lnTo>
                  <a:lnTo>
                    <a:pt x="5353685" y="634999"/>
                  </a:lnTo>
                  <a:lnTo>
                    <a:pt x="5533644" y="634999"/>
                  </a:lnTo>
                  <a:lnTo>
                    <a:pt x="5473860" y="622299"/>
                  </a:lnTo>
                  <a:close/>
                </a:path>
                <a:path w="12192000" h="6845300">
                  <a:moveTo>
                    <a:pt x="472389" y="139700"/>
                  </a:moveTo>
                  <a:lnTo>
                    <a:pt x="447078" y="152400"/>
                  </a:lnTo>
                  <a:lnTo>
                    <a:pt x="438642" y="152400"/>
                  </a:lnTo>
                  <a:lnTo>
                    <a:pt x="447078" y="177800"/>
                  </a:lnTo>
                  <a:lnTo>
                    <a:pt x="472389" y="190500"/>
                  </a:lnTo>
                  <a:lnTo>
                    <a:pt x="494880" y="215900"/>
                  </a:lnTo>
                  <a:lnTo>
                    <a:pt x="529103" y="241300"/>
                  </a:lnTo>
                  <a:lnTo>
                    <a:pt x="564341" y="279400"/>
                  </a:lnTo>
                  <a:lnTo>
                    <a:pt x="600673" y="304800"/>
                  </a:lnTo>
                  <a:lnTo>
                    <a:pt x="638177" y="342900"/>
                  </a:lnTo>
                  <a:lnTo>
                    <a:pt x="676931" y="368299"/>
                  </a:lnTo>
                  <a:lnTo>
                    <a:pt x="717013" y="406399"/>
                  </a:lnTo>
                  <a:lnTo>
                    <a:pt x="758501" y="431799"/>
                  </a:lnTo>
                  <a:lnTo>
                    <a:pt x="801473" y="469899"/>
                  </a:lnTo>
                  <a:lnTo>
                    <a:pt x="846006" y="495299"/>
                  </a:lnTo>
                  <a:lnTo>
                    <a:pt x="892180" y="533399"/>
                  </a:lnTo>
                  <a:lnTo>
                    <a:pt x="940073" y="558799"/>
                  </a:lnTo>
                  <a:lnTo>
                    <a:pt x="989761" y="596899"/>
                  </a:lnTo>
                  <a:lnTo>
                    <a:pt x="2339467" y="596899"/>
                  </a:lnTo>
                  <a:lnTo>
                    <a:pt x="1859145" y="317500"/>
                  </a:lnTo>
                  <a:lnTo>
                    <a:pt x="854786" y="317500"/>
                  </a:lnTo>
                  <a:lnTo>
                    <a:pt x="807830" y="304800"/>
                  </a:lnTo>
                  <a:lnTo>
                    <a:pt x="719032" y="279400"/>
                  </a:lnTo>
                  <a:lnTo>
                    <a:pt x="675617" y="254000"/>
                  </a:lnTo>
                  <a:lnTo>
                    <a:pt x="586820" y="228600"/>
                  </a:lnTo>
                  <a:lnTo>
                    <a:pt x="539864" y="215900"/>
                  </a:lnTo>
                  <a:lnTo>
                    <a:pt x="535647" y="190500"/>
                  </a:lnTo>
                  <a:lnTo>
                    <a:pt x="522995" y="177800"/>
                  </a:lnTo>
                  <a:lnTo>
                    <a:pt x="501909" y="165100"/>
                  </a:lnTo>
                  <a:lnTo>
                    <a:pt x="472389" y="139700"/>
                  </a:lnTo>
                  <a:close/>
                </a:path>
                <a:path w="12192000" h="6845300">
                  <a:moveTo>
                    <a:pt x="2742134" y="444499"/>
                  </a:moveTo>
                  <a:lnTo>
                    <a:pt x="2561147" y="444499"/>
                  </a:lnTo>
                  <a:lnTo>
                    <a:pt x="2658921" y="469899"/>
                  </a:lnTo>
                  <a:lnTo>
                    <a:pt x="2685272" y="495299"/>
                  </a:lnTo>
                  <a:lnTo>
                    <a:pt x="2707407" y="507999"/>
                  </a:lnTo>
                  <a:lnTo>
                    <a:pt x="2744343" y="520699"/>
                  </a:lnTo>
                  <a:lnTo>
                    <a:pt x="2726761" y="546099"/>
                  </a:lnTo>
                  <a:lnTo>
                    <a:pt x="2688082" y="558799"/>
                  </a:lnTo>
                  <a:lnTo>
                    <a:pt x="2597918" y="558799"/>
                  </a:lnTo>
                  <a:lnTo>
                    <a:pt x="2609368" y="571499"/>
                  </a:lnTo>
                  <a:lnTo>
                    <a:pt x="2614961" y="571499"/>
                  </a:lnTo>
                  <a:lnTo>
                    <a:pt x="2603019" y="584199"/>
                  </a:lnTo>
                  <a:lnTo>
                    <a:pt x="2586863" y="596899"/>
                  </a:lnTo>
                  <a:lnTo>
                    <a:pt x="3047590" y="596899"/>
                  </a:lnTo>
                  <a:lnTo>
                    <a:pt x="3027216" y="584199"/>
                  </a:lnTo>
                  <a:lnTo>
                    <a:pt x="2982962" y="558799"/>
                  </a:lnTo>
                  <a:lnTo>
                    <a:pt x="2936145" y="533399"/>
                  </a:lnTo>
                  <a:lnTo>
                    <a:pt x="2887710" y="520699"/>
                  </a:lnTo>
                  <a:lnTo>
                    <a:pt x="2789760" y="469899"/>
                  </a:lnTo>
                  <a:lnTo>
                    <a:pt x="2742134" y="444499"/>
                  </a:lnTo>
                  <a:close/>
                </a:path>
                <a:path w="12192000" h="6845300">
                  <a:moveTo>
                    <a:pt x="2826099" y="254000"/>
                  </a:moveTo>
                  <a:lnTo>
                    <a:pt x="2793164" y="254000"/>
                  </a:lnTo>
                  <a:lnTo>
                    <a:pt x="2808970" y="266700"/>
                  </a:lnTo>
                  <a:lnTo>
                    <a:pt x="2820560" y="279400"/>
                  </a:lnTo>
                  <a:lnTo>
                    <a:pt x="2834259" y="279400"/>
                  </a:lnTo>
                  <a:lnTo>
                    <a:pt x="2918749" y="330200"/>
                  </a:lnTo>
                  <a:lnTo>
                    <a:pt x="3049321" y="406399"/>
                  </a:lnTo>
                  <a:lnTo>
                    <a:pt x="3093378" y="419099"/>
                  </a:lnTo>
                  <a:lnTo>
                    <a:pt x="3312124" y="546099"/>
                  </a:lnTo>
                  <a:lnTo>
                    <a:pt x="3396615" y="596899"/>
                  </a:lnTo>
                  <a:lnTo>
                    <a:pt x="3469146" y="596899"/>
                  </a:lnTo>
                  <a:lnTo>
                    <a:pt x="3429335" y="571499"/>
                  </a:lnTo>
                  <a:lnTo>
                    <a:pt x="3351657" y="520699"/>
                  </a:lnTo>
                  <a:lnTo>
                    <a:pt x="3397710" y="520699"/>
                  </a:lnTo>
                  <a:lnTo>
                    <a:pt x="3376263" y="507999"/>
                  </a:lnTo>
                  <a:lnTo>
                    <a:pt x="3329178" y="482599"/>
                  </a:lnTo>
                  <a:lnTo>
                    <a:pt x="3261741" y="482599"/>
                  </a:lnTo>
                  <a:lnTo>
                    <a:pt x="3216735" y="457199"/>
                  </a:lnTo>
                  <a:lnTo>
                    <a:pt x="3167516" y="431799"/>
                  </a:lnTo>
                  <a:lnTo>
                    <a:pt x="3064875" y="380999"/>
                  </a:lnTo>
                  <a:lnTo>
                    <a:pt x="3015669" y="355599"/>
                  </a:lnTo>
                  <a:lnTo>
                    <a:pt x="2970686" y="330200"/>
                  </a:lnTo>
                  <a:lnTo>
                    <a:pt x="2932034" y="304800"/>
                  </a:lnTo>
                  <a:lnTo>
                    <a:pt x="2901823" y="279400"/>
                  </a:lnTo>
                  <a:lnTo>
                    <a:pt x="2854684" y="266700"/>
                  </a:lnTo>
                  <a:lnTo>
                    <a:pt x="2826099" y="254000"/>
                  </a:lnTo>
                  <a:close/>
                </a:path>
                <a:path w="12192000" h="6845300">
                  <a:moveTo>
                    <a:pt x="3397710" y="520699"/>
                  </a:moveTo>
                  <a:lnTo>
                    <a:pt x="3351657" y="520699"/>
                  </a:lnTo>
                  <a:lnTo>
                    <a:pt x="3394932" y="546099"/>
                  </a:lnTo>
                  <a:lnTo>
                    <a:pt x="3427634" y="558799"/>
                  </a:lnTo>
                  <a:lnTo>
                    <a:pt x="3456098" y="571499"/>
                  </a:lnTo>
                  <a:lnTo>
                    <a:pt x="3486658" y="596899"/>
                  </a:lnTo>
                  <a:lnTo>
                    <a:pt x="3509137" y="596899"/>
                  </a:lnTo>
                  <a:lnTo>
                    <a:pt x="3462051" y="558799"/>
                  </a:lnTo>
                  <a:lnTo>
                    <a:pt x="3397710" y="520699"/>
                  </a:lnTo>
                  <a:close/>
                </a:path>
                <a:path w="12192000" h="6845300">
                  <a:moveTo>
                    <a:pt x="5080936" y="533399"/>
                  </a:moveTo>
                  <a:lnTo>
                    <a:pt x="5044013" y="533399"/>
                  </a:lnTo>
                  <a:lnTo>
                    <a:pt x="5038725" y="546099"/>
                  </a:lnTo>
                  <a:lnTo>
                    <a:pt x="5050315" y="571499"/>
                  </a:lnTo>
                  <a:lnTo>
                    <a:pt x="5047154" y="584199"/>
                  </a:lnTo>
                  <a:lnTo>
                    <a:pt x="5022919" y="596899"/>
                  </a:lnTo>
                  <a:lnTo>
                    <a:pt x="5362114" y="596899"/>
                  </a:lnTo>
                  <a:lnTo>
                    <a:pt x="5375110" y="584199"/>
                  </a:lnTo>
                  <a:lnTo>
                    <a:pt x="5398643" y="571499"/>
                  </a:lnTo>
                  <a:lnTo>
                    <a:pt x="5308679" y="546099"/>
                  </a:lnTo>
                  <a:lnTo>
                    <a:pt x="5130504" y="546099"/>
                  </a:lnTo>
                  <a:lnTo>
                    <a:pt x="5080936" y="533399"/>
                  </a:lnTo>
                  <a:close/>
                </a:path>
                <a:path w="12192000" h="6845300">
                  <a:moveTo>
                    <a:pt x="5803519" y="482599"/>
                  </a:moveTo>
                  <a:lnTo>
                    <a:pt x="5736082" y="482599"/>
                  </a:lnTo>
                  <a:lnTo>
                    <a:pt x="5774068" y="507999"/>
                  </a:lnTo>
                  <a:lnTo>
                    <a:pt x="5769848" y="520699"/>
                  </a:lnTo>
                  <a:lnTo>
                    <a:pt x="5691124" y="520699"/>
                  </a:lnTo>
                  <a:lnTo>
                    <a:pt x="5718873" y="546099"/>
                  </a:lnTo>
                  <a:lnTo>
                    <a:pt x="5744527" y="558799"/>
                  </a:lnTo>
                  <a:lnTo>
                    <a:pt x="5782849" y="571499"/>
                  </a:lnTo>
                  <a:lnTo>
                    <a:pt x="5848604" y="596899"/>
                  </a:lnTo>
                  <a:lnTo>
                    <a:pt x="5854574" y="584199"/>
                  </a:lnTo>
                  <a:lnTo>
                    <a:pt x="5845794" y="558799"/>
                  </a:lnTo>
                  <a:lnTo>
                    <a:pt x="5832798" y="558799"/>
                  </a:lnTo>
                  <a:lnTo>
                    <a:pt x="5826125" y="546099"/>
                  </a:lnTo>
                  <a:lnTo>
                    <a:pt x="5920986" y="546099"/>
                  </a:lnTo>
                  <a:lnTo>
                    <a:pt x="5900735" y="533399"/>
                  </a:lnTo>
                  <a:lnTo>
                    <a:pt x="5854834" y="507999"/>
                  </a:lnTo>
                  <a:lnTo>
                    <a:pt x="5803519" y="482599"/>
                  </a:lnTo>
                  <a:close/>
                </a:path>
                <a:path w="12192000" h="6845300">
                  <a:moveTo>
                    <a:pt x="4850336" y="558799"/>
                  </a:moveTo>
                  <a:lnTo>
                    <a:pt x="4805378" y="558799"/>
                  </a:lnTo>
                  <a:lnTo>
                    <a:pt x="4828911" y="571499"/>
                  </a:lnTo>
                  <a:lnTo>
                    <a:pt x="4864736" y="571499"/>
                  </a:lnTo>
                  <a:lnTo>
                    <a:pt x="4850336" y="558799"/>
                  </a:lnTo>
                  <a:close/>
                </a:path>
                <a:path w="12192000" h="6845300">
                  <a:moveTo>
                    <a:pt x="2649402" y="546099"/>
                  </a:moveTo>
                  <a:lnTo>
                    <a:pt x="2561320" y="546099"/>
                  </a:lnTo>
                  <a:lnTo>
                    <a:pt x="2580174" y="558799"/>
                  </a:lnTo>
                  <a:lnTo>
                    <a:pt x="2688082" y="558799"/>
                  </a:lnTo>
                  <a:lnTo>
                    <a:pt x="2649402" y="546099"/>
                  </a:lnTo>
                  <a:close/>
                </a:path>
                <a:path w="12192000" h="6845300">
                  <a:moveTo>
                    <a:pt x="4822237" y="533399"/>
                  </a:moveTo>
                  <a:lnTo>
                    <a:pt x="4752341" y="533399"/>
                  </a:lnTo>
                  <a:lnTo>
                    <a:pt x="4768850" y="546099"/>
                  </a:lnTo>
                  <a:lnTo>
                    <a:pt x="4786060" y="558799"/>
                  </a:lnTo>
                  <a:lnTo>
                    <a:pt x="4840150" y="558799"/>
                  </a:lnTo>
                  <a:lnTo>
                    <a:pt x="4832423" y="546099"/>
                  </a:lnTo>
                  <a:lnTo>
                    <a:pt x="4822237" y="533399"/>
                  </a:lnTo>
                  <a:close/>
                </a:path>
                <a:path w="12192000" h="6845300">
                  <a:moveTo>
                    <a:pt x="2578473" y="533399"/>
                  </a:moveTo>
                  <a:lnTo>
                    <a:pt x="2541016" y="533399"/>
                  </a:lnTo>
                  <a:lnTo>
                    <a:pt x="2546539" y="546099"/>
                  </a:lnTo>
                  <a:lnTo>
                    <a:pt x="2631821" y="546099"/>
                  </a:lnTo>
                  <a:lnTo>
                    <a:pt x="2578473" y="533399"/>
                  </a:lnTo>
                  <a:close/>
                </a:path>
                <a:path w="12192000" h="6845300">
                  <a:moveTo>
                    <a:pt x="5128768" y="482599"/>
                  </a:moveTo>
                  <a:lnTo>
                    <a:pt x="5145276" y="507999"/>
                  </a:lnTo>
                  <a:lnTo>
                    <a:pt x="5159676" y="520699"/>
                  </a:lnTo>
                  <a:lnTo>
                    <a:pt x="5169862" y="533399"/>
                  </a:lnTo>
                  <a:lnTo>
                    <a:pt x="5173726" y="546099"/>
                  </a:lnTo>
                  <a:lnTo>
                    <a:pt x="5308679" y="546099"/>
                  </a:lnTo>
                  <a:lnTo>
                    <a:pt x="5173735" y="507999"/>
                  </a:lnTo>
                  <a:lnTo>
                    <a:pt x="5128768" y="482599"/>
                  </a:lnTo>
                  <a:close/>
                </a:path>
                <a:path w="12192000" h="6845300">
                  <a:moveTo>
                    <a:pt x="4723892" y="520699"/>
                  </a:moveTo>
                  <a:lnTo>
                    <a:pt x="4727755" y="533399"/>
                  </a:lnTo>
                  <a:lnTo>
                    <a:pt x="4740751" y="533399"/>
                  </a:lnTo>
                  <a:lnTo>
                    <a:pt x="4723892" y="520699"/>
                  </a:lnTo>
                  <a:close/>
                </a:path>
                <a:path w="12192000" h="6845300">
                  <a:moveTo>
                    <a:pt x="4791329" y="520699"/>
                  </a:moveTo>
                  <a:lnTo>
                    <a:pt x="4774469" y="533399"/>
                  </a:lnTo>
                  <a:lnTo>
                    <a:pt x="4807837" y="533399"/>
                  </a:lnTo>
                  <a:lnTo>
                    <a:pt x="4791329" y="520699"/>
                  </a:lnTo>
                  <a:close/>
                </a:path>
                <a:path w="12192000" h="6845300">
                  <a:moveTo>
                    <a:pt x="1844548" y="228600"/>
                  </a:moveTo>
                  <a:lnTo>
                    <a:pt x="1889922" y="254000"/>
                  </a:lnTo>
                  <a:lnTo>
                    <a:pt x="1932189" y="279400"/>
                  </a:lnTo>
                  <a:lnTo>
                    <a:pt x="1972293" y="304800"/>
                  </a:lnTo>
                  <a:lnTo>
                    <a:pt x="2049795" y="355599"/>
                  </a:lnTo>
                  <a:lnTo>
                    <a:pt x="2089085" y="380999"/>
                  </a:lnTo>
                  <a:lnTo>
                    <a:pt x="2129996" y="393699"/>
                  </a:lnTo>
                  <a:lnTo>
                    <a:pt x="2173471" y="419099"/>
                  </a:lnTo>
                  <a:lnTo>
                    <a:pt x="2220458" y="444499"/>
                  </a:lnTo>
                  <a:lnTo>
                    <a:pt x="2271903" y="457199"/>
                  </a:lnTo>
                  <a:lnTo>
                    <a:pt x="2306046" y="469899"/>
                  </a:lnTo>
                  <a:lnTo>
                    <a:pt x="2342260" y="495299"/>
                  </a:lnTo>
                  <a:lnTo>
                    <a:pt x="2382666" y="507999"/>
                  </a:lnTo>
                  <a:lnTo>
                    <a:pt x="2429383" y="520699"/>
                  </a:lnTo>
                  <a:lnTo>
                    <a:pt x="2395662" y="507999"/>
                  </a:lnTo>
                  <a:lnTo>
                    <a:pt x="2294382" y="457199"/>
                  </a:lnTo>
                  <a:lnTo>
                    <a:pt x="2264795" y="444499"/>
                  </a:lnTo>
                  <a:lnTo>
                    <a:pt x="2230347" y="419099"/>
                  </a:lnTo>
                  <a:lnTo>
                    <a:pt x="2191577" y="393699"/>
                  </a:lnTo>
                  <a:lnTo>
                    <a:pt x="2149024" y="380999"/>
                  </a:lnTo>
                  <a:lnTo>
                    <a:pt x="2103231" y="355599"/>
                  </a:lnTo>
                  <a:lnTo>
                    <a:pt x="2054736" y="330200"/>
                  </a:lnTo>
                  <a:lnTo>
                    <a:pt x="2004079" y="304800"/>
                  </a:lnTo>
                  <a:lnTo>
                    <a:pt x="1844548" y="228600"/>
                  </a:lnTo>
                  <a:close/>
                </a:path>
                <a:path w="12192000" h="6845300">
                  <a:moveTo>
                    <a:pt x="2831512" y="457199"/>
                  </a:moveTo>
                  <a:lnTo>
                    <a:pt x="2810980" y="457199"/>
                  </a:lnTo>
                  <a:lnTo>
                    <a:pt x="2807938" y="469899"/>
                  </a:lnTo>
                  <a:lnTo>
                    <a:pt x="2834259" y="482599"/>
                  </a:lnTo>
                  <a:lnTo>
                    <a:pt x="2874373" y="495299"/>
                  </a:lnTo>
                  <a:lnTo>
                    <a:pt x="2918666" y="507999"/>
                  </a:lnTo>
                  <a:lnTo>
                    <a:pt x="2969260" y="507999"/>
                  </a:lnTo>
                  <a:lnTo>
                    <a:pt x="3012606" y="495299"/>
                  </a:lnTo>
                  <a:lnTo>
                    <a:pt x="3140041" y="495299"/>
                  </a:lnTo>
                  <a:lnTo>
                    <a:pt x="3115310" y="482599"/>
                  </a:lnTo>
                  <a:lnTo>
                    <a:pt x="3064675" y="469899"/>
                  </a:lnTo>
                  <a:lnTo>
                    <a:pt x="2857664" y="469899"/>
                  </a:lnTo>
                  <a:lnTo>
                    <a:pt x="2831512" y="457199"/>
                  </a:lnTo>
                  <a:close/>
                </a:path>
                <a:path w="12192000" h="6845300">
                  <a:moveTo>
                    <a:pt x="6883273" y="342900"/>
                  </a:moveTo>
                  <a:lnTo>
                    <a:pt x="6903930" y="368299"/>
                  </a:lnTo>
                  <a:lnTo>
                    <a:pt x="6941123" y="393699"/>
                  </a:lnTo>
                  <a:lnTo>
                    <a:pt x="6986582" y="419099"/>
                  </a:lnTo>
                  <a:lnTo>
                    <a:pt x="7032039" y="431799"/>
                  </a:lnTo>
                  <a:lnTo>
                    <a:pt x="7069226" y="457199"/>
                  </a:lnTo>
                  <a:lnTo>
                    <a:pt x="7089872" y="482599"/>
                  </a:lnTo>
                  <a:lnTo>
                    <a:pt x="7085710" y="507999"/>
                  </a:lnTo>
                  <a:lnTo>
                    <a:pt x="7230195" y="507999"/>
                  </a:lnTo>
                  <a:lnTo>
                    <a:pt x="7209472" y="495299"/>
                  </a:lnTo>
                  <a:lnTo>
                    <a:pt x="7168026" y="482599"/>
                  </a:lnTo>
                  <a:lnTo>
                    <a:pt x="7130796" y="457199"/>
                  </a:lnTo>
                  <a:lnTo>
                    <a:pt x="7079121" y="444499"/>
                  </a:lnTo>
                  <a:lnTo>
                    <a:pt x="7030701" y="419099"/>
                  </a:lnTo>
                  <a:lnTo>
                    <a:pt x="6983367" y="393699"/>
                  </a:lnTo>
                  <a:lnTo>
                    <a:pt x="6934947" y="368299"/>
                  </a:lnTo>
                  <a:lnTo>
                    <a:pt x="6883273" y="342900"/>
                  </a:lnTo>
                  <a:close/>
                </a:path>
                <a:path w="12192000" h="6845300">
                  <a:moveTo>
                    <a:pt x="3216656" y="431799"/>
                  </a:moveTo>
                  <a:lnTo>
                    <a:pt x="3194177" y="431799"/>
                  </a:lnTo>
                  <a:lnTo>
                    <a:pt x="3224105" y="444499"/>
                  </a:lnTo>
                  <a:lnTo>
                    <a:pt x="3247675" y="457199"/>
                  </a:lnTo>
                  <a:lnTo>
                    <a:pt x="3267007" y="469899"/>
                  </a:lnTo>
                  <a:lnTo>
                    <a:pt x="3284220" y="482599"/>
                  </a:lnTo>
                  <a:lnTo>
                    <a:pt x="3329178" y="482599"/>
                  </a:lnTo>
                  <a:lnTo>
                    <a:pt x="3298969" y="469899"/>
                  </a:lnTo>
                  <a:lnTo>
                    <a:pt x="3246935" y="444499"/>
                  </a:lnTo>
                  <a:lnTo>
                    <a:pt x="3216656" y="431799"/>
                  </a:lnTo>
                  <a:close/>
                </a:path>
                <a:path w="12192000" h="6845300">
                  <a:moveTo>
                    <a:pt x="5743457" y="457199"/>
                  </a:moveTo>
                  <a:lnTo>
                    <a:pt x="5691826" y="457199"/>
                  </a:lnTo>
                  <a:lnTo>
                    <a:pt x="5691124" y="469899"/>
                  </a:lnTo>
                  <a:lnTo>
                    <a:pt x="5707280" y="482599"/>
                  </a:lnTo>
                  <a:lnTo>
                    <a:pt x="5786308" y="482599"/>
                  </a:lnTo>
                  <a:lnTo>
                    <a:pt x="5766990" y="469899"/>
                  </a:lnTo>
                  <a:lnTo>
                    <a:pt x="5743457" y="457199"/>
                  </a:lnTo>
                  <a:close/>
                </a:path>
                <a:path w="12192000" h="6845300">
                  <a:moveTo>
                    <a:pt x="2901823" y="431799"/>
                  </a:moveTo>
                  <a:lnTo>
                    <a:pt x="2851134" y="431799"/>
                  </a:lnTo>
                  <a:lnTo>
                    <a:pt x="2856791" y="444499"/>
                  </a:lnTo>
                  <a:lnTo>
                    <a:pt x="2879344" y="457199"/>
                  </a:lnTo>
                  <a:lnTo>
                    <a:pt x="2877565" y="469899"/>
                  </a:lnTo>
                  <a:lnTo>
                    <a:pt x="3012476" y="469899"/>
                  </a:lnTo>
                  <a:lnTo>
                    <a:pt x="2958322" y="457199"/>
                  </a:lnTo>
                  <a:lnTo>
                    <a:pt x="2904984" y="457199"/>
                  </a:lnTo>
                  <a:lnTo>
                    <a:pt x="2910252" y="444499"/>
                  </a:lnTo>
                  <a:lnTo>
                    <a:pt x="2911306" y="444499"/>
                  </a:lnTo>
                  <a:lnTo>
                    <a:pt x="2901823" y="431799"/>
                  </a:lnTo>
                  <a:close/>
                </a:path>
                <a:path w="12192000" h="6845300">
                  <a:moveTo>
                    <a:pt x="2384425" y="368299"/>
                  </a:moveTo>
                  <a:lnTo>
                    <a:pt x="2411823" y="393699"/>
                  </a:lnTo>
                  <a:lnTo>
                    <a:pt x="2435018" y="419099"/>
                  </a:lnTo>
                  <a:lnTo>
                    <a:pt x="2466667" y="444499"/>
                  </a:lnTo>
                  <a:lnTo>
                    <a:pt x="2519426" y="457199"/>
                  </a:lnTo>
                  <a:lnTo>
                    <a:pt x="2535251" y="457199"/>
                  </a:lnTo>
                  <a:lnTo>
                    <a:pt x="2538128" y="444499"/>
                  </a:lnTo>
                  <a:lnTo>
                    <a:pt x="2742134" y="444499"/>
                  </a:lnTo>
                  <a:lnTo>
                    <a:pt x="2696666" y="419099"/>
                  </a:lnTo>
                  <a:lnTo>
                    <a:pt x="2675483" y="406399"/>
                  </a:lnTo>
                  <a:lnTo>
                    <a:pt x="2525153" y="406399"/>
                  </a:lnTo>
                  <a:lnTo>
                    <a:pt x="2466130" y="393699"/>
                  </a:lnTo>
                  <a:lnTo>
                    <a:pt x="2384425" y="368299"/>
                  </a:lnTo>
                  <a:close/>
                </a:path>
                <a:path w="12192000" h="6845300">
                  <a:moveTo>
                    <a:pt x="2887757" y="419099"/>
                  </a:moveTo>
                  <a:lnTo>
                    <a:pt x="2856738" y="419099"/>
                  </a:lnTo>
                  <a:lnTo>
                    <a:pt x="2853930" y="431799"/>
                  </a:lnTo>
                  <a:lnTo>
                    <a:pt x="2897957" y="431799"/>
                  </a:lnTo>
                  <a:lnTo>
                    <a:pt x="2887757" y="419099"/>
                  </a:lnTo>
                  <a:close/>
                </a:path>
                <a:path w="12192000" h="6845300">
                  <a:moveTo>
                    <a:pt x="2474341" y="304800"/>
                  </a:moveTo>
                  <a:lnTo>
                    <a:pt x="2479629" y="317500"/>
                  </a:lnTo>
                  <a:lnTo>
                    <a:pt x="2516552" y="342900"/>
                  </a:lnTo>
                  <a:lnTo>
                    <a:pt x="2566120" y="368299"/>
                  </a:lnTo>
                  <a:lnTo>
                    <a:pt x="2609342" y="393699"/>
                  </a:lnTo>
                  <a:lnTo>
                    <a:pt x="2592436" y="406399"/>
                  </a:lnTo>
                  <a:lnTo>
                    <a:pt x="2675483" y="406399"/>
                  </a:lnTo>
                  <a:lnTo>
                    <a:pt x="2654300" y="393699"/>
                  </a:lnTo>
                  <a:lnTo>
                    <a:pt x="2635682" y="368299"/>
                  </a:lnTo>
                  <a:lnTo>
                    <a:pt x="2589657" y="355599"/>
                  </a:lnTo>
                  <a:lnTo>
                    <a:pt x="2530963" y="330200"/>
                  </a:lnTo>
                  <a:lnTo>
                    <a:pt x="2474341" y="304800"/>
                  </a:lnTo>
                  <a:close/>
                </a:path>
                <a:path w="12192000" h="6845300">
                  <a:moveTo>
                    <a:pt x="2796676" y="304800"/>
                  </a:moveTo>
                  <a:lnTo>
                    <a:pt x="2742235" y="304800"/>
                  </a:lnTo>
                  <a:lnTo>
                    <a:pt x="2791408" y="330200"/>
                  </a:lnTo>
                  <a:lnTo>
                    <a:pt x="2811780" y="342900"/>
                  </a:lnTo>
                  <a:lnTo>
                    <a:pt x="2815996" y="355599"/>
                  </a:lnTo>
                  <a:lnTo>
                    <a:pt x="2828655" y="355599"/>
                  </a:lnTo>
                  <a:lnTo>
                    <a:pt x="2849766" y="380999"/>
                  </a:lnTo>
                  <a:lnTo>
                    <a:pt x="2879344" y="393699"/>
                  </a:lnTo>
                  <a:lnTo>
                    <a:pt x="2888474" y="393699"/>
                  </a:lnTo>
                  <a:lnTo>
                    <a:pt x="2884947" y="380999"/>
                  </a:lnTo>
                  <a:lnTo>
                    <a:pt x="2872968" y="368299"/>
                  </a:lnTo>
                  <a:lnTo>
                    <a:pt x="2856738" y="342900"/>
                  </a:lnTo>
                  <a:lnTo>
                    <a:pt x="2839527" y="330200"/>
                  </a:lnTo>
                  <a:lnTo>
                    <a:pt x="2820209" y="317500"/>
                  </a:lnTo>
                  <a:lnTo>
                    <a:pt x="2796676" y="304800"/>
                  </a:lnTo>
                  <a:close/>
                </a:path>
                <a:path w="12192000" h="6845300">
                  <a:moveTo>
                    <a:pt x="5353685" y="342900"/>
                  </a:moveTo>
                  <a:lnTo>
                    <a:pt x="5344201" y="355599"/>
                  </a:lnTo>
                  <a:lnTo>
                    <a:pt x="5345255" y="355599"/>
                  </a:lnTo>
                  <a:lnTo>
                    <a:pt x="5350523" y="368299"/>
                  </a:lnTo>
                  <a:lnTo>
                    <a:pt x="5376164" y="368299"/>
                  </a:lnTo>
                  <a:lnTo>
                    <a:pt x="5413063" y="393699"/>
                  </a:lnTo>
                  <a:lnTo>
                    <a:pt x="5443601" y="393699"/>
                  </a:lnTo>
                  <a:lnTo>
                    <a:pt x="5435873" y="380999"/>
                  </a:lnTo>
                  <a:lnTo>
                    <a:pt x="5415502" y="368299"/>
                  </a:lnTo>
                  <a:lnTo>
                    <a:pt x="5386701" y="355599"/>
                  </a:lnTo>
                  <a:lnTo>
                    <a:pt x="5353685" y="342900"/>
                  </a:lnTo>
                  <a:close/>
                </a:path>
                <a:path w="12192000" h="6845300">
                  <a:moveTo>
                    <a:pt x="404901" y="50800"/>
                  </a:moveTo>
                  <a:lnTo>
                    <a:pt x="426340" y="88900"/>
                  </a:lnTo>
                  <a:lnTo>
                    <a:pt x="458325" y="114300"/>
                  </a:lnTo>
                  <a:lnTo>
                    <a:pt x="502961" y="139700"/>
                  </a:lnTo>
                  <a:lnTo>
                    <a:pt x="562356" y="165100"/>
                  </a:lnTo>
                  <a:lnTo>
                    <a:pt x="602164" y="190500"/>
                  </a:lnTo>
                  <a:lnTo>
                    <a:pt x="643940" y="203200"/>
                  </a:lnTo>
                  <a:lnTo>
                    <a:pt x="686896" y="228600"/>
                  </a:lnTo>
                  <a:lnTo>
                    <a:pt x="730245" y="241300"/>
                  </a:lnTo>
                  <a:lnTo>
                    <a:pt x="773201" y="266700"/>
                  </a:lnTo>
                  <a:lnTo>
                    <a:pt x="814977" y="292100"/>
                  </a:lnTo>
                  <a:lnTo>
                    <a:pt x="854786" y="317500"/>
                  </a:lnTo>
                  <a:lnTo>
                    <a:pt x="1859145" y="317500"/>
                  </a:lnTo>
                  <a:lnTo>
                    <a:pt x="1684483" y="215900"/>
                  </a:lnTo>
                  <a:lnTo>
                    <a:pt x="719823" y="215900"/>
                  </a:lnTo>
                  <a:lnTo>
                    <a:pt x="702954" y="203200"/>
                  </a:lnTo>
                  <a:lnTo>
                    <a:pt x="669211" y="190500"/>
                  </a:lnTo>
                  <a:lnTo>
                    <a:pt x="652335" y="190500"/>
                  </a:lnTo>
                  <a:lnTo>
                    <a:pt x="638693" y="165100"/>
                  </a:lnTo>
                  <a:lnTo>
                    <a:pt x="603183" y="139700"/>
                  </a:lnTo>
                  <a:lnTo>
                    <a:pt x="553926" y="127000"/>
                  </a:lnTo>
                  <a:lnTo>
                    <a:pt x="499045" y="101600"/>
                  </a:lnTo>
                  <a:lnTo>
                    <a:pt x="446663" y="76200"/>
                  </a:lnTo>
                  <a:lnTo>
                    <a:pt x="404901" y="50800"/>
                  </a:lnTo>
                  <a:close/>
                </a:path>
                <a:path w="12192000" h="6845300">
                  <a:moveTo>
                    <a:pt x="2300883" y="0"/>
                  </a:moveTo>
                  <a:lnTo>
                    <a:pt x="2174102" y="0"/>
                  </a:lnTo>
                  <a:lnTo>
                    <a:pt x="2204466" y="12700"/>
                  </a:lnTo>
                  <a:lnTo>
                    <a:pt x="2215707" y="25400"/>
                  </a:lnTo>
                  <a:lnTo>
                    <a:pt x="2243820" y="38100"/>
                  </a:lnTo>
                  <a:lnTo>
                    <a:pt x="2280386" y="50800"/>
                  </a:lnTo>
                  <a:lnTo>
                    <a:pt x="2316988" y="50800"/>
                  </a:lnTo>
                  <a:lnTo>
                    <a:pt x="2372361" y="76200"/>
                  </a:lnTo>
                  <a:lnTo>
                    <a:pt x="2422750" y="101600"/>
                  </a:lnTo>
                  <a:lnTo>
                    <a:pt x="2463149" y="114300"/>
                  </a:lnTo>
                  <a:lnTo>
                    <a:pt x="2488550" y="139700"/>
                  </a:lnTo>
                  <a:lnTo>
                    <a:pt x="2493950" y="152400"/>
                  </a:lnTo>
                  <a:lnTo>
                    <a:pt x="2474341" y="165100"/>
                  </a:lnTo>
                  <a:lnTo>
                    <a:pt x="2469794" y="177800"/>
                  </a:lnTo>
                  <a:lnTo>
                    <a:pt x="2488453" y="203200"/>
                  </a:lnTo>
                  <a:lnTo>
                    <a:pt x="2528187" y="215900"/>
                  </a:lnTo>
                  <a:lnTo>
                    <a:pt x="2586863" y="228600"/>
                  </a:lnTo>
                  <a:lnTo>
                    <a:pt x="2620583" y="254000"/>
                  </a:lnTo>
                  <a:lnTo>
                    <a:pt x="2721864" y="304800"/>
                  </a:lnTo>
                  <a:lnTo>
                    <a:pt x="2766822" y="304800"/>
                  </a:lnTo>
                  <a:lnTo>
                    <a:pt x="2741533" y="279400"/>
                  </a:lnTo>
                  <a:lnTo>
                    <a:pt x="2733103" y="266700"/>
                  </a:lnTo>
                  <a:lnTo>
                    <a:pt x="2741533" y="254000"/>
                  </a:lnTo>
                  <a:lnTo>
                    <a:pt x="2826099" y="254000"/>
                  </a:lnTo>
                  <a:lnTo>
                    <a:pt x="2768931" y="228600"/>
                  </a:lnTo>
                  <a:lnTo>
                    <a:pt x="2721864" y="215900"/>
                  </a:lnTo>
                  <a:lnTo>
                    <a:pt x="2716944" y="190500"/>
                  </a:lnTo>
                  <a:lnTo>
                    <a:pt x="2699369" y="177800"/>
                  </a:lnTo>
                  <a:lnTo>
                    <a:pt x="2664910" y="152400"/>
                  </a:lnTo>
                  <a:lnTo>
                    <a:pt x="2609342" y="127000"/>
                  </a:lnTo>
                  <a:lnTo>
                    <a:pt x="2580052" y="101600"/>
                  </a:lnTo>
                  <a:lnTo>
                    <a:pt x="2543639" y="88900"/>
                  </a:lnTo>
                  <a:lnTo>
                    <a:pt x="2501422" y="76200"/>
                  </a:lnTo>
                  <a:lnTo>
                    <a:pt x="2454719" y="50800"/>
                  </a:lnTo>
                  <a:lnTo>
                    <a:pt x="2353131" y="25400"/>
                  </a:lnTo>
                  <a:lnTo>
                    <a:pt x="2300883" y="0"/>
                  </a:lnTo>
                  <a:close/>
                </a:path>
                <a:path w="12192000" h="6845300">
                  <a:moveTo>
                    <a:pt x="427393" y="12700"/>
                  </a:moveTo>
                  <a:lnTo>
                    <a:pt x="457969" y="25400"/>
                  </a:lnTo>
                  <a:lnTo>
                    <a:pt x="503308" y="38100"/>
                  </a:lnTo>
                  <a:lnTo>
                    <a:pt x="544430" y="63500"/>
                  </a:lnTo>
                  <a:lnTo>
                    <a:pt x="562356" y="76200"/>
                  </a:lnTo>
                  <a:lnTo>
                    <a:pt x="574620" y="101600"/>
                  </a:lnTo>
                  <a:lnTo>
                    <a:pt x="605379" y="114300"/>
                  </a:lnTo>
                  <a:lnTo>
                    <a:pt x="686179" y="165100"/>
                  </a:lnTo>
                  <a:lnTo>
                    <a:pt x="718118" y="177800"/>
                  </a:lnTo>
                  <a:lnTo>
                    <a:pt x="732350" y="203200"/>
                  </a:lnTo>
                  <a:lnTo>
                    <a:pt x="719823" y="215900"/>
                  </a:lnTo>
                  <a:lnTo>
                    <a:pt x="1684483" y="215900"/>
                  </a:lnTo>
                  <a:lnTo>
                    <a:pt x="1597152" y="165100"/>
                  </a:lnTo>
                  <a:lnTo>
                    <a:pt x="834051" y="165100"/>
                  </a:lnTo>
                  <a:lnTo>
                    <a:pt x="801366" y="152400"/>
                  </a:lnTo>
                  <a:lnTo>
                    <a:pt x="772896" y="152400"/>
                  </a:lnTo>
                  <a:lnTo>
                    <a:pt x="742315" y="139700"/>
                  </a:lnTo>
                  <a:lnTo>
                    <a:pt x="690638" y="127000"/>
                  </a:lnTo>
                  <a:lnTo>
                    <a:pt x="648405" y="101600"/>
                  </a:lnTo>
                  <a:lnTo>
                    <a:pt x="611286" y="88900"/>
                  </a:lnTo>
                  <a:lnTo>
                    <a:pt x="574955" y="63500"/>
                  </a:lnTo>
                  <a:lnTo>
                    <a:pt x="535081" y="50800"/>
                  </a:lnTo>
                  <a:lnTo>
                    <a:pt x="487336" y="25400"/>
                  </a:lnTo>
                  <a:lnTo>
                    <a:pt x="427393" y="12700"/>
                  </a:lnTo>
                  <a:close/>
                </a:path>
                <a:path w="12192000" h="6845300">
                  <a:moveTo>
                    <a:pt x="725043" y="0"/>
                  </a:moveTo>
                  <a:lnTo>
                    <a:pt x="646484" y="0"/>
                  </a:lnTo>
                  <a:lnTo>
                    <a:pt x="836513" y="88900"/>
                  </a:lnTo>
                  <a:lnTo>
                    <a:pt x="871661" y="114300"/>
                  </a:lnTo>
                  <a:lnTo>
                    <a:pt x="898374" y="127000"/>
                  </a:lnTo>
                  <a:lnTo>
                    <a:pt x="899782" y="139700"/>
                  </a:lnTo>
                  <a:lnTo>
                    <a:pt x="861470" y="139700"/>
                  </a:lnTo>
                  <a:lnTo>
                    <a:pt x="863226" y="152400"/>
                  </a:lnTo>
                  <a:lnTo>
                    <a:pt x="877634" y="165100"/>
                  </a:lnTo>
                  <a:lnTo>
                    <a:pt x="1579921" y="165100"/>
                  </a:lnTo>
                  <a:lnTo>
                    <a:pt x="1560560" y="152400"/>
                  </a:lnTo>
                  <a:lnTo>
                    <a:pt x="1536983" y="152400"/>
                  </a:lnTo>
                  <a:lnTo>
                    <a:pt x="1507109" y="139700"/>
                  </a:lnTo>
                  <a:lnTo>
                    <a:pt x="1482520" y="114300"/>
                  </a:lnTo>
                  <a:lnTo>
                    <a:pt x="1463898" y="101600"/>
                  </a:lnTo>
                  <a:lnTo>
                    <a:pt x="930706" y="101600"/>
                  </a:lnTo>
                  <a:lnTo>
                    <a:pt x="907157" y="88900"/>
                  </a:lnTo>
                  <a:lnTo>
                    <a:pt x="877277" y="76200"/>
                  </a:lnTo>
                  <a:lnTo>
                    <a:pt x="823656" y="50800"/>
                  </a:lnTo>
                  <a:lnTo>
                    <a:pt x="772191" y="25400"/>
                  </a:lnTo>
                  <a:lnTo>
                    <a:pt x="725043" y="0"/>
                  </a:lnTo>
                  <a:close/>
                </a:path>
                <a:path w="12192000" h="6845300">
                  <a:moveTo>
                    <a:pt x="1115594" y="0"/>
                  </a:moveTo>
                  <a:lnTo>
                    <a:pt x="980488" y="0"/>
                  </a:lnTo>
                  <a:lnTo>
                    <a:pt x="1034745" y="25400"/>
                  </a:lnTo>
                  <a:lnTo>
                    <a:pt x="1060988" y="50800"/>
                  </a:lnTo>
                  <a:lnTo>
                    <a:pt x="1057239" y="63500"/>
                  </a:lnTo>
                  <a:lnTo>
                    <a:pt x="1034743" y="63500"/>
                  </a:lnTo>
                  <a:lnTo>
                    <a:pt x="1004749" y="76200"/>
                  </a:lnTo>
                  <a:lnTo>
                    <a:pt x="978505" y="76200"/>
                  </a:lnTo>
                  <a:lnTo>
                    <a:pt x="967257" y="101600"/>
                  </a:lnTo>
                  <a:lnTo>
                    <a:pt x="1463898" y="101600"/>
                  </a:lnTo>
                  <a:lnTo>
                    <a:pt x="1445275" y="88900"/>
                  </a:lnTo>
                  <a:lnTo>
                    <a:pt x="1399577" y="76200"/>
                  </a:lnTo>
                  <a:lnTo>
                    <a:pt x="1349629" y="50800"/>
                  </a:lnTo>
                  <a:lnTo>
                    <a:pt x="1349629" y="25400"/>
                  </a:lnTo>
                  <a:lnTo>
                    <a:pt x="1330662" y="25400"/>
                  </a:lnTo>
                  <a:lnTo>
                    <a:pt x="1327150" y="12700"/>
                  </a:lnTo>
                  <a:lnTo>
                    <a:pt x="1147216" y="12700"/>
                  </a:lnTo>
                  <a:lnTo>
                    <a:pt x="1115594" y="0"/>
                  </a:lnTo>
                  <a:close/>
                </a:path>
                <a:path w="12192000" h="6845300">
                  <a:moveTo>
                    <a:pt x="1299109" y="0"/>
                  </a:moveTo>
                  <a:lnTo>
                    <a:pt x="1135112" y="0"/>
                  </a:lnTo>
                  <a:lnTo>
                    <a:pt x="1147216" y="12700"/>
                  </a:lnTo>
                  <a:lnTo>
                    <a:pt x="1327150" y="12700"/>
                  </a:lnTo>
                  <a:lnTo>
                    <a:pt x="1299109" y="0"/>
                  </a:lnTo>
                  <a:close/>
                </a:path>
              </a:pathLst>
            </a:custGeom>
            <a:solidFill>
              <a:srgbClr val="BEBEBE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79508" y="0"/>
              <a:ext cx="2413000" cy="134620"/>
            </a:xfrm>
            <a:custGeom>
              <a:avLst/>
              <a:gdLst/>
              <a:ahLst/>
              <a:cxnLst/>
              <a:rect l="l" t="t" r="r" b="b"/>
              <a:pathLst>
                <a:path w="2413000" h="134620">
                  <a:moveTo>
                    <a:pt x="2412492" y="0"/>
                  </a:moveTo>
                  <a:lnTo>
                    <a:pt x="0" y="0"/>
                  </a:lnTo>
                  <a:lnTo>
                    <a:pt x="0" y="134111"/>
                  </a:lnTo>
                  <a:lnTo>
                    <a:pt x="2412492" y="134111"/>
                  </a:lnTo>
                  <a:lnTo>
                    <a:pt x="24124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8000"/>
                  </a:moveTo>
                  <a:lnTo>
                    <a:pt x="12192000" y="68580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7680" y="1202436"/>
              <a:ext cx="11215370" cy="4927600"/>
            </a:xfrm>
            <a:custGeom>
              <a:avLst/>
              <a:gdLst/>
              <a:ahLst/>
              <a:cxnLst/>
              <a:rect l="l" t="t" r="r" b="b"/>
              <a:pathLst>
                <a:path w="11215370" h="4927600">
                  <a:moveTo>
                    <a:pt x="10393934" y="0"/>
                  </a:moveTo>
                  <a:lnTo>
                    <a:pt x="821182" y="0"/>
                  </a:lnTo>
                  <a:lnTo>
                    <a:pt x="772932" y="1394"/>
                  </a:lnTo>
                  <a:lnTo>
                    <a:pt x="725416" y="5524"/>
                  </a:lnTo>
                  <a:lnTo>
                    <a:pt x="678711" y="12315"/>
                  </a:lnTo>
                  <a:lnTo>
                    <a:pt x="632895" y="21688"/>
                  </a:lnTo>
                  <a:lnTo>
                    <a:pt x="588044" y="33567"/>
                  </a:lnTo>
                  <a:lnTo>
                    <a:pt x="544234" y="47874"/>
                  </a:lnTo>
                  <a:lnTo>
                    <a:pt x="501544" y="64533"/>
                  </a:lnTo>
                  <a:lnTo>
                    <a:pt x="460051" y="83467"/>
                  </a:lnTo>
                  <a:lnTo>
                    <a:pt x="419830" y="104598"/>
                  </a:lnTo>
                  <a:lnTo>
                    <a:pt x="380960" y="127850"/>
                  </a:lnTo>
                  <a:lnTo>
                    <a:pt x="343517" y="153145"/>
                  </a:lnTo>
                  <a:lnTo>
                    <a:pt x="307578" y="180407"/>
                  </a:lnTo>
                  <a:lnTo>
                    <a:pt x="273221" y="209558"/>
                  </a:lnTo>
                  <a:lnTo>
                    <a:pt x="240522" y="240522"/>
                  </a:lnTo>
                  <a:lnTo>
                    <a:pt x="209558" y="273221"/>
                  </a:lnTo>
                  <a:lnTo>
                    <a:pt x="180407" y="307578"/>
                  </a:lnTo>
                  <a:lnTo>
                    <a:pt x="153145" y="343517"/>
                  </a:lnTo>
                  <a:lnTo>
                    <a:pt x="127850" y="380960"/>
                  </a:lnTo>
                  <a:lnTo>
                    <a:pt x="104598" y="419830"/>
                  </a:lnTo>
                  <a:lnTo>
                    <a:pt x="83467" y="460051"/>
                  </a:lnTo>
                  <a:lnTo>
                    <a:pt x="64533" y="501544"/>
                  </a:lnTo>
                  <a:lnTo>
                    <a:pt x="47874" y="544234"/>
                  </a:lnTo>
                  <a:lnTo>
                    <a:pt x="33567" y="588044"/>
                  </a:lnTo>
                  <a:lnTo>
                    <a:pt x="21688" y="632895"/>
                  </a:lnTo>
                  <a:lnTo>
                    <a:pt x="12315" y="678711"/>
                  </a:lnTo>
                  <a:lnTo>
                    <a:pt x="5524" y="725416"/>
                  </a:lnTo>
                  <a:lnTo>
                    <a:pt x="1394" y="772932"/>
                  </a:lnTo>
                  <a:lnTo>
                    <a:pt x="0" y="821181"/>
                  </a:lnTo>
                  <a:lnTo>
                    <a:pt x="0" y="4105910"/>
                  </a:lnTo>
                  <a:lnTo>
                    <a:pt x="1394" y="4154159"/>
                  </a:lnTo>
                  <a:lnTo>
                    <a:pt x="5524" y="4201675"/>
                  </a:lnTo>
                  <a:lnTo>
                    <a:pt x="12315" y="4248380"/>
                  </a:lnTo>
                  <a:lnTo>
                    <a:pt x="21688" y="4294196"/>
                  </a:lnTo>
                  <a:lnTo>
                    <a:pt x="33567" y="4339047"/>
                  </a:lnTo>
                  <a:lnTo>
                    <a:pt x="47874" y="4382857"/>
                  </a:lnTo>
                  <a:lnTo>
                    <a:pt x="64533" y="4425547"/>
                  </a:lnTo>
                  <a:lnTo>
                    <a:pt x="83467" y="4467040"/>
                  </a:lnTo>
                  <a:lnTo>
                    <a:pt x="104598" y="4507261"/>
                  </a:lnTo>
                  <a:lnTo>
                    <a:pt x="127850" y="4546131"/>
                  </a:lnTo>
                  <a:lnTo>
                    <a:pt x="153145" y="4583574"/>
                  </a:lnTo>
                  <a:lnTo>
                    <a:pt x="180407" y="4619513"/>
                  </a:lnTo>
                  <a:lnTo>
                    <a:pt x="209558" y="4653870"/>
                  </a:lnTo>
                  <a:lnTo>
                    <a:pt x="240522" y="4686569"/>
                  </a:lnTo>
                  <a:lnTo>
                    <a:pt x="273221" y="4717533"/>
                  </a:lnTo>
                  <a:lnTo>
                    <a:pt x="307578" y="4746684"/>
                  </a:lnTo>
                  <a:lnTo>
                    <a:pt x="343517" y="4773946"/>
                  </a:lnTo>
                  <a:lnTo>
                    <a:pt x="380960" y="4799241"/>
                  </a:lnTo>
                  <a:lnTo>
                    <a:pt x="419830" y="4822493"/>
                  </a:lnTo>
                  <a:lnTo>
                    <a:pt x="460051" y="4843624"/>
                  </a:lnTo>
                  <a:lnTo>
                    <a:pt x="501544" y="4862558"/>
                  </a:lnTo>
                  <a:lnTo>
                    <a:pt x="544234" y="4879217"/>
                  </a:lnTo>
                  <a:lnTo>
                    <a:pt x="588044" y="4893524"/>
                  </a:lnTo>
                  <a:lnTo>
                    <a:pt x="632895" y="4905403"/>
                  </a:lnTo>
                  <a:lnTo>
                    <a:pt x="678711" y="4914776"/>
                  </a:lnTo>
                  <a:lnTo>
                    <a:pt x="725416" y="4921567"/>
                  </a:lnTo>
                  <a:lnTo>
                    <a:pt x="772932" y="4925697"/>
                  </a:lnTo>
                  <a:lnTo>
                    <a:pt x="821182" y="4927092"/>
                  </a:lnTo>
                  <a:lnTo>
                    <a:pt x="10393934" y="4927092"/>
                  </a:lnTo>
                  <a:lnTo>
                    <a:pt x="10442183" y="4925697"/>
                  </a:lnTo>
                  <a:lnTo>
                    <a:pt x="10489699" y="4921567"/>
                  </a:lnTo>
                  <a:lnTo>
                    <a:pt x="10536404" y="4914776"/>
                  </a:lnTo>
                  <a:lnTo>
                    <a:pt x="10582220" y="4905403"/>
                  </a:lnTo>
                  <a:lnTo>
                    <a:pt x="10627071" y="4893524"/>
                  </a:lnTo>
                  <a:lnTo>
                    <a:pt x="10670881" y="4879217"/>
                  </a:lnTo>
                  <a:lnTo>
                    <a:pt x="10713571" y="4862558"/>
                  </a:lnTo>
                  <a:lnTo>
                    <a:pt x="10755064" y="4843624"/>
                  </a:lnTo>
                  <a:lnTo>
                    <a:pt x="10795285" y="4822493"/>
                  </a:lnTo>
                  <a:lnTo>
                    <a:pt x="10834155" y="4799241"/>
                  </a:lnTo>
                  <a:lnTo>
                    <a:pt x="10871598" y="4773946"/>
                  </a:lnTo>
                  <a:lnTo>
                    <a:pt x="10907537" y="4746684"/>
                  </a:lnTo>
                  <a:lnTo>
                    <a:pt x="10941894" y="4717533"/>
                  </a:lnTo>
                  <a:lnTo>
                    <a:pt x="10974593" y="4686569"/>
                  </a:lnTo>
                  <a:lnTo>
                    <a:pt x="11005557" y="4653870"/>
                  </a:lnTo>
                  <a:lnTo>
                    <a:pt x="11034708" y="4619513"/>
                  </a:lnTo>
                  <a:lnTo>
                    <a:pt x="11061970" y="4583574"/>
                  </a:lnTo>
                  <a:lnTo>
                    <a:pt x="11087265" y="4546131"/>
                  </a:lnTo>
                  <a:lnTo>
                    <a:pt x="11110517" y="4507261"/>
                  </a:lnTo>
                  <a:lnTo>
                    <a:pt x="11131648" y="4467040"/>
                  </a:lnTo>
                  <a:lnTo>
                    <a:pt x="11150582" y="4425547"/>
                  </a:lnTo>
                  <a:lnTo>
                    <a:pt x="11167241" y="4382857"/>
                  </a:lnTo>
                  <a:lnTo>
                    <a:pt x="11181548" y="4339047"/>
                  </a:lnTo>
                  <a:lnTo>
                    <a:pt x="11193427" y="4294196"/>
                  </a:lnTo>
                  <a:lnTo>
                    <a:pt x="11202800" y="4248380"/>
                  </a:lnTo>
                  <a:lnTo>
                    <a:pt x="11209591" y="4201675"/>
                  </a:lnTo>
                  <a:lnTo>
                    <a:pt x="11213721" y="4154159"/>
                  </a:lnTo>
                  <a:lnTo>
                    <a:pt x="11215116" y="4105910"/>
                  </a:lnTo>
                  <a:lnTo>
                    <a:pt x="11215116" y="821181"/>
                  </a:lnTo>
                  <a:lnTo>
                    <a:pt x="11213721" y="772932"/>
                  </a:lnTo>
                  <a:lnTo>
                    <a:pt x="11209591" y="725416"/>
                  </a:lnTo>
                  <a:lnTo>
                    <a:pt x="11202800" y="678711"/>
                  </a:lnTo>
                  <a:lnTo>
                    <a:pt x="11193427" y="632895"/>
                  </a:lnTo>
                  <a:lnTo>
                    <a:pt x="11181548" y="588044"/>
                  </a:lnTo>
                  <a:lnTo>
                    <a:pt x="11167241" y="544234"/>
                  </a:lnTo>
                  <a:lnTo>
                    <a:pt x="11150582" y="501544"/>
                  </a:lnTo>
                  <a:lnTo>
                    <a:pt x="11131648" y="460051"/>
                  </a:lnTo>
                  <a:lnTo>
                    <a:pt x="11110517" y="419830"/>
                  </a:lnTo>
                  <a:lnTo>
                    <a:pt x="11087265" y="380960"/>
                  </a:lnTo>
                  <a:lnTo>
                    <a:pt x="11061970" y="343517"/>
                  </a:lnTo>
                  <a:lnTo>
                    <a:pt x="11034708" y="307578"/>
                  </a:lnTo>
                  <a:lnTo>
                    <a:pt x="11005557" y="273221"/>
                  </a:lnTo>
                  <a:lnTo>
                    <a:pt x="10974593" y="240522"/>
                  </a:lnTo>
                  <a:lnTo>
                    <a:pt x="10941894" y="209558"/>
                  </a:lnTo>
                  <a:lnTo>
                    <a:pt x="10907537" y="180407"/>
                  </a:lnTo>
                  <a:lnTo>
                    <a:pt x="10871598" y="153145"/>
                  </a:lnTo>
                  <a:lnTo>
                    <a:pt x="10834155" y="127850"/>
                  </a:lnTo>
                  <a:lnTo>
                    <a:pt x="10795285" y="104598"/>
                  </a:lnTo>
                  <a:lnTo>
                    <a:pt x="10755064" y="83467"/>
                  </a:lnTo>
                  <a:lnTo>
                    <a:pt x="10713571" y="64533"/>
                  </a:lnTo>
                  <a:lnTo>
                    <a:pt x="10670881" y="47874"/>
                  </a:lnTo>
                  <a:lnTo>
                    <a:pt x="10627071" y="33567"/>
                  </a:lnTo>
                  <a:lnTo>
                    <a:pt x="10582220" y="21688"/>
                  </a:lnTo>
                  <a:lnTo>
                    <a:pt x="10536404" y="12315"/>
                  </a:lnTo>
                  <a:lnTo>
                    <a:pt x="10489699" y="5524"/>
                  </a:lnTo>
                  <a:lnTo>
                    <a:pt x="10442183" y="1394"/>
                  </a:lnTo>
                  <a:lnTo>
                    <a:pt x="10393934" y="0"/>
                  </a:lnTo>
                  <a:close/>
                </a:path>
              </a:pathLst>
            </a:custGeom>
            <a:solidFill>
              <a:srgbClr val="FFFFFF">
                <a:alpha val="9607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89838" y="1582673"/>
            <a:ext cx="3388360" cy="9156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1615">
              <a:lnSpc>
                <a:spcPct val="121700"/>
              </a:lnSpc>
              <a:spcBef>
                <a:spcPts val="100"/>
              </a:spcBef>
            </a:pPr>
            <a:r>
              <a:rPr sz="2400" b="1" dirty="0">
                <a:solidFill>
                  <a:srgbClr val="006089"/>
                </a:solidFill>
                <a:latin typeface="Consolas"/>
                <a:cs typeface="Consolas"/>
              </a:rPr>
              <a:t>database</a:t>
            </a:r>
            <a:r>
              <a:rPr sz="2400" b="1" spc="4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400" b="1" spc="-10" dirty="0">
                <a:solidFill>
                  <a:srgbClr val="006089"/>
                </a:solidFill>
                <a:latin typeface="Consolas"/>
                <a:cs typeface="Consolas"/>
              </a:rPr>
              <a:t>schema </a:t>
            </a:r>
            <a:r>
              <a:rPr sz="2400" b="1" dirty="0">
                <a:solidFill>
                  <a:srgbClr val="006089"/>
                </a:solidFill>
                <a:latin typeface="Consolas"/>
                <a:cs typeface="Consolas"/>
              </a:rPr>
              <a:t>(relational</a:t>
            </a:r>
            <a:r>
              <a:rPr sz="2400" b="1" spc="50" dirty="0">
                <a:solidFill>
                  <a:srgbClr val="006089"/>
                </a:solidFill>
                <a:latin typeface="Consolas"/>
                <a:cs typeface="Consolas"/>
              </a:rPr>
              <a:t> </a:t>
            </a:r>
            <a:r>
              <a:rPr sz="2400" b="1" spc="-10" dirty="0">
                <a:solidFill>
                  <a:srgbClr val="006089"/>
                </a:solidFill>
                <a:latin typeface="Consolas"/>
                <a:cs typeface="Consolas"/>
              </a:rPr>
              <a:t>schemas)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Relational</a:t>
            </a:r>
            <a:r>
              <a:rPr spc="-140" dirty="0"/>
              <a:t> </a:t>
            </a:r>
            <a:r>
              <a:rPr dirty="0"/>
              <a:t>Schemas:</a:t>
            </a:r>
            <a:r>
              <a:rPr spc="-145" dirty="0"/>
              <a:t> </a:t>
            </a:r>
            <a:r>
              <a:rPr dirty="0"/>
              <a:t>Primary</a:t>
            </a:r>
            <a:r>
              <a:rPr spc="-125" dirty="0"/>
              <a:t> </a:t>
            </a:r>
            <a:r>
              <a:rPr spc="-25" dirty="0"/>
              <a:t>Key</a:t>
            </a: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19" y="1594103"/>
            <a:ext cx="9509760" cy="4142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</TotalTime>
  <Words>904</Words>
  <Application>Microsoft Office PowerPoint</Application>
  <PresentationFormat>Widescreen</PresentationFormat>
  <Paragraphs>134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Consolas</vt:lpstr>
      <vt:lpstr>Tahoma</vt:lpstr>
      <vt:lpstr>Office Theme</vt:lpstr>
      <vt:lpstr>Basic Database Terminology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  <vt:lpstr>Relational Schemas: Primary Key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marti</dc:creator>
  <cp:lastModifiedBy>supriya jadhav</cp:lastModifiedBy>
  <cp:revision>1</cp:revision>
  <dcterms:created xsi:type="dcterms:W3CDTF">2022-09-06T05:37:46Z</dcterms:created>
  <dcterms:modified xsi:type="dcterms:W3CDTF">2026-02-13T05:30:02Z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2017-11-13T00:00:00Z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2022-09-06T00:00:00Z</vt:filetime>
  </property>
  <property fmtid="{D5CDD505-2E9C-101B-9397-08002B2CF9AE}" pid="5" name="Producer">
    <vt:lpwstr>Microsoft® PowerPoint® 2016</vt:lpwstr>
  </property>
</Properties>
</file>